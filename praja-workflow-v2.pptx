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3790800" y="1643400"/>
            <a:ext cx="991080" cy="248040"/>
          </a:xfrm>
          <a:custGeom>
            <a:avLst/>
            <a:gdLst/>
            <a:ahLst/>
            <a:rect l="0" t="0" r="r" b="b"/>
            <a:pathLst>
              <a:path w="2753" h="689">
                <a:moveTo>
                  <a:pt x="0" y="382"/>
                </a:moveTo>
                <a:cubicBezTo>
                  <a:pt x="0" y="402"/>
                  <a:pt x="2" y="422"/>
                  <a:pt x="6" y="442"/>
                </a:cubicBezTo>
                <a:cubicBezTo>
                  <a:pt x="10" y="462"/>
                  <a:pt x="16" y="481"/>
                  <a:pt x="23" y="499"/>
                </a:cubicBezTo>
                <a:cubicBezTo>
                  <a:pt x="31" y="518"/>
                  <a:pt x="40" y="535"/>
                  <a:pt x="51" y="552"/>
                </a:cubicBezTo>
                <a:cubicBezTo>
                  <a:pt x="63" y="569"/>
                  <a:pt x="75" y="584"/>
                  <a:pt x="89" y="599"/>
                </a:cubicBezTo>
                <a:cubicBezTo>
                  <a:pt x="104" y="614"/>
                  <a:pt x="119" y="626"/>
                  <a:pt x="136" y="637"/>
                </a:cubicBezTo>
                <a:cubicBezTo>
                  <a:pt x="152" y="649"/>
                  <a:pt x="170" y="658"/>
                  <a:pt x="189" y="666"/>
                </a:cubicBezTo>
                <a:cubicBezTo>
                  <a:pt x="207" y="673"/>
                  <a:pt x="226" y="679"/>
                  <a:pt x="246" y="683"/>
                </a:cubicBezTo>
                <a:cubicBezTo>
                  <a:pt x="266" y="687"/>
                  <a:pt x="286" y="689"/>
                  <a:pt x="306" y="689"/>
                </a:cubicBezTo>
                <a:lnTo>
                  <a:pt x="2447" y="689"/>
                </a:lnTo>
                <a:cubicBezTo>
                  <a:pt x="2467" y="689"/>
                  <a:pt x="2487" y="687"/>
                  <a:pt x="2506" y="683"/>
                </a:cubicBezTo>
                <a:cubicBezTo>
                  <a:pt x="2526" y="679"/>
                  <a:pt x="2545" y="673"/>
                  <a:pt x="2564" y="666"/>
                </a:cubicBezTo>
                <a:cubicBezTo>
                  <a:pt x="2582" y="658"/>
                  <a:pt x="2600" y="649"/>
                  <a:pt x="2617" y="637"/>
                </a:cubicBezTo>
                <a:cubicBezTo>
                  <a:pt x="2633" y="626"/>
                  <a:pt x="2649" y="614"/>
                  <a:pt x="2663" y="599"/>
                </a:cubicBezTo>
                <a:cubicBezTo>
                  <a:pt x="2677" y="584"/>
                  <a:pt x="2690" y="569"/>
                  <a:pt x="2701" y="552"/>
                </a:cubicBezTo>
                <a:cubicBezTo>
                  <a:pt x="2712" y="535"/>
                  <a:pt x="2722" y="518"/>
                  <a:pt x="2729" y="499"/>
                </a:cubicBezTo>
                <a:cubicBezTo>
                  <a:pt x="2737" y="481"/>
                  <a:pt x="2743" y="462"/>
                  <a:pt x="2747" y="442"/>
                </a:cubicBezTo>
                <a:cubicBezTo>
                  <a:pt x="2751" y="422"/>
                  <a:pt x="2753" y="402"/>
                  <a:pt x="2753" y="382"/>
                </a:cubicBezTo>
                <a:lnTo>
                  <a:pt x="2753" y="0"/>
                </a:lnTo>
                <a:lnTo>
                  <a:pt x="0" y="0"/>
                </a:lnTo>
                <a:lnTo>
                  <a:pt x="0" y="382"/>
                </a:lnTo>
                <a:close/>
              </a:path>
            </a:pathLst>
          </a:custGeom>
          <a:solidFill>
            <a:srgbClr val="13880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3790800" y="1175760"/>
            <a:ext cx="991080" cy="248040"/>
          </a:xfrm>
          <a:custGeom>
            <a:avLst/>
            <a:gdLst/>
            <a:ahLst/>
            <a:rect l="0" t="0" r="r" b="b"/>
            <a:pathLst>
              <a:path w="2753" h="689">
                <a:moveTo>
                  <a:pt x="2753" y="689"/>
                </a:moveTo>
                <a:lnTo>
                  <a:pt x="2753" y="305"/>
                </a:lnTo>
                <a:cubicBezTo>
                  <a:pt x="2753" y="285"/>
                  <a:pt x="2751" y="265"/>
                  <a:pt x="2747" y="246"/>
                </a:cubicBezTo>
                <a:cubicBezTo>
                  <a:pt x="2743" y="226"/>
                  <a:pt x="2737" y="207"/>
                  <a:pt x="2729" y="188"/>
                </a:cubicBezTo>
                <a:cubicBezTo>
                  <a:pt x="2722" y="170"/>
                  <a:pt x="2712" y="152"/>
                  <a:pt x="2701" y="136"/>
                </a:cubicBezTo>
                <a:cubicBezTo>
                  <a:pt x="2690" y="119"/>
                  <a:pt x="2677" y="103"/>
                  <a:pt x="2663" y="89"/>
                </a:cubicBezTo>
                <a:cubicBezTo>
                  <a:pt x="2649" y="75"/>
                  <a:pt x="2633" y="62"/>
                  <a:pt x="2617" y="51"/>
                </a:cubicBezTo>
                <a:cubicBezTo>
                  <a:pt x="2600" y="40"/>
                  <a:pt x="2582" y="31"/>
                  <a:pt x="2564" y="23"/>
                </a:cubicBezTo>
                <a:cubicBezTo>
                  <a:pt x="2545" y="15"/>
                  <a:pt x="2526" y="9"/>
                  <a:pt x="2506" y="6"/>
                </a:cubicBezTo>
                <a:cubicBezTo>
                  <a:pt x="2487" y="2"/>
                  <a:pt x="2467" y="0"/>
                  <a:pt x="2447" y="0"/>
                </a:cubicBezTo>
                <a:lnTo>
                  <a:pt x="306" y="0"/>
                </a:lnTo>
                <a:cubicBezTo>
                  <a:pt x="286" y="0"/>
                  <a:pt x="266" y="2"/>
                  <a:pt x="246" y="6"/>
                </a:cubicBezTo>
                <a:cubicBezTo>
                  <a:pt x="226" y="9"/>
                  <a:pt x="207" y="15"/>
                  <a:pt x="189" y="23"/>
                </a:cubicBezTo>
                <a:cubicBezTo>
                  <a:pt x="170" y="31"/>
                  <a:pt x="152" y="40"/>
                  <a:pt x="136" y="51"/>
                </a:cubicBezTo>
                <a:cubicBezTo>
                  <a:pt x="119" y="62"/>
                  <a:pt x="104" y="75"/>
                  <a:pt x="89" y="89"/>
                </a:cubicBezTo>
                <a:cubicBezTo>
                  <a:pt x="75" y="103"/>
                  <a:pt x="63" y="119"/>
                  <a:pt x="51" y="136"/>
                </a:cubicBezTo>
                <a:cubicBezTo>
                  <a:pt x="40" y="152"/>
                  <a:pt x="31" y="170"/>
                  <a:pt x="23" y="188"/>
                </a:cubicBezTo>
                <a:cubicBezTo>
                  <a:pt x="16" y="207"/>
                  <a:pt x="10" y="226"/>
                  <a:pt x="6" y="246"/>
                </a:cubicBezTo>
                <a:cubicBezTo>
                  <a:pt x="2" y="265"/>
                  <a:pt x="0" y="285"/>
                  <a:pt x="0" y="305"/>
                </a:cubicBezTo>
                <a:lnTo>
                  <a:pt x="0" y="689"/>
                </a:lnTo>
                <a:lnTo>
                  <a:pt x="2753" y="689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3790800" y="1414080"/>
            <a:ext cx="991080" cy="239040"/>
          </a:xfrm>
          <a:custGeom>
            <a:avLst/>
            <a:gdLst/>
            <a:ahLst/>
            <a:rect l="0" t="0" r="r" b="b"/>
            <a:pathLst>
              <a:path w="2753" h="664">
                <a:moveTo>
                  <a:pt x="0" y="0"/>
                </a:moveTo>
                <a:lnTo>
                  <a:pt x="2753" y="0"/>
                </a:lnTo>
                <a:lnTo>
                  <a:pt x="2753" y="664"/>
                </a:lnTo>
                <a:lnTo>
                  <a:pt x="0" y="664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4176000" y="1423440"/>
            <a:ext cx="220320" cy="220320"/>
          </a:xfrm>
          <a:custGeom>
            <a:avLst/>
            <a:gdLst/>
            <a:ahLst/>
            <a:rect l="0" t="0" r="r" b="b"/>
            <a:pathLst>
              <a:path w="612" h="612">
                <a:moveTo>
                  <a:pt x="612" y="306"/>
                </a:moveTo>
                <a:cubicBezTo>
                  <a:pt x="612" y="326"/>
                  <a:pt x="611" y="346"/>
                  <a:pt x="607" y="366"/>
                </a:cubicBezTo>
                <a:cubicBezTo>
                  <a:pt x="603" y="386"/>
                  <a:pt x="597" y="405"/>
                  <a:pt x="589" y="423"/>
                </a:cubicBezTo>
                <a:cubicBezTo>
                  <a:pt x="582" y="442"/>
                  <a:pt x="572" y="459"/>
                  <a:pt x="561" y="476"/>
                </a:cubicBezTo>
                <a:cubicBezTo>
                  <a:pt x="550" y="493"/>
                  <a:pt x="537" y="508"/>
                  <a:pt x="523" y="522"/>
                </a:cubicBezTo>
                <a:cubicBezTo>
                  <a:pt x="509" y="537"/>
                  <a:pt x="493" y="549"/>
                  <a:pt x="477" y="561"/>
                </a:cubicBezTo>
                <a:cubicBezTo>
                  <a:pt x="460" y="572"/>
                  <a:pt x="442" y="581"/>
                  <a:pt x="424" y="589"/>
                </a:cubicBezTo>
                <a:cubicBezTo>
                  <a:pt x="405" y="596"/>
                  <a:pt x="386" y="602"/>
                  <a:pt x="366" y="606"/>
                </a:cubicBezTo>
                <a:cubicBezTo>
                  <a:pt x="347" y="610"/>
                  <a:pt x="327" y="612"/>
                  <a:pt x="306" y="612"/>
                </a:cubicBezTo>
                <a:cubicBezTo>
                  <a:pt x="286" y="612"/>
                  <a:pt x="266" y="610"/>
                  <a:pt x="246" y="606"/>
                </a:cubicBezTo>
                <a:cubicBezTo>
                  <a:pt x="226" y="602"/>
                  <a:pt x="207" y="596"/>
                  <a:pt x="189" y="589"/>
                </a:cubicBezTo>
                <a:cubicBezTo>
                  <a:pt x="170" y="581"/>
                  <a:pt x="153" y="572"/>
                  <a:pt x="136" y="561"/>
                </a:cubicBezTo>
                <a:cubicBezTo>
                  <a:pt x="119" y="549"/>
                  <a:pt x="104" y="537"/>
                  <a:pt x="90" y="522"/>
                </a:cubicBezTo>
                <a:cubicBezTo>
                  <a:pt x="75" y="508"/>
                  <a:pt x="63" y="493"/>
                  <a:pt x="52" y="476"/>
                </a:cubicBezTo>
                <a:cubicBezTo>
                  <a:pt x="40" y="459"/>
                  <a:pt x="31" y="442"/>
                  <a:pt x="23" y="423"/>
                </a:cubicBezTo>
                <a:cubicBezTo>
                  <a:pt x="16" y="405"/>
                  <a:pt x="10" y="386"/>
                  <a:pt x="6" y="366"/>
                </a:cubicBezTo>
                <a:cubicBezTo>
                  <a:pt x="2" y="346"/>
                  <a:pt x="0" y="326"/>
                  <a:pt x="0" y="306"/>
                </a:cubicBezTo>
                <a:cubicBezTo>
                  <a:pt x="0" y="286"/>
                  <a:pt x="2" y="266"/>
                  <a:pt x="6" y="247"/>
                </a:cubicBezTo>
                <a:cubicBezTo>
                  <a:pt x="10" y="227"/>
                  <a:pt x="16" y="208"/>
                  <a:pt x="23" y="189"/>
                </a:cubicBezTo>
                <a:cubicBezTo>
                  <a:pt x="31" y="171"/>
                  <a:pt x="40" y="153"/>
                  <a:pt x="52" y="136"/>
                </a:cubicBezTo>
                <a:cubicBezTo>
                  <a:pt x="63" y="120"/>
                  <a:pt x="75" y="104"/>
                  <a:pt x="90" y="90"/>
                </a:cubicBezTo>
                <a:cubicBezTo>
                  <a:pt x="104" y="76"/>
                  <a:pt x="119" y="63"/>
                  <a:pt x="136" y="52"/>
                </a:cubicBezTo>
                <a:cubicBezTo>
                  <a:pt x="153" y="41"/>
                  <a:pt x="170" y="32"/>
                  <a:pt x="189" y="24"/>
                </a:cubicBezTo>
                <a:cubicBezTo>
                  <a:pt x="207" y="15"/>
                  <a:pt x="226" y="9"/>
                  <a:pt x="246" y="5"/>
                </a:cubicBezTo>
                <a:cubicBezTo>
                  <a:pt x="266" y="2"/>
                  <a:pt x="286" y="0"/>
                  <a:pt x="306" y="0"/>
                </a:cubicBezTo>
                <a:cubicBezTo>
                  <a:pt x="327" y="0"/>
                  <a:pt x="347" y="2"/>
                  <a:pt x="366" y="5"/>
                </a:cubicBezTo>
                <a:cubicBezTo>
                  <a:pt x="386" y="9"/>
                  <a:pt x="405" y="15"/>
                  <a:pt x="424" y="24"/>
                </a:cubicBezTo>
                <a:cubicBezTo>
                  <a:pt x="442" y="32"/>
                  <a:pt x="460" y="41"/>
                  <a:pt x="477" y="52"/>
                </a:cubicBezTo>
                <a:cubicBezTo>
                  <a:pt x="493" y="63"/>
                  <a:pt x="509" y="76"/>
                  <a:pt x="523" y="90"/>
                </a:cubicBezTo>
                <a:cubicBezTo>
                  <a:pt x="537" y="104"/>
                  <a:pt x="550" y="120"/>
                  <a:pt x="561" y="136"/>
                </a:cubicBezTo>
                <a:cubicBezTo>
                  <a:pt x="572" y="153"/>
                  <a:pt x="582" y="171"/>
                  <a:pt x="589" y="189"/>
                </a:cubicBezTo>
                <a:cubicBezTo>
                  <a:pt x="597" y="208"/>
                  <a:pt x="603" y="227"/>
                  <a:pt x="607" y="247"/>
                </a:cubicBezTo>
                <a:cubicBezTo>
                  <a:pt x="611" y="266"/>
                  <a:pt x="612" y="286"/>
                  <a:pt x="612" y="306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4193280" y="1440360"/>
            <a:ext cx="186120" cy="186120"/>
          </a:xfrm>
          <a:custGeom>
            <a:avLst/>
            <a:gdLst/>
            <a:ahLst/>
            <a:rect l="0" t="0" r="r" b="b"/>
            <a:pathLst>
              <a:path w="517" h="517">
                <a:moveTo>
                  <a:pt x="517" y="258"/>
                </a:moveTo>
                <a:cubicBezTo>
                  <a:pt x="517" y="275"/>
                  <a:pt x="515" y="292"/>
                  <a:pt x="512" y="309"/>
                </a:cubicBezTo>
                <a:cubicBezTo>
                  <a:pt x="508" y="325"/>
                  <a:pt x="504" y="341"/>
                  <a:pt x="497" y="357"/>
                </a:cubicBezTo>
                <a:cubicBezTo>
                  <a:pt x="491" y="373"/>
                  <a:pt x="483" y="389"/>
                  <a:pt x="473" y="403"/>
                </a:cubicBezTo>
                <a:cubicBezTo>
                  <a:pt x="464" y="417"/>
                  <a:pt x="452" y="430"/>
                  <a:pt x="440" y="442"/>
                </a:cubicBezTo>
                <a:cubicBezTo>
                  <a:pt x="428" y="454"/>
                  <a:pt x="415" y="464"/>
                  <a:pt x="401" y="474"/>
                </a:cubicBezTo>
                <a:cubicBezTo>
                  <a:pt x="387" y="483"/>
                  <a:pt x="372" y="491"/>
                  <a:pt x="356" y="498"/>
                </a:cubicBezTo>
                <a:cubicBezTo>
                  <a:pt x="341" y="504"/>
                  <a:pt x="325" y="509"/>
                  <a:pt x="308" y="512"/>
                </a:cubicBezTo>
                <a:cubicBezTo>
                  <a:pt x="291" y="516"/>
                  <a:pt x="275" y="517"/>
                  <a:pt x="258" y="517"/>
                </a:cubicBezTo>
                <a:cubicBezTo>
                  <a:pt x="241" y="517"/>
                  <a:pt x="224" y="516"/>
                  <a:pt x="207" y="512"/>
                </a:cubicBezTo>
                <a:cubicBezTo>
                  <a:pt x="191" y="509"/>
                  <a:pt x="175" y="504"/>
                  <a:pt x="159" y="498"/>
                </a:cubicBezTo>
                <a:cubicBezTo>
                  <a:pt x="143" y="491"/>
                  <a:pt x="129" y="483"/>
                  <a:pt x="114" y="474"/>
                </a:cubicBezTo>
                <a:cubicBezTo>
                  <a:pt x="100" y="464"/>
                  <a:pt x="87" y="454"/>
                  <a:pt x="75" y="442"/>
                </a:cubicBezTo>
                <a:cubicBezTo>
                  <a:pt x="63" y="430"/>
                  <a:pt x="53" y="417"/>
                  <a:pt x="43" y="403"/>
                </a:cubicBezTo>
                <a:cubicBezTo>
                  <a:pt x="34" y="389"/>
                  <a:pt x="26" y="373"/>
                  <a:pt x="19" y="357"/>
                </a:cubicBezTo>
                <a:cubicBezTo>
                  <a:pt x="13" y="341"/>
                  <a:pt x="8" y="325"/>
                  <a:pt x="5" y="309"/>
                </a:cubicBezTo>
                <a:cubicBezTo>
                  <a:pt x="1" y="292"/>
                  <a:pt x="0" y="275"/>
                  <a:pt x="0" y="258"/>
                </a:cubicBezTo>
                <a:cubicBezTo>
                  <a:pt x="0" y="241"/>
                  <a:pt x="1" y="225"/>
                  <a:pt x="5" y="208"/>
                </a:cubicBezTo>
                <a:cubicBezTo>
                  <a:pt x="8" y="191"/>
                  <a:pt x="13" y="175"/>
                  <a:pt x="19" y="160"/>
                </a:cubicBezTo>
                <a:cubicBezTo>
                  <a:pt x="26" y="144"/>
                  <a:pt x="34" y="129"/>
                  <a:pt x="43" y="115"/>
                </a:cubicBezTo>
                <a:cubicBezTo>
                  <a:pt x="53" y="101"/>
                  <a:pt x="63" y="88"/>
                  <a:pt x="75" y="76"/>
                </a:cubicBezTo>
                <a:cubicBezTo>
                  <a:pt x="87" y="64"/>
                  <a:pt x="100" y="53"/>
                  <a:pt x="114" y="44"/>
                </a:cubicBezTo>
                <a:cubicBezTo>
                  <a:pt x="129" y="34"/>
                  <a:pt x="143" y="26"/>
                  <a:pt x="159" y="20"/>
                </a:cubicBezTo>
                <a:cubicBezTo>
                  <a:pt x="175" y="13"/>
                  <a:pt x="191" y="9"/>
                  <a:pt x="207" y="5"/>
                </a:cubicBezTo>
                <a:cubicBezTo>
                  <a:pt x="224" y="2"/>
                  <a:pt x="241" y="0"/>
                  <a:pt x="258" y="0"/>
                </a:cubicBezTo>
                <a:cubicBezTo>
                  <a:pt x="275" y="0"/>
                  <a:pt x="291" y="2"/>
                  <a:pt x="308" y="5"/>
                </a:cubicBezTo>
                <a:cubicBezTo>
                  <a:pt x="325" y="9"/>
                  <a:pt x="341" y="13"/>
                  <a:pt x="356" y="20"/>
                </a:cubicBezTo>
                <a:cubicBezTo>
                  <a:pt x="372" y="26"/>
                  <a:pt x="387" y="34"/>
                  <a:pt x="401" y="44"/>
                </a:cubicBezTo>
                <a:cubicBezTo>
                  <a:pt x="415" y="53"/>
                  <a:pt x="428" y="64"/>
                  <a:pt x="440" y="76"/>
                </a:cubicBezTo>
                <a:cubicBezTo>
                  <a:pt x="452" y="88"/>
                  <a:pt x="464" y="101"/>
                  <a:pt x="473" y="115"/>
                </a:cubicBezTo>
                <a:cubicBezTo>
                  <a:pt x="483" y="129"/>
                  <a:pt x="491" y="144"/>
                  <a:pt x="497" y="160"/>
                </a:cubicBezTo>
                <a:cubicBezTo>
                  <a:pt x="504" y="175"/>
                  <a:pt x="508" y="191"/>
                  <a:pt x="512" y="208"/>
                </a:cubicBezTo>
                <a:cubicBezTo>
                  <a:pt x="515" y="225"/>
                  <a:pt x="517" y="241"/>
                  <a:pt x="517" y="258"/>
                </a:cubicBezTo>
                <a:close/>
              </a:path>
            </a:pathLst>
          </a:custGeom>
          <a:solidFill>
            <a:srgbClr val="F7F7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4197960" y="1445400"/>
            <a:ext cx="176400" cy="176400"/>
          </a:xfrm>
          <a:custGeom>
            <a:avLst/>
            <a:gdLst/>
            <a:ahLst/>
            <a:rect l="0" t="0" r="r" b="b"/>
            <a:pathLst>
              <a:path w="490" h="490">
                <a:moveTo>
                  <a:pt x="252" y="150"/>
                </a:moveTo>
                <a:lnTo>
                  <a:pt x="245" y="199"/>
                </a:lnTo>
                <a:lnTo>
                  <a:pt x="237" y="150"/>
                </a:lnTo>
                <a:lnTo>
                  <a:pt x="245" y="0"/>
                </a:lnTo>
                <a:lnTo>
                  <a:pt x="252" y="150"/>
                </a:lnTo>
                <a:moveTo>
                  <a:pt x="181" y="8"/>
                </a:moveTo>
                <a:lnTo>
                  <a:pt x="213" y="155"/>
                </a:lnTo>
                <a:lnTo>
                  <a:pt x="233" y="201"/>
                </a:lnTo>
                <a:lnTo>
                  <a:pt x="227" y="151"/>
                </a:lnTo>
                <a:lnTo>
                  <a:pt x="181" y="8"/>
                </a:lnTo>
                <a:moveTo>
                  <a:pt x="122" y="32"/>
                </a:moveTo>
                <a:lnTo>
                  <a:pt x="190" y="166"/>
                </a:lnTo>
                <a:lnTo>
                  <a:pt x="222" y="206"/>
                </a:lnTo>
                <a:lnTo>
                  <a:pt x="204" y="159"/>
                </a:lnTo>
                <a:lnTo>
                  <a:pt x="122" y="32"/>
                </a:lnTo>
                <a:moveTo>
                  <a:pt x="72" y="71"/>
                </a:moveTo>
                <a:lnTo>
                  <a:pt x="172" y="183"/>
                </a:lnTo>
                <a:lnTo>
                  <a:pt x="212" y="213"/>
                </a:lnTo>
                <a:lnTo>
                  <a:pt x="183" y="172"/>
                </a:lnTo>
                <a:lnTo>
                  <a:pt x="72" y="71"/>
                </a:lnTo>
                <a:moveTo>
                  <a:pt x="33" y="122"/>
                </a:moveTo>
                <a:lnTo>
                  <a:pt x="158" y="204"/>
                </a:lnTo>
                <a:lnTo>
                  <a:pt x="205" y="222"/>
                </a:lnTo>
                <a:lnTo>
                  <a:pt x="166" y="191"/>
                </a:lnTo>
                <a:lnTo>
                  <a:pt x="33" y="122"/>
                </a:lnTo>
                <a:moveTo>
                  <a:pt x="8" y="182"/>
                </a:moveTo>
                <a:lnTo>
                  <a:pt x="151" y="228"/>
                </a:lnTo>
                <a:lnTo>
                  <a:pt x="200" y="233"/>
                </a:lnTo>
                <a:lnTo>
                  <a:pt x="154" y="213"/>
                </a:lnTo>
                <a:lnTo>
                  <a:pt x="8" y="182"/>
                </a:lnTo>
                <a:moveTo>
                  <a:pt x="0" y="245"/>
                </a:moveTo>
                <a:lnTo>
                  <a:pt x="149" y="253"/>
                </a:lnTo>
                <a:lnTo>
                  <a:pt x="199" y="245"/>
                </a:lnTo>
                <a:lnTo>
                  <a:pt x="149" y="238"/>
                </a:lnTo>
                <a:lnTo>
                  <a:pt x="0" y="245"/>
                </a:lnTo>
                <a:moveTo>
                  <a:pt x="8" y="309"/>
                </a:moveTo>
                <a:lnTo>
                  <a:pt x="154" y="277"/>
                </a:lnTo>
                <a:lnTo>
                  <a:pt x="200" y="257"/>
                </a:lnTo>
                <a:lnTo>
                  <a:pt x="151" y="263"/>
                </a:lnTo>
                <a:lnTo>
                  <a:pt x="8" y="309"/>
                </a:lnTo>
                <a:moveTo>
                  <a:pt x="33" y="368"/>
                </a:moveTo>
                <a:lnTo>
                  <a:pt x="166" y="300"/>
                </a:lnTo>
                <a:lnTo>
                  <a:pt x="205" y="268"/>
                </a:lnTo>
                <a:lnTo>
                  <a:pt x="158" y="286"/>
                </a:lnTo>
                <a:lnTo>
                  <a:pt x="33" y="368"/>
                </a:lnTo>
                <a:moveTo>
                  <a:pt x="72" y="418"/>
                </a:moveTo>
                <a:lnTo>
                  <a:pt x="183" y="318"/>
                </a:lnTo>
                <a:lnTo>
                  <a:pt x="212" y="278"/>
                </a:lnTo>
                <a:lnTo>
                  <a:pt x="172" y="307"/>
                </a:lnTo>
                <a:lnTo>
                  <a:pt x="72" y="418"/>
                </a:lnTo>
                <a:moveTo>
                  <a:pt x="122" y="457"/>
                </a:moveTo>
                <a:lnTo>
                  <a:pt x="204" y="332"/>
                </a:lnTo>
                <a:lnTo>
                  <a:pt x="222" y="285"/>
                </a:lnTo>
                <a:lnTo>
                  <a:pt x="190" y="324"/>
                </a:lnTo>
                <a:lnTo>
                  <a:pt x="122" y="457"/>
                </a:lnTo>
                <a:moveTo>
                  <a:pt x="181" y="482"/>
                </a:moveTo>
                <a:lnTo>
                  <a:pt x="227" y="340"/>
                </a:lnTo>
                <a:lnTo>
                  <a:pt x="233" y="290"/>
                </a:lnTo>
                <a:lnTo>
                  <a:pt x="213" y="336"/>
                </a:lnTo>
                <a:lnTo>
                  <a:pt x="181" y="482"/>
                </a:lnTo>
                <a:moveTo>
                  <a:pt x="245" y="490"/>
                </a:moveTo>
                <a:lnTo>
                  <a:pt x="252" y="341"/>
                </a:lnTo>
                <a:lnTo>
                  <a:pt x="245" y="291"/>
                </a:lnTo>
                <a:lnTo>
                  <a:pt x="237" y="341"/>
                </a:lnTo>
                <a:lnTo>
                  <a:pt x="245" y="490"/>
                </a:lnTo>
                <a:moveTo>
                  <a:pt x="308" y="482"/>
                </a:moveTo>
                <a:lnTo>
                  <a:pt x="277" y="336"/>
                </a:lnTo>
                <a:lnTo>
                  <a:pt x="257" y="290"/>
                </a:lnTo>
                <a:lnTo>
                  <a:pt x="262" y="340"/>
                </a:lnTo>
                <a:lnTo>
                  <a:pt x="308" y="482"/>
                </a:lnTo>
                <a:moveTo>
                  <a:pt x="368" y="457"/>
                </a:moveTo>
                <a:lnTo>
                  <a:pt x="299" y="324"/>
                </a:lnTo>
                <a:lnTo>
                  <a:pt x="268" y="285"/>
                </a:lnTo>
                <a:lnTo>
                  <a:pt x="286" y="332"/>
                </a:lnTo>
                <a:lnTo>
                  <a:pt x="368" y="457"/>
                </a:lnTo>
                <a:moveTo>
                  <a:pt x="419" y="418"/>
                </a:moveTo>
                <a:lnTo>
                  <a:pt x="318" y="307"/>
                </a:lnTo>
                <a:lnTo>
                  <a:pt x="277" y="278"/>
                </a:lnTo>
                <a:lnTo>
                  <a:pt x="307" y="318"/>
                </a:lnTo>
                <a:lnTo>
                  <a:pt x="419" y="418"/>
                </a:lnTo>
                <a:moveTo>
                  <a:pt x="458" y="368"/>
                </a:moveTo>
                <a:lnTo>
                  <a:pt x="332" y="286"/>
                </a:lnTo>
                <a:lnTo>
                  <a:pt x="284" y="268"/>
                </a:lnTo>
                <a:lnTo>
                  <a:pt x="325" y="300"/>
                </a:lnTo>
                <a:lnTo>
                  <a:pt x="458" y="368"/>
                </a:lnTo>
                <a:moveTo>
                  <a:pt x="482" y="309"/>
                </a:moveTo>
                <a:lnTo>
                  <a:pt x="340" y="263"/>
                </a:lnTo>
                <a:lnTo>
                  <a:pt x="289" y="257"/>
                </a:lnTo>
                <a:lnTo>
                  <a:pt x="336" y="277"/>
                </a:lnTo>
                <a:lnTo>
                  <a:pt x="482" y="309"/>
                </a:lnTo>
                <a:moveTo>
                  <a:pt x="490" y="245"/>
                </a:moveTo>
                <a:lnTo>
                  <a:pt x="341" y="238"/>
                </a:lnTo>
                <a:lnTo>
                  <a:pt x="291" y="245"/>
                </a:lnTo>
                <a:lnTo>
                  <a:pt x="341" y="253"/>
                </a:lnTo>
                <a:lnTo>
                  <a:pt x="490" y="245"/>
                </a:lnTo>
                <a:moveTo>
                  <a:pt x="482" y="182"/>
                </a:moveTo>
                <a:lnTo>
                  <a:pt x="336" y="213"/>
                </a:lnTo>
                <a:lnTo>
                  <a:pt x="289" y="233"/>
                </a:lnTo>
                <a:lnTo>
                  <a:pt x="340" y="228"/>
                </a:lnTo>
                <a:lnTo>
                  <a:pt x="482" y="182"/>
                </a:lnTo>
                <a:moveTo>
                  <a:pt x="458" y="122"/>
                </a:moveTo>
                <a:lnTo>
                  <a:pt x="325" y="191"/>
                </a:lnTo>
                <a:lnTo>
                  <a:pt x="284" y="222"/>
                </a:lnTo>
                <a:lnTo>
                  <a:pt x="332" y="204"/>
                </a:lnTo>
                <a:lnTo>
                  <a:pt x="458" y="122"/>
                </a:lnTo>
                <a:moveTo>
                  <a:pt x="419" y="71"/>
                </a:moveTo>
                <a:lnTo>
                  <a:pt x="307" y="172"/>
                </a:lnTo>
                <a:lnTo>
                  <a:pt x="277" y="213"/>
                </a:lnTo>
                <a:lnTo>
                  <a:pt x="318" y="183"/>
                </a:lnTo>
                <a:lnTo>
                  <a:pt x="419" y="71"/>
                </a:lnTo>
                <a:moveTo>
                  <a:pt x="368" y="32"/>
                </a:moveTo>
                <a:lnTo>
                  <a:pt x="286" y="159"/>
                </a:lnTo>
                <a:lnTo>
                  <a:pt x="268" y="206"/>
                </a:lnTo>
                <a:lnTo>
                  <a:pt x="299" y="166"/>
                </a:lnTo>
                <a:lnTo>
                  <a:pt x="368" y="32"/>
                </a:lnTo>
                <a:moveTo>
                  <a:pt x="308" y="8"/>
                </a:moveTo>
                <a:lnTo>
                  <a:pt x="262" y="151"/>
                </a:lnTo>
                <a:lnTo>
                  <a:pt x="257" y="201"/>
                </a:lnTo>
                <a:lnTo>
                  <a:pt x="277" y="155"/>
                </a:lnTo>
                <a:lnTo>
                  <a:pt x="308" y="8"/>
                </a:lnTo>
                <a:close/>
              </a:path>
            </a:pathLst>
          </a:custGeom>
          <a:solidFill>
            <a:srgbClr val="6666B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4268520" y="1436040"/>
            <a:ext cx="11160" cy="11160"/>
          </a:xfrm>
          <a:custGeom>
            <a:avLst/>
            <a:gdLst/>
            <a:ahLst/>
            <a:rect l="0" t="0" r="r" b="b"/>
            <a:pathLst>
              <a:path w="31" h="31">
                <a:moveTo>
                  <a:pt x="31" y="15"/>
                </a:moveTo>
                <a:cubicBezTo>
                  <a:pt x="31" y="20"/>
                  <a:pt x="30" y="24"/>
                  <a:pt x="27" y="27"/>
                </a:cubicBezTo>
                <a:cubicBezTo>
                  <a:pt x="24" y="30"/>
                  <a:pt x="20" y="31"/>
                  <a:pt x="16" y="31"/>
                </a:cubicBezTo>
                <a:cubicBezTo>
                  <a:pt x="12" y="31"/>
                  <a:pt x="7" y="30"/>
                  <a:pt x="4" y="27"/>
                </a:cubicBezTo>
                <a:cubicBezTo>
                  <a:pt x="1" y="24"/>
                  <a:pt x="0" y="20"/>
                  <a:pt x="0" y="15"/>
                </a:cubicBezTo>
                <a:cubicBezTo>
                  <a:pt x="0" y="11"/>
                  <a:pt x="1" y="7"/>
                  <a:pt x="4" y="4"/>
                </a:cubicBezTo>
                <a:cubicBezTo>
                  <a:pt x="7" y="1"/>
                  <a:pt x="12" y="0"/>
                  <a:pt x="16" y="0"/>
                </a:cubicBezTo>
                <a:cubicBezTo>
                  <a:pt x="20" y="0"/>
                  <a:pt x="24" y="1"/>
                  <a:pt x="27" y="4"/>
                </a:cubicBezTo>
                <a:cubicBezTo>
                  <a:pt x="30" y="7"/>
                  <a:pt x="31" y="11"/>
                  <a:pt x="31" y="15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4245120" y="1442160"/>
            <a:ext cx="11160" cy="11520"/>
          </a:xfrm>
          <a:custGeom>
            <a:avLst/>
            <a:gdLst/>
            <a:ahLst/>
            <a:rect l="0" t="0" r="r" b="b"/>
            <a:pathLst>
              <a:path w="31" h="32">
                <a:moveTo>
                  <a:pt x="31" y="15"/>
                </a:moveTo>
                <a:cubicBezTo>
                  <a:pt x="31" y="20"/>
                  <a:pt x="30" y="23"/>
                  <a:pt x="27" y="26"/>
                </a:cubicBezTo>
                <a:cubicBezTo>
                  <a:pt x="24" y="30"/>
                  <a:pt x="20" y="32"/>
                  <a:pt x="16" y="32"/>
                </a:cubicBezTo>
                <a:cubicBezTo>
                  <a:pt x="11" y="32"/>
                  <a:pt x="7" y="30"/>
                  <a:pt x="4" y="26"/>
                </a:cubicBezTo>
                <a:cubicBezTo>
                  <a:pt x="1" y="23"/>
                  <a:pt x="0" y="20"/>
                  <a:pt x="0" y="15"/>
                </a:cubicBezTo>
                <a:cubicBezTo>
                  <a:pt x="0" y="11"/>
                  <a:pt x="1" y="8"/>
                  <a:pt x="4" y="5"/>
                </a:cubicBezTo>
                <a:cubicBezTo>
                  <a:pt x="7" y="2"/>
                  <a:pt x="11" y="0"/>
                  <a:pt x="16" y="0"/>
                </a:cubicBezTo>
                <a:cubicBezTo>
                  <a:pt x="20" y="0"/>
                  <a:pt x="24" y="2"/>
                  <a:pt x="27" y="5"/>
                </a:cubicBezTo>
                <a:cubicBezTo>
                  <a:pt x="30" y="8"/>
                  <a:pt x="31" y="11"/>
                  <a:pt x="31" y="15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4224240" y="1454400"/>
            <a:ext cx="11160" cy="11160"/>
          </a:xfrm>
          <a:custGeom>
            <a:avLst/>
            <a:gdLst/>
            <a:ahLst/>
            <a:rect l="0" t="0" r="r" b="b"/>
            <a:pathLst>
              <a:path w="31" h="31">
                <a:moveTo>
                  <a:pt x="31" y="15"/>
                </a:moveTo>
                <a:cubicBezTo>
                  <a:pt x="31" y="19"/>
                  <a:pt x="30" y="23"/>
                  <a:pt x="27" y="27"/>
                </a:cubicBezTo>
                <a:cubicBezTo>
                  <a:pt x="24" y="30"/>
                  <a:pt x="20" y="31"/>
                  <a:pt x="16" y="31"/>
                </a:cubicBezTo>
                <a:cubicBezTo>
                  <a:pt x="12" y="31"/>
                  <a:pt x="7" y="30"/>
                  <a:pt x="4" y="27"/>
                </a:cubicBezTo>
                <a:cubicBezTo>
                  <a:pt x="1" y="23"/>
                  <a:pt x="0" y="19"/>
                  <a:pt x="0" y="15"/>
                </a:cubicBezTo>
                <a:cubicBezTo>
                  <a:pt x="0" y="11"/>
                  <a:pt x="1" y="7"/>
                  <a:pt x="4" y="4"/>
                </a:cubicBezTo>
                <a:cubicBezTo>
                  <a:pt x="7" y="1"/>
                  <a:pt x="12" y="0"/>
                  <a:pt x="16" y="0"/>
                </a:cubicBezTo>
                <a:cubicBezTo>
                  <a:pt x="20" y="0"/>
                  <a:pt x="24" y="1"/>
                  <a:pt x="27" y="4"/>
                </a:cubicBezTo>
                <a:cubicBezTo>
                  <a:pt x="30" y="7"/>
                  <a:pt x="31" y="11"/>
                  <a:pt x="31" y="15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4206960" y="1471320"/>
            <a:ext cx="11520" cy="11520"/>
          </a:xfrm>
          <a:custGeom>
            <a:avLst/>
            <a:gdLst/>
            <a:ahLst/>
            <a:rect l="0" t="0" r="r" b="b"/>
            <a:pathLst>
              <a:path w="32" h="32">
                <a:moveTo>
                  <a:pt x="32" y="16"/>
                </a:moveTo>
                <a:cubicBezTo>
                  <a:pt x="32" y="21"/>
                  <a:pt x="30" y="24"/>
                  <a:pt x="26" y="27"/>
                </a:cubicBezTo>
                <a:cubicBezTo>
                  <a:pt x="23" y="30"/>
                  <a:pt x="20" y="32"/>
                  <a:pt x="15" y="32"/>
                </a:cubicBezTo>
                <a:cubicBezTo>
                  <a:pt x="11" y="32"/>
                  <a:pt x="8" y="30"/>
                  <a:pt x="5" y="27"/>
                </a:cubicBezTo>
                <a:cubicBezTo>
                  <a:pt x="2" y="24"/>
                  <a:pt x="0" y="21"/>
                  <a:pt x="0" y="16"/>
                </a:cubicBezTo>
                <a:cubicBezTo>
                  <a:pt x="0" y="12"/>
                  <a:pt x="2" y="9"/>
                  <a:pt x="5" y="5"/>
                </a:cubicBezTo>
                <a:cubicBezTo>
                  <a:pt x="8" y="2"/>
                  <a:pt x="11" y="0"/>
                  <a:pt x="15" y="0"/>
                </a:cubicBezTo>
                <a:cubicBezTo>
                  <a:pt x="20" y="0"/>
                  <a:pt x="23" y="2"/>
                  <a:pt x="26" y="5"/>
                </a:cubicBezTo>
                <a:cubicBezTo>
                  <a:pt x="30" y="9"/>
                  <a:pt x="32" y="12"/>
                  <a:pt x="32" y="16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4195080" y="1492200"/>
            <a:ext cx="11160" cy="11520"/>
          </a:xfrm>
          <a:custGeom>
            <a:avLst/>
            <a:gdLst/>
            <a:ahLst/>
            <a:rect l="0" t="0" r="r" b="b"/>
            <a:pathLst>
              <a:path w="31" h="32">
                <a:moveTo>
                  <a:pt x="31" y="17"/>
                </a:moveTo>
                <a:cubicBezTo>
                  <a:pt x="31" y="21"/>
                  <a:pt x="30" y="25"/>
                  <a:pt x="27" y="27"/>
                </a:cubicBezTo>
                <a:cubicBezTo>
                  <a:pt x="24" y="30"/>
                  <a:pt x="20" y="32"/>
                  <a:pt x="16" y="32"/>
                </a:cubicBezTo>
                <a:cubicBezTo>
                  <a:pt x="12" y="32"/>
                  <a:pt x="8" y="30"/>
                  <a:pt x="5" y="27"/>
                </a:cubicBezTo>
                <a:cubicBezTo>
                  <a:pt x="1" y="25"/>
                  <a:pt x="0" y="21"/>
                  <a:pt x="0" y="17"/>
                </a:cubicBezTo>
                <a:cubicBezTo>
                  <a:pt x="0" y="12"/>
                  <a:pt x="1" y="8"/>
                  <a:pt x="5" y="5"/>
                </a:cubicBezTo>
                <a:cubicBezTo>
                  <a:pt x="8" y="2"/>
                  <a:pt x="12" y="0"/>
                  <a:pt x="16" y="0"/>
                </a:cubicBezTo>
                <a:cubicBezTo>
                  <a:pt x="20" y="0"/>
                  <a:pt x="24" y="2"/>
                  <a:pt x="27" y="5"/>
                </a:cubicBezTo>
                <a:cubicBezTo>
                  <a:pt x="30" y="8"/>
                  <a:pt x="31" y="12"/>
                  <a:pt x="31" y="17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4188600" y="1515600"/>
            <a:ext cx="11520" cy="11520"/>
          </a:xfrm>
          <a:custGeom>
            <a:avLst/>
            <a:gdLst/>
            <a:ahLst/>
            <a:rect l="0" t="0" r="r" b="b"/>
            <a:pathLst>
              <a:path w="32" h="32">
                <a:moveTo>
                  <a:pt x="32" y="17"/>
                </a:moveTo>
                <a:cubicBezTo>
                  <a:pt x="32" y="21"/>
                  <a:pt x="30" y="24"/>
                  <a:pt x="27" y="27"/>
                </a:cubicBezTo>
                <a:cubicBezTo>
                  <a:pt x="24" y="30"/>
                  <a:pt x="21" y="32"/>
                  <a:pt x="15" y="32"/>
                </a:cubicBezTo>
                <a:cubicBezTo>
                  <a:pt x="11" y="32"/>
                  <a:pt x="8" y="30"/>
                  <a:pt x="5" y="27"/>
                </a:cubicBezTo>
                <a:cubicBezTo>
                  <a:pt x="2" y="24"/>
                  <a:pt x="0" y="21"/>
                  <a:pt x="0" y="17"/>
                </a:cubicBezTo>
                <a:cubicBezTo>
                  <a:pt x="0" y="12"/>
                  <a:pt x="2" y="9"/>
                  <a:pt x="5" y="6"/>
                </a:cubicBezTo>
                <a:cubicBezTo>
                  <a:pt x="8" y="2"/>
                  <a:pt x="11" y="0"/>
                  <a:pt x="15" y="0"/>
                </a:cubicBezTo>
                <a:cubicBezTo>
                  <a:pt x="21" y="0"/>
                  <a:pt x="24" y="2"/>
                  <a:pt x="27" y="6"/>
                </a:cubicBezTo>
                <a:cubicBezTo>
                  <a:pt x="30" y="9"/>
                  <a:pt x="32" y="12"/>
                  <a:pt x="32" y="17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4188600" y="1540080"/>
            <a:ext cx="11520" cy="11160"/>
          </a:xfrm>
          <a:custGeom>
            <a:avLst/>
            <a:gdLst/>
            <a:ahLst/>
            <a:rect l="0" t="0" r="r" b="b"/>
            <a:pathLst>
              <a:path w="32" h="31">
                <a:moveTo>
                  <a:pt x="32" y="15"/>
                </a:moveTo>
                <a:cubicBezTo>
                  <a:pt x="32" y="19"/>
                  <a:pt x="30" y="23"/>
                  <a:pt x="27" y="26"/>
                </a:cubicBezTo>
                <a:cubicBezTo>
                  <a:pt x="24" y="30"/>
                  <a:pt x="21" y="31"/>
                  <a:pt x="15" y="31"/>
                </a:cubicBezTo>
                <a:cubicBezTo>
                  <a:pt x="11" y="31"/>
                  <a:pt x="8" y="30"/>
                  <a:pt x="5" y="26"/>
                </a:cubicBezTo>
                <a:cubicBezTo>
                  <a:pt x="2" y="23"/>
                  <a:pt x="0" y="19"/>
                  <a:pt x="0" y="15"/>
                </a:cubicBezTo>
                <a:cubicBezTo>
                  <a:pt x="0" y="11"/>
                  <a:pt x="2" y="7"/>
                  <a:pt x="5" y="4"/>
                </a:cubicBezTo>
                <a:cubicBezTo>
                  <a:pt x="8" y="1"/>
                  <a:pt x="11" y="0"/>
                  <a:pt x="15" y="0"/>
                </a:cubicBezTo>
                <a:cubicBezTo>
                  <a:pt x="21" y="0"/>
                  <a:pt x="24" y="1"/>
                  <a:pt x="27" y="4"/>
                </a:cubicBezTo>
                <a:cubicBezTo>
                  <a:pt x="30" y="7"/>
                  <a:pt x="32" y="11"/>
                  <a:pt x="32" y="15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4195080" y="1563480"/>
            <a:ext cx="11160" cy="11160"/>
          </a:xfrm>
          <a:custGeom>
            <a:avLst/>
            <a:gdLst/>
            <a:ahLst/>
            <a:rect l="0" t="0" r="r" b="b"/>
            <a:pathLst>
              <a:path w="31" h="31">
                <a:moveTo>
                  <a:pt x="31" y="15"/>
                </a:moveTo>
                <a:cubicBezTo>
                  <a:pt x="31" y="19"/>
                  <a:pt x="30" y="24"/>
                  <a:pt x="27" y="27"/>
                </a:cubicBezTo>
                <a:cubicBezTo>
                  <a:pt x="24" y="30"/>
                  <a:pt x="20" y="31"/>
                  <a:pt x="16" y="31"/>
                </a:cubicBezTo>
                <a:cubicBezTo>
                  <a:pt x="12" y="31"/>
                  <a:pt x="8" y="30"/>
                  <a:pt x="5" y="27"/>
                </a:cubicBezTo>
                <a:cubicBezTo>
                  <a:pt x="1" y="24"/>
                  <a:pt x="0" y="19"/>
                  <a:pt x="0" y="15"/>
                </a:cubicBezTo>
                <a:cubicBezTo>
                  <a:pt x="0" y="11"/>
                  <a:pt x="1" y="7"/>
                  <a:pt x="5" y="4"/>
                </a:cubicBezTo>
                <a:cubicBezTo>
                  <a:pt x="8" y="1"/>
                  <a:pt x="12" y="0"/>
                  <a:pt x="16" y="0"/>
                </a:cubicBezTo>
                <a:cubicBezTo>
                  <a:pt x="20" y="0"/>
                  <a:pt x="24" y="1"/>
                  <a:pt x="27" y="4"/>
                </a:cubicBezTo>
                <a:cubicBezTo>
                  <a:pt x="30" y="7"/>
                  <a:pt x="31" y="11"/>
                  <a:pt x="31" y="15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4206960" y="1584360"/>
            <a:ext cx="11520" cy="11160"/>
          </a:xfrm>
          <a:custGeom>
            <a:avLst/>
            <a:gdLst/>
            <a:ahLst/>
            <a:rect l="0" t="0" r="r" b="b"/>
            <a:pathLst>
              <a:path w="32" h="31">
                <a:moveTo>
                  <a:pt x="32" y="15"/>
                </a:moveTo>
                <a:cubicBezTo>
                  <a:pt x="32" y="19"/>
                  <a:pt x="30" y="23"/>
                  <a:pt x="26" y="27"/>
                </a:cubicBezTo>
                <a:cubicBezTo>
                  <a:pt x="23" y="30"/>
                  <a:pt x="20" y="31"/>
                  <a:pt x="15" y="31"/>
                </a:cubicBezTo>
                <a:cubicBezTo>
                  <a:pt x="11" y="31"/>
                  <a:pt x="8" y="30"/>
                  <a:pt x="5" y="27"/>
                </a:cubicBezTo>
                <a:cubicBezTo>
                  <a:pt x="2" y="23"/>
                  <a:pt x="0" y="19"/>
                  <a:pt x="0" y="15"/>
                </a:cubicBezTo>
                <a:cubicBezTo>
                  <a:pt x="0" y="11"/>
                  <a:pt x="2" y="7"/>
                  <a:pt x="5" y="4"/>
                </a:cubicBezTo>
                <a:cubicBezTo>
                  <a:pt x="8" y="1"/>
                  <a:pt x="11" y="0"/>
                  <a:pt x="15" y="0"/>
                </a:cubicBezTo>
                <a:cubicBezTo>
                  <a:pt x="20" y="0"/>
                  <a:pt x="23" y="1"/>
                  <a:pt x="26" y="4"/>
                </a:cubicBezTo>
                <a:cubicBezTo>
                  <a:pt x="30" y="7"/>
                  <a:pt x="32" y="11"/>
                  <a:pt x="32" y="15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4224240" y="1601280"/>
            <a:ext cx="11160" cy="11520"/>
          </a:xfrm>
          <a:custGeom>
            <a:avLst/>
            <a:gdLst/>
            <a:ahLst/>
            <a:rect l="0" t="0" r="r" b="b"/>
            <a:pathLst>
              <a:path w="31" h="32">
                <a:moveTo>
                  <a:pt x="31" y="17"/>
                </a:moveTo>
                <a:cubicBezTo>
                  <a:pt x="31" y="21"/>
                  <a:pt x="30" y="25"/>
                  <a:pt x="27" y="27"/>
                </a:cubicBezTo>
                <a:cubicBezTo>
                  <a:pt x="24" y="30"/>
                  <a:pt x="20" y="32"/>
                  <a:pt x="16" y="32"/>
                </a:cubicBezTo>
                <a:cubicBezTo>
                  <a:pt x="12" y="32"/>
                  <a:pt x="7" y="30"/>
                  <a:pt x="4" y="27"/>
                </a:cubicBezTo>
                <a:cubicBezTo>
                  <a:pt x="1" y="25"/>
                  <a:pt x="0" y="21"/>
                  <a:pt x="0" y="17"/>
                </a:cubicBezTo>
                <a:cubicBezTo>
                  <a:pt x="0" y="12"/>
                  <a:pt x="1" y="9"/>
                  <a:pt x="4" y="5"/>
                </a:cubicBezTo>
                <a:cubicBezTo>
                  <a:pt x="7" y="2"/>
                  <a:pt x="12" y="0"/>
                  <a:pt x="16" y="0"/>
                </a:cubicBezTo>
                <a:cubicBezTo>
                  <a:pt x="20" y="0"/>
                  <a:pt x="24" y="2"/>
                  <a:pt x="27" y="5"/>
                </a:cubicBezTo>
                <a:cubicBezTo>
                  <a:pt x="30" y="9"/>
                  <a:pt x="31" y="12"/>
                  <a:pt x="31" y="17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4245120" y="1613520"/>
            <a:ext cx="11160" cy="11520"/>
          </a:xfrm>
          <a:custGeom>
            <a:avLst/>
            <a:gdLst/>
            <a:ahLst/>
            <a:rect l="0" t="0" r="r" b="b"/>
            <a:pathLst>
              <a:path w="31" h="32">
                <a:moveTo>
                  <a:pt x="31" y="16"/>
                </a:moveTo>
                <a:cubicBezTo>
                  <a:pt x="31" y="20"/>
                  <a:pt x="30" y="24"/>
                  <a:pt x="27" y="27"/>
                </a:cubicBezTo>
                <a:cubicBezTo>
                  <a:pt x="24" y="30"/>
                  <a:pt x="20" y="32"/>
                  <a:pt x="16" y="32"/>
                </a:cubicBezTo>
                <a:cubicBezTo>
                  <a:pt x="11" y="32"/>
                  <a:pt x="7" y="30"/>
                  <a:pt x="4" y="27"/>
                </a:cubicBezTo>
                <a:cubicBezTo>
                  <a:pt x="1" y="24"/>
                  <a:pt x="0" y="20"/>
                  <a:pt x="0" y="16"/>
                </a:cubicBezTo>
                <a:cubicBezTo>
                  <a:pt x="0" y="12"/>
                  <a:pt x="1" y="8"/>
                  <a:pt x="4" y="5"/>
                </a:cubicBezTo>
                <a:cubicBezTo>
                  <a:pt x="7" y="1"/>
                  <a:pt x="11" y="0"/>
                  <a:pt x="16" y="0"/>
                </a:cubicBezTo>
                <a:cubicBezTo>
                  <a:pt x="20" y="0"/>
                  <a:pt x="24" y="1"/>
                  <a:pt x="27" y="5"/>
                </a:cubicBezTo>
                <a:cubicBezTo>
                  <a:pt x="30" y="8"/>
                  <a:pt x="31" y="12"/>
                  <a:pt x="31" y="16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4268520" y="1619640"/>
            <a:ext cx="11160" cy="11520"/>
          </a:xfrm>
          <a:custGeom>
            <a:avLst/>
            <a:gdLst/>
            <a:ahLst/>
            <a:rect l="0" t="0" r="r" b="b"/>
            <a:pathLst>
              <a:path w="31" h="32">
                <a:moveTo>
                  <a:pt x="31" y="17"/>
                </a:moveTo>
                <a:cubicBezTo>
                  <a:pt x="31" y="21"/>
                  <a:pt x="30" y="24"/>
                  <a:pt x="27" y="27"/>
                </a:cubicBezTo>
                <a:cubicBezTo>
                  <a:pt x="24" y="30"/>
                  <a:pt x="20" y="32"/>
                  <a:pt x="16" y="32"/>
                </a:cubicBezTo>
                <a:cubicBezTo>
                  <a:pt x="12" y="32"/>
                  <a:pt x="7" y="30"/>
                  <a:pt x="4" y="27"/>
                </a:cubicBezTo>
                <a:cubicBezTo>
                  <a:pt x="1" y="24"/>
                  <a:pt x="0" y="21"/>
                  <a:pt x="0" y="17"/>
                </a:cubicBezTo>
                <a:cubicBezTo>
                  <a:pt x="0" y="11"/>
                  <a:pt x="1" y="8"/>
                  <a:pt x="4" y="5"/>
                </a:cubicBezTo>
                <a:cubicBezTo>
                  <a:pt x="7" y="2"/>
                  <a:pt x="12" y="0"/>
                  <a:pt x="16" y="0"/>
                </a:cubicBezTo>
                <a:cubicBezTo>
                  <a:pt x="20" y="0"/>
                  <a:pt x="24" y="2"/>
                  <a:pt x="27" y="5"/>
                </a:cubicBezTo>
                <a:cubicBezTo>
                  <a:pt x="30" y="8"/>
                  <a:pt x="31" y="11"/>
                  <a:pt x="31" y="17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4292640" y="1619640"/>
            <a:ext cx="11880" cy="11520"/>
          </a:xfrm>
          <a:custGeom>
            <a:avLst/>
            <a:gdLst/>
            <a:ahLst/>
            <a:rect l="0" t="0" r="r" b="b"/>
            <a:pathLst>
              <a:path w="33" h="32">
                <a:moveTo>
                  <a:pt x="33" y="17"/>
                </a:moveTo>
                <a:cubicBezTo>
                  <a:pt x="33" y="21"/>
                  <a:pt x="30" y="24"/>
                  <a:pt x="27" y="27"/>
                </a:cubicBezTo>
                <a:cubicBezTo>
                  <a:pt x="24" y="30"/>
                  <a:pt x="21" y="32"/>
                  <a:pt x="16" y="32"/>
                </a:cubicBezTo>
                <a:cubicBezTo>
                  <a:pt x="12" y="32"/>
                  <a:pt x="9" y="30"/>
                  <a:pt x="6" y="27"/>
                </a:cubicBezTo>
                <a:cubicBezTo>
                  <a:pt x="3" y="24"/>
                  <a:pt x="0" y="21"/>
                  <a:pt x="0" y="17"/>
                </a:cubicBezTo>
                <a:cubicBezTo>
                  <a:pt x="0" y="11"/>
                  <a:pt x="3" y="8"/>
                  <a:pt x="6" y="5"/>
                </a:cubicBezTo>
                <a:cubicBezTo>
                  <a:pt x="9" y="2"/>
                  <a:pt x="12" y="0"/>
                  <a:pt x="16" y="0"/>
                </a:cubicBezTo>
                <a:cubicBezTo>
                  <a:pt x="21" y="0"/>
                  <a:pt x="24" y="2"/>
                  <a:pt x="27" y="5"/>
                </a:cubicBezTo>
                <a:cubicBezTo>
                  <a:pt x="30" y="8"/>
                  <a:pt x="33" y="11"/>
                  <a:pt x="33" y="17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4316040" y="1613520"/>
            <a:ext cx="11520" cy="11520"/>
          </a:xfrm>
          <a:custGeom>
            <a:avLst/>
            <a:gdLst/>
            <a:ahLst/>
            <a:rect l="0" t="0" r="r" b="b"/>
            <a:pathLst>
              <a:path w="32" h="32">
                <a:moveTo>
                  <a:pt x="32" y="16"/>
                </a:moveTo>
                <a:cubicBezTo>
                  <a:pt x="32" y="20"/>
                  <a:pt x="30" y="24"/>
                  <a:pt x="27" y="27"/>
                </a:cubicBezTo>
                <a:cubicBezTo>
                  <a:pt x="23" y="30"/>
                  <a:pt x="20" y="32"/>
                  <a:pt x="15" y="32"/>
                </a:cubicBezTo>
                <a:cubicBezTo>
                  <a:pt x="11" y="32"/>
                  <a:pt x="8" y="30"/>
                  <a:pt x="5" y="27"/>
                </a:cubicBezTo>
                <a:cubicBezTo>
                  <a:pt x="2" y="24"/>
                  <a:pt x="0" y="20"/>
                  <a:pt x="0" y="16"/>
                </a:cubicBezTo>
                <a:cubicBezTo>
                  <a:pt x="0" y="12"/>
                  <a:pt x="2" y="8"/>
                  <a:pt x="5" y="5"/>
                </a:cubicBezTo>
                <a:cubicBezTo>
                  <a:pt x="8" y="1"/>
                  <a:pt x="11" y="0"/>
                  <a:pt x="15" y="0"/>
                </a:cubicBezTo>
                <a:cubicBezTo>
                  <a:pt x="20" y="0"/>
                  <a:pt x="23" y="1"/>
                  <a:pt x="27" y="5"/>
                </a:cubicBezTo>
                <a:cubicBezTo>
                  <a:pt x="30" y="8"/>
                  <a:pt x="32" y="12"/>
                  <a:pt x="32" y="16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4336920" y="1601280"/>
            <a:ext cx="11520" cy="11520"/>
          </a:xfrm>
          <a:custGeom>
            <a:avLst/>
            <a:gdLst/>
            <a:ahLst/>
            <a:rect l="0" t="0" r="r" b="b"/>
            <a:pathLst>
              <a:path w="32" h="32">
                <a:moveTo>
                  <a:pt x="32" y="17"/>
                </a:moveTo>
                <a:cubicBezTo>
                  <a:pt x="32" y="21"/>
                  <a:pt x="30" y="25"/>
                  <a:pt x="26" y="27"/>
                </a:cubicBezTo>
                <a:cubicBezTo>
                  <a:pt x="23" y="30"/>
                  <a:pt x="20" y="32"/>
                  <a:pt x="16" y="32"/>
                </a:cubicBezTo>
                <a:cubicBezTo>
                  <a:pt x="11" y="32"/>
                  <a:pt x="8" y="30"/>
                  <a:pt x="5" y="27"/>
                </a:cubicBezTo>
                <a:cubicBezTo>
                  <a:pt x="2" y="25"/>
                  <a:pt x="0" y="21"/>
                  <a:pt x="0" y="17"/>
                </a:cubicBezTo>
                <a:cubicBezTo>
                  <a:pt x="0" y="12"/>
                  <a:pt x="2" y="9"/>
                  <a:pt x="5" y="5"/>
                </a:cubicBezTo>
                <a:cubicBezTo>
                  <a:pt x="8" y="2"/>
                  <a:pt x="11" y="0"/>
                  <a:pt x="16" y="0"/>
                </a:cubicBezTo>
                <a:cubicBezTo>
                  <a:pt x="20" y="0"/>
                  <a:pt x="23" y="2"/>
                  <a:pt x="26" y="5"/>
                </a:cubicBezTo>
                <a:cubicBezTo>
                  <a:pt x="30" y="9"/>
                  <a:pt x="32" y="12"/>
                  <a:pt x="32" y="17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4354200" y="1584360"/>
            <a:ext cx="11160" cy="11160"/>
          </a:xfrm>
          <a:custGeom>
            <a:avLst/>
            <a:gdLst/>
            <a:ahLst/>
            <a:rect l="0" t="0" r="r" b="b"/>
            <a:pathLst>
              <a:path w="31" h="31">
                <a:moveTo>
                  <a:pt x="31" y="15"/>
                </a:moveTo>
                <a:cubicBezTo>
                  <a:pt x="31" y="19"/>
                  <a:pt x="30" y="23"/>
                  <a:pt x="27" y="27"/>
                </a:cubicBezTo>
                <a:cubicBezTo>
                  <a:pt x="24" y="30"/>
                  <a:pt x="20" y="31"/>
                  <a:pt x="16" y="31"/>
                </a:cubicBezTo>
                <a:cubicBezTo>
                  <a:pt x="12" y="31"/>
                  <a:pt x="7" y="30"/>
                  <a:pt x="4" y="27"/>
                </a:cubicBezTo>
                <a:cubicBezTo>
                  <a:pt x="1" y="23"/>
                  <a:pt x="0" y="19"/>
                  <a:pt x="0" y="15"/>
                </a:cubicBezTo>
                <a:cubicBezTo>
                  <a:pt x="0" y="11"/>
                  <a:pt x="1" y="7"/>
                  <a:pt x="4" y="4"/>
                </a:cubicBezTo>
                <a:cubicBezTo>
                  <a:pt x="7" y="1"/>
                  <a:pt x="12" y="0"/>
                  <a:pt x="16" y="0"/>
                </a:cubicBezTo>
                <a:cubicBezTo>
                  <a:pt x="20" y="0"/>
                  <a:pt x="24" y="1"/>
                  <a:pt x="27" y="4"/>
                </a:cubicBezTo>
                <a:cubicBezTo>
                  <a:pt x="30" y="7"/>
                  <a:pt x="31" y="11"/>
                  <a:pt x="31" y="15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4366080" y="1563480"/>
            <a:ext cx="11520" cy="11160"/>
          </a:xfrm>
          <a:custGeom>
            <a:avLst/>
            <a:gdLst/>
            <a:ahLst/>
            <a:rect l="0" t="0" r="r" b="b"/>
            <a:pathLst>
              <a:path w="32" h="31">
                <a:moveTo>
                  <a:pt x="32" y="15"/>
                </a:moveTo>
                <a:cubicBezTo>
                  <a:pt x="32" y="19"/>
                  <a:pt x="30" y="24"/>
                  <a:pt x="28" y="27"/>
                </a:cubicBezTo>
                <a:cubicBezTo>
                  <a:pt x="25" y="30"/>
                  <a:pt x="21" y="31"/>
                  <a:pt x="17" y="31"/>
                </a:cubicBezTo>
                <a:cubicBezTo>
                  <a:pt x="12" y="31"/>
                  <a:pt x="9" y="30"/>
                  <a:pt x="5" y="27"/>
                </a:cubicBezTo>
                <a:cubicBezTo>
                  <a:pt x="2" y="24"/>
                  <a:pt x="0" y="19"/>
                  <a:pt x="0" y="15"/>
                </a:cubicBezTo>
                <a:cubicBezTo>
                  <a:pt x="0" y="11"/>
                  <a:pt x="2" y="7"/>
                  <a:pt x="5" y="4"/>
                </a:cubicBezTo>
                <a:cubicBezTo>
                  <a:pt x="9" y="1"/>
                  <a:pt x="12" y="0"/>
                  <a:pt x="17" y="0"/>
                </a:cubicBezTo>
                <a:cubicBezTo>
                  <a:pt x="21" y="0"/>
                  <a:pt x="25" y="1"/>
                  <a:pt x="28" y="4"/>
                </a:cubicBezTo>
                <a:cubicBezTo>
                  <a:pt x="30" y="7"/>
                  <a:pt x="32" y="11"/>
                  <a:pt x="32" y="15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4372560" y="1540080"/>
            <a:ext cx="11160" cy="11160"/>
          </a:xfrm>
          <a:custGeom>
            <a:avLst/>
            <a:gdLst/>
            <a:ahLst/>
            <a:rect l="0" t="0" r="r" b="b"/>
            <a:pathLst>
              <a:path w="31" h="31">
                <a:moveTo>
                  <a:pt x="31" y="15"/>
                </a:moveTo>
                <a:cubicBezTo>
                  <a:pt x="31" y="19"/>
                  <a:pt x="30" y="23"/>
                  <a:pt x="27" y="26"/>
                </a:cubicBezTo>
                <a:cubicBezTo>
                  <a:pt x="24" y="30"/>
                  <a:pt x="20" y="31"/>
                  <a:pt x="15" y="31"/>
                </a:cubicBezTo>
                <a:cubicBezTo>
                  <a:pt x="11" y="31"/>
                  <a:pt x="7" y="30"/>
                  <a:pt x="4" y="26"/>
                </a:cubicBezTo>
                <a:cubicBezTo>
                  <a:pt x="1" y="23"/>
                  <a:pt x="0" y="19"/>
                  <a:pt x="0" y="15"/>
                </a:cubicBezTo>
                <a:cubicBezTo>
                  <a:pt x="0" y="11"/>
                  <a:pt x="1" y="7"/>
                  <a:pt x="4" y="4"/>
                </a:cubicBezTo>
                <a:cubicBezTo>
                  <a:pt x="7" y="1"/>
                  <a:pt x="11" y="0"/>
                  <a:pt x="15" y="0"/>
                </a:cubicBezTo>
                <a:cubicBezTo>
                  <a:pt x="20" y="0"/>
                  <a:pt x="24" y="1"/>
                  <a:pt x="27" y="4"/>
                </a:cubicBezTo>
                <a:cubicBezTo>
                  <a:pt x="30" y="7"/>
                  <a:pt x="31" y="11"/>
                  <a:pt x="31" y="15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4372560" y="1515600"/>
            <a:ext cx="11160" cy="11520"/>
          </a:xfrm>
          <a:custGeom>
            <a:avLst/>
            <a:gdLst/>
            <a:ahLst/>
            <a:rect l="0" t="0" r="r" b="b"/>
            <a:pathLst>
              <a:path w="31" h="32">
                <a:moveTo>
                  <a:pt x="31" y="17"/>
                </a:moveTo>
                <a:cubicBezTo>
                  <a:pt x="31" y="21"/>
                  <a:pt x="30" y="24"/>
                  <a:pt x="27" y="27"/>
                </a:cubicBezTo>
                <a:cubicBezTo>
                  <a:pt x="24" y="30"/>
                  <a:pt x="20" y="32"/>
                  <a:pt x="15" y="32"/>
                </a:cubicBezTo>
                <a:cubicBezTo>
                  <a:pt x="11" y="32"/>
                  <a:pt x="7" y="30"/>
                  <a:pt x="4" y="27"/>
                </a:cubicBezTo>
                <a:cubicBezTo>
                  <a:pt x="1" y="24"/>
                  <a:pt x="0" y="21"/>
                  <a:pt x="0" y="17"/>
                </a:cubicBezTo>
                <a:cubicBezTo>
                  <a:pt x="0" y="12"/>
                  <a:pt x="1" y="9"/>
                  <a:pt x="4" y="6"/>
                </a:cubicBezTo>
                <a:cubicBezTo>
                  <a:pt x="7" y="2"/>
                  <a:pt x="11" y="0"/>
                  <a:pt x="15" y="0"/>
                </a:cubicBezTo>
                <a:cubicBezTo>
                  <a:pt x="20" y="0"/>
                  <a:pt x="24" y="2"/>
                  <a:pt x="27" y="6"/>
                </a:cubicBezTo>
                <a:cubicBezTo>
                  <a:pt x="30" y="9"/>
                  <a:pt x="31" y="12"/>
                  <a:pt x="31" y="17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4366080" y="1492200"/>
            <a:ext cx="11520" cy="11520"/>
          </a:xfrm>
          <a:custGeom>
            <a:avLst/>
            <a:gdLst/>
            <a:ahLst/>
            <a:rect l="0" t="0" r="r" b="b"/>
            <a:pathLst>
              <a:path w="32" h="32">
                <a:moveTo>
                  <a:pt x="32" y="17"/>
                </a:moveTo>
                <a:cubicBezTo>
                  <a:pt x="32" y="21"/>
                  <a:pt x="30" y="25"/>
                  <a:pt x="28" y="27"/>
                </a:cubicBezTo>
                <a:cubicBezTo>
                  <a:pt x="25" y="30"/>
                  <a:pt x="21" y="32"/>
                  <a:pt x="17" y="32"/>
                </a:cubicBezTo>
                <a:cubicBezTo>
                  <a:pt x="12" y="32"/>
                  <a:pt x="9" y="30"/>
                  <a:pt x="5" y="27"/>
                </a:cubicBezTo>
                <a:cubicBezTo>
                  <a:pt x="2" y="25"/>
                  <a:pt x="0" y="21"/>
                  <a:pt x="0" y="17"/>
                </a:cubicBezTo>
                <a:cubicBezTo>
                  <a:pt x="0" y="12"/>
                  <a:pt x="2" y="8"/>
                  <a:pt x="5" y="5"/>
                </a:cubicBezTo>
                <a:cubicBezTo>
                  <a:pt x="9" y="2"/>
                  <a:pt x="12" y="0"/>
                  <a:pt x="17" y="0"/>
                </a:cubicBezTo>
                <a:cubicBezTo>
                  <a:pt x="21" y="0"/>
                  <a:pt x="25" y="2"/>
                  <a:pt x="28" y="5"/>
                </a:cubicBezTo>
                <a:cubicBezTo>
                  <a:pt x="30" y="8"/>
                  <a:pt x="32" y="12"/>
                  <a:pt x="32" y="17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4354200" y="1471320"/>
            <a:ext cx="11160" cy="11520"/>
          </a:xfrm>
          <a:custGeom>
            <a:avLst/>
            <a:gdLst/>
            <a:ahLst/>
            <a:rect l="0" t="0" r="r" b="b"/>
            <a:pathLst>
              <a:path w="31" h="32">
                <a:moveTo>
                  <a:pt x="31" y="16"/>
                </a:moveTo>
                <a:cubicBezTo>
                  <a:pt x="31" y="21"/>
                  <a:pt x="30" y="24"/>
                  <a:pt x="27" y="27"/>
                </a:cubicBezTo>
                <a:cubicBezTo>
                  <a:pt x="24" y="30"/>
                  <a:pt x="20" y="32"/>
                  <a:pt x="16" y="32"/>
                </a:cubicBezTo>
                <a:cubicBezTo>
                  <a:pt x="12" y="32"/>
                  <a:pt x="7" y="30"/>
                  <a:pt x="4" y="27"/>
                </a:cubicBezTo>
                <a:cubicBezTo>
                  <a:pt x="1" y="24"/>
                  <a:pt x="0" y="21"/>
                  <a:pt x="0" y="16"/>
                </a:cubicBezTo>
                <a:cubicBezTo>
                  <a:pt x="0" y="12"/>
                  <a:pt x="1" y="9"/>
                  <a:pt x="4" y="5"/>
                </a:cubicBezTo>
                <a:cubicBezTo>
                  <a:pt x="7" y="2"/>
                  <a:pt x="12" y="0"/>
                  <a:pt x="16" y="0"/>
                </a:cubicBezTo>
                <a:cubicBezTo>
                  <a:pt x="20" y="0"/>
                  <a:pt x="24" y="2"/>
                  <a:pt x="27" y="5"/>
                </a:cubicBezTo>
                <a:cubicBezTo>
                  <a:pt x="30" y="9"/>
                  <a:pt x="31" y="12"/>
                  <a:pt x="31" y="16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4336920" y="1454400"/>
            <a:ext cx="11520" cy="11160"/>
          </a:xfrm>
          <a:custGeom>
            <a:avLst/>
            <a:gdLst/>
            <a:ahLst/>
            <a:rect l="0" t="0" r="r" b="b"/>
            <a:pathLst>
              <a:path w="32" h="31">
                <a:moveTo>
                  <a:pt x="32" y="15"/>
                </a:moveTo>
                <a:cubicBezTo>
                  <a:pt x="32" y="19"/>
                  <a:pt x="30" y="23"/>
                  <a:pt x="26" y="27"/>
                </a:cubicBezTo>
                <a:cubicBezTo>
                  <a:pt x="23" y="30"/>
                  <a:pt x="20" y="31"/>
                  <a:pt x="16" y="31"/>
                </a:cubicBezTo>
                <a:cubicBezTo>
                  <a:pt x="11" y="31"/>
                  <a:pt x="8" y="30"/>
                  <a:pt x="5" y="27"/>
                </a:cubicBezTo>
                <a:cubicBezTo>
                  <a:pt x="2" y="23"/>
                  <a:pt x="0" y="19"/>
                  <a:pt x="0" y="15"/>
                </a:cubicBezTo>
                <a:cubicBezTo>
                  <a:pt x="0" y="11"/>
                  <a:pt x="2" y="7"/>
                  <a:pt x="5" y="4"/>
                </a:cubicBezTo>
                <a:cubicBezTo>
                  <a:pt x="8" y="1"/>
                  <a:pt x="11" y="0"/>
                  <a:pt x="16" y="0"/>
                </a:cubicBezTo>
                <a:cubicBezTo>
                  <a:pt x="20" y="0"/>
                  <a:pt x="23" y="1"/>
                  <a:pt x="26" y="4"/>
                </a:cubicBezTo>
                <a:cubicBezTo>
                  <a:pt x="30" y="7"/>
                  <a:pt x="32" y="11"/>
                  <a:pt x="32" y="15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4316040" y="1442160"/>
            <a:ext cx="11520" cy="11520"/>
          </a:xfrm>
          <a:custGeom>
            <a:avLst/>
            <a:gdLst/>
            <a:ahLst/>
            <a:rect l="0" t="0" r="r" b="b"/>
            <a:pathLst>
              <a:path w="32" h="32">
                <a:moveTo>
                  <a:pt x="32" y="15"/>
                </a:moveTo>
                <a:cubicBezTo>
                  <a:pt x="32" y="20"/>
                  <a:pt x="30" y="23"/>
                  <a:pt x="27" y="26"/>
                </a:cubicBezTo>
                <a:cubicBezTo>
                  <a:pt x="23" y="30"/>
                  <a:pt x="20" y="32"/>
                  <a:pt x="15" y="32"/>
                </a:cubicBezTo>
                <a:cubicBezTo>
                  <a:pt x="11" y="32"/>
                  <a:pt x="8" y="30"/>
                  <a:pt x="5" y="26"/>
                </a:cubicBezTo>
                <a:cubicBezTo>
                  <a:pt x="2" y="23"/>
                  <a:pt x="0" y="20"/>
                  <a:pt x="0" y="15"/>
                </a:cubicBezTo>
                <a:cubicBezTo>
                  <a:pt x="0" y="11"/>
                  <a:pt x="2" y="8"/>
                  <a:pt x="5" y="5"/>
                </a:cubicBezTo>
                <a:cubicBezTo>
                  <a:pt x="8" y="2"/>
                  <a:pt x="11" y="0"/>
                  <a:pt x="15" y="0"/>
                </a:cubicBezTo>
                <a:cubicBezTo>
                  <a:pt x="20" y="0"/>
                  <a:pt x="23" y="2"/>
                  <a:pt x="27" y="5"/>
                </a:cubicBezTo>
                <a:cubicBezTo>
                  <a:pt x="30" y="8"/>
                  <a:pt x="32" y="11"/>
                  <a:pt x="32" y="15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4292640" y="1436040"/>
            <a:ext cx="11880" cy="11160"/>
          </a:xfrm>
          <a:custGeom>
            <a:avLst/>
            <a:gdLst/>
            <a:ahLst/>
            <a:rect l="0" t="0" r="r" b="b"/>
            <a:pathLst>
              <a:path w="33" h="31">
                <a:moveTo>
                  <a:pt x="33" y="15"/>
                </a:moveTo>
                <a:cubicBezTo>
                  <a:pt x="33" y="20"/>
                  <a:pt x="30" y="24"/>
                  <a:pt x="27" y="27"/>
                </a:cubicBezTo>
                <a:cubicBezTo>
                  <a:pt x="24" y="30"/>
                  <a:pt x="21" y="31"/>
                  <a:pt x="16" y="31"/>
                </a:cubicBezTo>
                <a:cubicBezTo>
                  <a:pt x="12" y="31"/>
                  <a:pt x="9" y="30"/>
                  <a:pt x="6" y="27"/>
                </a:cubicBezTo>
                <a:cubicBezTo>
                  <a:pt x="3" y="24"/>
                  <a:pt x="0" y="20"/>
                  <a:pt x="0" y="15"/>
                </a:cubicBezTo>
                <a:cubicBezTo>
                  <a:pt x="0" y="11"/>
                  <a:pt x="3" y="7"/>
                  <a:pt x="6" y="4"/>
                </a:cubicBezTo>
                <a:cubicBezTo>
                  <a:pt x="9" y="1"/>
                  <a:pt x="12" y="0"/>
                  <a:pt x="16" y="0"/>
                </a:cubicBezTo>
                <a:cubicBezTo>
                  <a:pt x="21" y="0"/>
                  <a:pt x="24" y="1"/>
                  <a:pt x="27" y="4"/>
                </a:cubicBezTo>
                <a:cubicBezTo>
                  <a:pt x="30" y="7"/>
                  <a:pt x="33" y="11"/>
                  <a:pt x="33" y="15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4261320" y="1508400"/>
            <a:ext cx="50040" cy="50040"/>
          </a:xfrm>
          <a:custGeom>
            <a:avLst/>
            <a:gdLst/>
            <a:ahLst/>
            <a:rect l="0" t="0" r="r" b="b"/>
            <a:pathLst>
              <a:path w="139" h="139">
                <a:moveTo>
                  <a:pt x="139" y="69"/>
                </a:moveTo>
                <a:cubicBezTo>
                  <a:pt x="139" y="78"/>
                  <a:pt x="137" y="87"/>
                  <a:pt x="133" y="96"/>
                </a:cubicBezTo>
                <a:cubicBezTo>
                  <a:pt x="130" y="104"/>
                  <a:pt x="125" y="111"/>
                  <a:pt x="118" y="118"/>
                </a:cubicBezTo>
                <a:cubicBezTo>
                  <a:pt x="112" y="124"/>
                  <a:pt x="105" y="130"/>
                  <a:pt x="96" y="134"/>
                </a:cubicBezTo>
                <a:cubicBezTo>
                  <a:pt x="88" y="137"/>
                  <a:pt x="79" y="139"/>
                  <a:pt x="70" y="139"/>
                </a:cubicBezTo>
                <a:cubicBezTo>
                  <a:pt x="61" y="139"/>
                  <a:pt x="52" y="137"/>
                  <a:pt x="43" y="134"/>
                </a:cubicBezTo>
                <a:cubicBezTo>
                  <a:pt x="35" y="130"/>
                  <a:pt x="28" y="124"/>
                  <a:pt x="21" y="118"/>
                </a:cubicBezTo>
                <a:cubicBezTo>
                  <a:pt x="15" y="111"/>
                  <a:pt x="9" y="104"/>
                  <a:pt x="5" y="96"/>
                </a:cubicBezTo>
                <a:cubicBezTo>
                  <a:pt x="2" y="87"/>
                  <a:pt x="0" y="78"/>
                  <a:pt x="0" y="69"/>
                </a:cubicBezTo>
                <a:cubicBezTo>
                  <a:pt x="0" y="60"/>
                  <a:pt x="2" y="51"/>
                  <a:pt x="5" y="43"/>
                </a:cubicBezTo>
                <a:cubicBezTo>
                  <a:pt x="9" y="35"/>
                  <a:pt x="15" y="27"/>
                  <a:pt x="21" y="21"/>
                </a:cubicBezTo>
                <a:cubicBezTo>
                  <a:pt x="28" y="14"/>
                  <a:pt x="35" y="9"/>
                  <a:pt x="43" y="6"/>
                </a:cubicBezTo>
                <a:cubicBezTo>
                  <a:pt x="52" y="2"/>
                  <a:pt x="61" y="0"/>
                  <a:pt x="70" y="0"/>
                </a:cubicBezTo>
                <a:cubicBezTo>
                  <a:pt x="79" y="0"/>
                  <a:pt x="88" y="2"/>
                  <a:pt x="96" y="6"/>
                </a:cubicBezTo>
                <a:cubicBezTo>
                  <a:pt x="105" y="9"/>
                  <a:pt x="112" y="14"/>
                  <a:pt x="118" y="21"/>
                </a:cubicBezTo>
                <a:cubicBezTo>
                  <a:pt x="125" y="27"/>
                  <a:pt x="130" y="35"/>
                  <a:pt x="133" y="43"/>
                </a:cubicBezTo>
                <a:cubicBezTo>
                  <a:pt x="137" y="51"/>
                  <a:pt x="139" y="60"/>
                  <a:pt x="139" y="69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4831560" y="864720"/>
            <a:ext cx="3363480" cy="1317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7800" b="1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 PRAJA</a:t>
            </a:r>
            <a:endParaRPr lang="en-IN" sz="7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1804320" y="2386800"/>
            <a:ext cx="8039160" cy="710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20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AI-Powered Citizen Grievance &amp;</a:t>
            </a:r>
            <a:endParaRPr lang="en-IN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1428120" y="3129840"/>
            <a:ext cx="8688960" cy="710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20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Constituency Intelligence Platform</a:t>
            </a:r>
            <a:endParaRPr lang="en-IN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2476440" y="5476680"/>
            <a:ext cx="2486160" cy="514800"/>
          </a:xfrm>
          <a:custGeom>
            <a:avLst/>
            <a:gdLst/>
            <a:ahLst/>
            <a:rect l="0" t="0" r="r" b="b"/>
            <a:pathLst>
              <a:path w="6906" h="1430">
                <a:moveTo>
                  <a:pt x="0" y="900"/>
                </a:moveTo>
                <a:lnTo>
                  <a:pt x="0" y="529"/>
                </a:lnTo>
                <a:cubicBezTo>
                  <a:pt x="0" y="494"/>
                  <a:pt x="3" y="460"/>
                  <a:pt x="10" y="426"/>
                </a:cubicBezTo>
                <a:cubicBezTo>
                  <a:pt x="17" y="392"/>
                  <a:pt x="27" y="359"/>
                  <a:pt x="40" y="327"/>
                </a:cubicBezTo>
                <a:cubicBezTo>
                  <a:pt x="53" y="295"/>
                  <a:pt x="70" y="264"/>
                  <a:pt x="89" y="235"/>
                </a:cubicBezTo>
                <a:cubicBezTo>
                  <a:pt x="108" y="206"/>
                  <a:pt x="130" y="180"/>
                  <a:pt x="155" y="155"/>
                </a:cubicBezTo>
                <a:cubicBezTo>
                  <a:pt x="179" y="130"/>
                  <a:pt x="206" y="109"/>
                  <a:pt x="235" y="89"/>
                </a:cubicBezTo>
                <a:cubicBezTo>
                  <a:pt x="264" y="70"/>
                  <a:pt x="294" y="54"/>
                  <a:pt x="326" y="40"/>
                </a:cubicBezTo>
                <a:cubicBezTo>
                  <a:pt x="358" y="27"/>
                  <a:pt x="392" y="17"/>
                  <a:pt x="426" y="10"/>
                </a:cubicBezTo>
                <a:cubicBezTo>
                  <a:pt x="460" y="3"/>
                  <a:pt x="494" y="0"/>
                  <a:pt x="529" y="0"/>
                </a:cubicBezTo>
                <a:lnTo>
                  <a:pt x="6377" y="0"/>
                </a:lnTo>
                <a:cubicBezTo>
                  <a:pt x="6412" y="0"/>
                  <a:pt x="6446" y="3"/>
                  <a:pt x="6480" y="10"/>
                </a:cubicBezTo>
                <a:cubicBezTo>
                  <a:pt x="6514" y="17"/>
                  <a:pt x="6548" y="27"/>
                  <a:pt x="6580" y="40"/>
                </a:cubicBezTo>
                <a:cubicBezTo>
                  <a:pt x="6612" y="54"/>
                  <a:pt x="6642" y="70"/>
                  <a:pt x="6671" y="89"/>
                </a:cubicBezTo>
                <a:cubicBezTo>
                  <a:pt x="6700" y="109"/>
                  <a:pt x="6727" y="130"/>
                  <a:pt x="6751" y="155"/>
                </a:cubicBezTo>
                <a:cubicBezTo>
                  <a:pt x="6776" y="180"/>
                  <a:pt x="6798" y="206"/>
                  <a:pt x="6817" y="235"/>
                </a:cubicBezTo>
                <a:cubicBezTo>
                  <a:pt x="6836" y="264"/>
                  <a:pt x="6853" y="295"/>
                  <a:pt x="6866" y="327"/>
                </a:cubicBezTo>
                <a:cubicBezTo>
                  <a:pt x="6879" y="359"/>
                  <a:pt x="6889" y="392"/>
                  <a:pt x="6896" y="426"/>
                </a:cubicBezTo>
                <a:cubicBezTo>
                  <a:pt x="6903" y="460"/>
                  <a:pt x="6906" y="494"/>
                  <a:pt x="6906" y="529"/>
                </a:cubicBezTo>
                <a:lnTo>
                  <a:pt x="6906" y="900"/>
                </a:lnTo>
                <a:cubicBezTo>
                  <a:pt x="6906" y="934"/>
                  <a:pt x="6903" y="969"/>
                  <a:pt x="6896" y="1003"/>
                </a:cubicBezTo>
                <a:cubicBezTo>
                  <a:pt x="6889" y="1037"/>
                  <a:pt x="6879" y="1070"/>
                  <a:pt x="6866" y="1102"/>
                </a:cubicBezTo>
                <a:cubicBezTo>
                  <a:pt x="6853" y="1134"/>
                  <a:pt x="6836" y="1165"/>
                  <a:pt x="6817" y="1194"/>
                </a:cubicBezTo>
                <a:cubicBezTo>
                  <a:pt x="6798" y="1224"/>
                  <a:pt x="6776" y="1250"/>
                  <a:pt x="6751" y="1275"/>
                </a:cubicBezTo>
                <a:cubicBezTo>
                  <a:pt x="6727" y="1299"/>
                  <a:pt x="6700" y="1321"/>
                  <a:pt x="6671" y="1341"/>
                </a:cubicBezTo>
                <a:cubicBezTo>
                  <a:pt x="6642" y="1360"/>
                  <a:pt x="6612" y="1376"/>
                  <a:pt x="6580" y="1390"/>
                </a:cubicBezTo>
                <a:cubicBezTo>
                  <a:pt x="6548" y="1403"/>
                  <a:pt x="6514" y="1413"/>
                  <a:pt x="6480" y="1420"/>
                </a:cubicBezTo>
                <a:cubicBezTo>
                  <a:pt x="6446" y="1426"/>
                  <a:pt x="6412" y="1430"/>
                  <a:pt x="6377" y="1430"/>
                </a:cubicBezTo>
                <a:lnTo>
                  <a:pt x="529" y="1430"/>
                </a:lnTo>
                <a:cubicBezTo>
                  <a:pt x="494" y="1430"/>
                  <a:pt x="460" y="1426"/>
                  <a:pt x="426" y="1420"/>
                </a:cubicBezTo>
                <a:cubicBezTo>
                  <a:pt x="392" y="1413"/>
                  <a:pt x="358" y="1403"/>
                  <a:pt x="326" y="1390"/>
                </a:cubicBezTo>
                <a:cubicBezTo>
                  <a:pt x="294" y="1376"/>
                  <a:pt x="264" y="1360"/>
                  <a:pt x="235" y="1341"/>
                </a:cubicBezTo>
                <a:cubicBezTo>
                  <a:pt x="206" y="1321"/>
                  <a:pt x="179" y="1299"/>
                  <a:pt x="155" y="1275"/>
                </a:cubicBezTo>
                <a:cubicBezTo>
                  <a:pt x="130" y="1250"/>
                  <a:pt x="108" y="1224"/>
                  <a:pt x="89" y="1194"/>
                </a:cubicBezTo>
                <a:cubicBezTo>
                  <a:pt x="70" y="1165"/>
                  <a:pt x="53" y="1134"/>
                  <a:pt x="40" y="1102"/>
                </a:cubicBezTo>
                <a:cubicBezTo>
                  <a:pt x="27" y="1070"/>
                  <a:pt x="17" y="1037"/>
                  <a:pt x="10" y="1003"/>
                </a:cubicBezTo>
                <a:cubicBezTo>
                  <a:pt x="3" y="969"/>
                  <a:pt x="0" y="934"/>
                  <a:pt x="0" y="900"/>
                </a:cubicBez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1836360" y="4148280"/>
            <a:ext cx="7446600" cy="558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3300" b="0" i="1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India Innovates 2026 — Hackathon Entry</a:t>
            </a:r>
            <a:endParaRPr lang="en-IN" sz="3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2590560" y="5514840"/>
            <a:ext cx="1944000" cy="43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70" b="1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GrievanceOS</a:t>
            </a:r>
            <a:endParaRPr lang="en-IN" sz="25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5143320" y="5476680"/>
            <a:ext cx="1733760" cy="514800"/>
          </a:xfrm>
          <a:custGeom>
            <a:avLst/>
            <a:gdLst/>
            <a:ahLst/>
            <a:rect l="0" t="0" r="r" b="b"/>
            <a:pathLst>
              <a:path w="4816" h="1430">
                <a:moveTo>
                  <a:pt x="0" y="900"/>
                </a:moveTo>
                <a:lnTo>
                  <a:pt x="0" y="529"/>
                </a:lnTo>
                <a:cubicBezTo>
                  <a:pt x="0" y="494"/>
                  <a:pt x="3" y="460"/>
                  <a:pt x="10" y="426"/>
                </a:cubicBezTo>
                <a:cubicBezTo>
                  <a:pt x="17" y="392"/>
                  <a:pt x="27" y="359"/>
                  <a:pt x="40" y="327"/>
                </a:cubicBezTo>
                <a:cubicBezTo>
                  <a:pt x="54" y="295"/>
                  <a:pt x="70" y="264"/>
                  <a:pt x="89" y="235"/>
                </a:cubicBezTo>
                <a:cubicBezTo>
                  <a:pt x="108" y="206"/>
                  <a:pt x="130" y="180"/>
                  <a:pt x="155" y="155"/>
                </a:cubicBezTo>
                <a:cubicBezTo>
                  <a:pt x="180" y="130"/>
                  <a:pt x="206" y="109"/>
                  <a:pt x="235" y="89"/>
                </a:cubicBezTo>
                <a:cubicBezTo>
                  <a:pt x="264" y="70"/>
                  <a:pt x="295" y="54"/>
                  <a:pt x="327" y="40"/>
                </a:cubicBezTo>
                <a:cubicBezTo>
                  <a:pt x="359" y="27"/>
                  <a:pt x="392" y="17"/>
                  <a:pt x="426" y="10"/>
                </a:cubicBezTo>
                <a:cubicBezTo>
                  <a:pt x="460" y="3"/>
                  <a:pt x="494" y="0"/>
                  <a:pt x="529" y="0"/>
                </a:cubicBezTo>
                <a:lnTo>
                  <a:pt x="4287" y="0"/>
                </a:lnTo>
                <a:cubicBezTo>
                  <a:pt x="4322" y="0"/>
                  <a:pt x="4356" y="3"/>
                  <a:pt x="4390" y="10"/>
                </a:cubicBezTo>
                <a:cubicBezTo>
                  <a:pt x="4425" y="17"/>
                  <a:pt x="4458" y="27"/>
                  <a:pt x="4490" y="40"/>
                </a:cubicBezTo>
                <a:cubicBezTo>
                  <a:pt x="4522" y="54"/>
                  <a:pt x="4552" y="70"/>
                  <a:pt x="4581" y="89"/>
                </a:cubicBezTo>
                <a:cubicBezTo>
                  <a:pt x="4610" y="109"/>
                  <a:pt x="4637" y="130"/>
                  <a:pt x="4661" y="155"/>
                </a:cubicBezTo>
                <a:cubicBezTo>
                  <a:pt x="4686" y="180"/>
                  <a:pt x="4708" y="206"/>
                  <a:pt x="4727" y="235"/>
                </a:cubicBezTo>
                <a:cubicBezTo>
                  <a:pt x="4747" y="264"/>
                  <a:pt x="4763" y="295"/>
                  <a:pt x="4776" y="327"/>
                </a:cubicBezTo>
                <a:cubicBezTo>
                  <a:pt x="4789" y="359"/>
                  <a:pt x="4799" y="392"/>
                  <a:pt x="4806" y="426"/>
                </a:cubicBezTo>
                <a:cubicBezTo>
                  <a:pt x="4813" y="460"/>
                  <a:pt x="4816" y="494"/>
                  <a:pt x="4816" y="529"/>
                </a:cubicBezTo>
                <a:lnTo>
                  <a:pt x="4816" y="900"/>
                </a:lnTo>
                <a:cubicBezTo>
                  <a:pt x="4816" y="934"/>
                  <a:pt x="4813" y="969"/>
                  <a:pt x="4806" y="1003"/>
                </a:cubicBezTo>
                <a:cubicBezTo>
                  <a:pt x="4799" y="1037"/>
                  <a:pt x="4789" y="1070"/>
                  <a:pt x="4776" y="1102"/>
                </a:cubicBezTo>
                <a:cubicBezTo>
                  <a:pt x="4763" y="1134"/>
                  <a:pt x="4747" y="1165"/>
                  <a:pt x="4727" y="1194"/>
                </a:cubicBezTo>
                <a:cubicBezTo>
                  <a:pt x="4708" y="1224"/>
                  <a:pt x="4686" y="1250"/>
                  <a:pt x="4661" y="1275"/>
                </a:cubicBezTo>
                <a:cubicBezTo>
                  <a:pt x="4637" y="1299"/>
                  <a:pt x="4610" y="1321"/>
                  <a:pt x="4581" y="1341"/>
                </a:cubicBezTo>
                <a:cubicBezTo>
                  <a:pt x="4552" y="1360"/>
                  <a:pt x="4522" y="1376"/>
                  <a:pt x="4490" y="1390"/>
                </a:cubicBezTo>
                <a:cubicBezTo>
                  <a:pt x="4458" y="1403"/>
                  <a:pt x="4425" y="1413"/>
                  <a:pt x="4390" y="1420"/>
                </a:cubicBezTo>
                <a:cubicBezTo>
                  <a:pt x="4356" y="1426"/>
                  <a:pt x="4322" y="1430"/>
                  <a:pt x="4287" y="1430"/>
                </a:cubicBezTo>
                <a:lnTo>
                  <a:pt x="529" y="1430"/>
                </a:lnTo>
                <a:cubicBezTo>
                  <a:pt x="494" y="1430"/>
                  <a:pt x="460" y="1426"/>
                  <a:pt x="426" y="1420"/>
                </a:cubicBezTo>
                <a:cubicBezTo>
                  <a:pt x="392" y="1413"/>
                  <a:pt x="359" y="1403"/>
                  <a:pt x="327" y="1390"/>
                </a:cubicBezTo>
                <a:cubicBezTo>
                  <a:pt x="295" y="1376"/>
                  <a:pt x="264" y="1360"/>
                  <a:pt x="235" y="1341"/>
                </a:cubicBezTo>
                <a:cubicBezTo>
                  <a:pt x="206" y="1321"/>
                  <a:pt x="180" y="1299"/>
                  <a:pt x="155" y="1275"/>
                </a:cubicBezTo>
                <a:cubicBezTo>
                  <a:pt x="130" y="1250"/>
                  <a:pt x="108" y="1224"/>
                  <a:pt x="89" y="1194"/>
                </a:cubicBezTo>
                <a:cubicBezTo>
                  <a:pt x="70" y="1165"/>
                  <a:pt x="54" y="1134"/>
                  <a:pt x="40" y="1102"/>
                </a:cubicBezTo>
                <a:cubicBezTo>
                  <a:pt x="27" y="1070"/>
                  <a:pt x="17" y="1037"/>
                  <a:pt x="10" y="1003"/>
                </a:cubicBezTo>
                <a:cubicBezTo>
                  <a:pt x="3" y="969"/>
                  <a:pt x="0" y="934"/>
                  <a:pt x="0" y="900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4982760" y="5415120"/>
            <a:ext cx="418680" cy="558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3300" b="0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IN" sz="3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5259600" y="5514840"/>
            <a:ext cx="1299960" cy="43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70" b="1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NayakAI</a:t>
            </a:r>
            <a:endParaRPr lang="en-IN" sz="25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7057800" y="5476680"/>
            <a:ext cx="2657880" cy="514800"/>
          </a:xfrm>
          <a:custGeom>
            <a:avLst/>
            <a:gdLst/>
            <a:ahLst/>
            <a:rect l="0" t="0" r="r" b="b"/>
            <a:pathLst>
              <a:path w="7383" h="1430">
                <a:moveTo>
                  <a:pt x="0" y="900"/>
                </a:moveTo>
                <a:lnTo>
                  <a:pt x="0" y="529"/>
                </a:lnTo>
                <a:cubicBezTo>
                  <a:pt x="0" y="494"/>
                  <a:pt x="4" y="460"/>
                  <a:pt x="10" y="426"/>
                </a:cubicBezTo>
                <a:cubicBezTo>
                  <a:pt x="17" y="392"/>
                  <a:pt x="27" y="359"/>
                  <a:pt x="40" y="327"/>
                </a:cubicBezTo>
                <a:cubicBezTo>
                  <a:pt x="54" y="295"/>
                  <a:pt x="70" y="264"/>
                  <a:pt x="89" y="235"/>
                </a:cubicBezTo>
                <a:cubicBezTo>
                  <a:pt x="109" y="206"/>
                  <a:pt x="131" y="180"/>
                  <a:pt x="155" y="155"/>
                </a:cubicBezTo>
                <a:cubicBezTo>
                  <a:pt x="180" y="130"/>
                  <a:pt x="206" y="109"/>
                  <a:pt x="235" y="89"/>
                </a:cubicBezTo>
                <a:cubicBezTo>
                  <a:pt x="264" y="70"/>
                  <a:pt x="295" y="54"/>
                  <a:pt x="327" y="40"/>
                </a:cubicBezTo>
                <a:cubicBezTo>
                  <a:pt x="359" y="27"/>
                  <a:pt x="392" y="17"/>
                  <a:pt x="426" y="10"/>
                </a:cubicBezTo>
                <a:cubicBezTo>
                  <a:pt x="460" y="3"/>
                  <a:pt x="495" y="0"/>
                  <a:pt x="529" y="0"/>
                </a:cubicBezTo>
                <a:lnTo>
                  <a:pt x="6854" y="0"/>
                </a:lnTo>
                <a:cubicBezTo>
                  <a:pt x="6889" y="0"/>
                  <a:pt x="6923" y="3"/>
                  <a:pt x="6957" y="10"/>
                </a:cubicBezTo>
                <a:cubicBezTo>
                  <a:pt x="6991" y="17"/>
                  <a:pt x="7024" y="27"/>
                  <a:pt x="7056" y="40"/>
                </a:cubicBezTo>
                <a:cubicBezTo>
                  <a:pt x="7088" y="54"/>
                  <a:pt x="7119" y="70"/>
                  <a:pt x="7148" y="89"/>
                </a:cubicBezTo>
                <a:cubicBezTo>
                  <a:pt x="7177" y="109"/>
                  <a:pt x="7203" y="130"/>
                  <a:pt x="7228" y="155"/>
                </a:cubicBezTo>
                <a:cubicBezTo>
                  <a:pt x="7253" y="180"/>
                  <a:pt x="7275" y="206"/>
                  <a:pt x="7294" y="235"/>
                </a:cubicBezTo>
                <a:cubicBezTo>
                  <a:pt x="7313" y="264"/>
                  <a:pt x="7329" y="295"/>
                  <a:pt x="7343" y="327"/>
                </a:cubicBezTo>
                <a:cubicBezTo>
                  <a:pt x="7356" y="359"/>
                  <a:pt x="7366" y="392"/>
                  <a:pt x="7373" y="426"/>
                </a:cubicBezTo>
                <a:cubicBezTo>
                  <a:pt x="7380" y="460"/>
                  <a:pt x="7383" y="494"/>
                  <a:pt x="7383" y="529"/>
                </a:cubicBezTo>
                <a:lnTo>
                  <a:pt x="7383" y="900"/>
                </a:lnTo>
                <a:cubicBezTo>
                  <a:pt x="7383" y="934"/>
                  <a:pt x="7380" y="969"/>
                  <a:pt x="7373" y="1003"/>
                </a:cubicBezTo>
                <a:cubicBezTo>
                  <a:pt x="7366" y="1037"/>
                  <a:pt x="7356" y="1070"/>
                  <a:pt x="7343" y="1102"/>
                </a:cubicBezTo>
                <a:cubicBezTo>
                  <a:pt x="7329" y="1134"/>
                  <a:pt x="7313" y="1165"/>
                  <a:pt x="7294" y="1194"/>
                </a:cubicBezTo>
                <a:cubicBezTo>
                  <a:pt x="7275" y="1224"/>
                  <a:pt x="7253" y="1250"/>
                  <a:pt x="7228" y="1275"/>
                </a:cubicBezTo>
                <a:cubicBezTo>
                  <a:pt x="7203" y="1299"/>
                  <a:pt x="7177" y="1321"/>
                  <a:pt x="7148" y="1341"/>
                </a:cubicBezTo>
                <a:cubicBezTo>
                  <a:pt x="7119" y="1360"/>
                  <a:pt x="7088" y="1376"/>
                  <a:pt x="7056" y="1390"/>
                </a:cubicBezTo>
                <a:cubicBezTo>
                  <a:pt x="7024" y="1403"/>
                  <a:pt x="6991" y="1413"/>
                  <a:pt x="6957" y="1420"/>
                </a:cubicBezTo>
                <a:cubicBezTo>
                  <a:pt x="6923" y="1426"/>
                  <a:pt x="6889" y="1430"/>
                  <a:pt x="6854" y="1430"/>
                </a:cubicBezTo>
                <a:lnTo>
                  <a:pt x="529" y="1430"/>
                </a:lnTo>
                <a:cubicBezTo>
                  <a:pt x="495" y="1430"/>
                  <a:pt x="460" y="1426"/>
                  <a:pt x="426" y="1420"/>
                </a:cubicBezTo>
                <a:cubicBezTo>
                  <a:pt x="392" y="1413"/>
                  <a:pt x="359" y="1403"/>
                  <a:pt x="327" y="1390"/>
                </a:cubicBezTo>
                <a:cubicBezTo>
                  <a:pt x="295" y="1376"/>
                  <a:pt x="264" y="1360"/>
                  <a:pt x="235" y="1341"/>
                </a:cubicBezTo>
                <a:cubicBezTo>
                  <a:pt x="206" y="1321"/>
                  <a:pt x="180" y="1299"/>
                  <a:pt x="155" y="1275"/>
                </a:cubicBezTo>
                <a:cubicBezTo>
                  <a:pt x="131" y="1250"/>
                  <a:pt x="109" y="1224"/>
                  <a:pt x="89" y="1194"/>
                </a:cubicBezTo>
                <a:cubicBezTo>
                  <a:pt x="70" y="1165"/>
                  <a:pt x="54" y="1134"/>
                  <a:pt x="40" y="1102"/>
                </a:cubicBezTo>
                <a:cubicBezTo>
                  <a:pt x="27" y="1070"/>
                  <a:pt x="17" y="1037"/>
                  <a:pt x="10" y="1003"/>
                </a:cubicBezTo>
                <a:cubicBezTo>
                  <a:pt x="4" y="969"/>
                  <a:pt x="0" y="934"/>
                  <a:pt x="0" y="900"/>
                </a:cubicBezTo>
                <a:close/>
              </a:path>
            </a:pathLst>
          </a:custGeom>
          <a:solidFill>
            <a:srgbClr val="6C63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6895080" y="5415120"/>
            <a:ext cx="418680" cy="558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3300" b="0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IN" sz="3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11001240" y="6405480"/>
            <a:ext cx="905040" cy="452520"/>
          </a:xfrm>
          <a:custGeom>
            <a:avLst/>
            <a:gdLst/>
            <a:ahLst/>
            <a:rect l="0" t="0" r="r" b="b"/>
            <a:pathLst>
              <a:path w="2514" h="1257">
                <a:moveTo>
                  <a:pt x="0" y="1257"/>
                </a:moveTo>
                <a:lnTo>
                  <a:pt x="1258" y="0"/>
                </a:lnTo>
                <a:lnTo>
                  <a:pt x="2514" y="1257"/>
                </a:lnTo>
                <a:lnTo>
                  <a:pt x="0" y="1257"/>
                </a:ln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10858320" y="6703200"/>
            <a:ext cx="149040" cy="154800"/>
          </a:xfrm>
          <a:custGeom>
            <a:avLst/>
            <a:gdLst/>
            <a:ahLst/>
            <a:rect l="0" t="0" r="r" b="b"/>
            <a:pathLst>
              <a:path w="414" h="430">
                <a:moveTo>
                  <a:pt x="0" y="430"/>
                </a:moveTo>
                <a:lnTo>
                  <a:pt x="0" y="0"/>
                </a:lnTo>
                <a:lnTo>
                  <a:pt x="414" y="414"/>
                </a:lnTo>
                <a:lnTo>
                  <a:pt x="398" y="430"/>
                </a:lnTo>
                <a:lnTo>
                  <a:pt x="0" y="43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10858320" y="6554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828"/>
                </a:moveTo>
                <a:lnTo>
                  <a:pt x="0" y="415"/>
                </a:lnTo>
                <a:lnTo>
                  <a:pt x="413" y="0"/>
                </a:lnTo>
                <a:lnTo>
                  <a:pt x="828" y="415"/>
                </a:lnTo>
                <a:lnTo>
                  <a:pt x="413" y="82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10858320" y="670320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10858320" y="6405480"/>
            <a:ext cx="149040" cy="298080"/>
          </a:xfrm>
          <a:custGeom>
            <a:avLst/>
            <a:gdLst/>
            <a:ahLst/>
            <a:rect l="0" t="0" r="r" b="b"/>
            <a:pathLst>
              <a:path w="414" h="828">
                <a:moveTo>
                  <a:pt x="0" y="828"/>
                </a:moveTo>
                <a:lnTo>
                  <a:pt x="0" y="0"/>
                </a:lnTo>
                <a:lnTo>
                  <a:pt x="414" y="413"/>
                </a:lnTo>
                <a:lnTo>
                  <a:pt x="0" y="82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1100700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828"/>
                </a:moveTo>
                <a:lnTo>
                  <a:pt x="0" y="413"/>
                </a:lnTo>
                <a:lnTo>
                  <a:pt x="415" y="0"/>
                </a:lnTo>
                <a:lnTo>
                  <a:pt x="828" y="413"/>
                </a:lnTo>
                <a:lnTo>
                  <a:pt x="415" y="82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11156040" y="6256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828"/>
                </a:moveTo>
                <a:lnTo>
                  <a:pt x="0" y="415"/>
                </a:lnTo>
                <a:lnTo>
                  <a:pt x="413" y="0"/>
                </a:lnTo>
                <a:lnTo>
                  <a:pt x="828" y="415"/>
                </a:lnTo>
                <a:lnTo>
                  <a:pt x="413" y="82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10858320" y="6256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828"/>
                </a:moveTo>
                <a:lnTo>
                  <a:pt x="0" y="415"/>
                </a:lnTo>
                <a:lnTo>
                  <a:pt x="413" y="0"/>
                </a:lnTo>
                <a:lnTo>
                  <a:pt x="828" y="415"/>
                </a:lnTo>
                <a:lnTo>
                  <a:pt x="413" y="82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1100700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828"/>
                </a:moveTo>
                <a:lnTo>
                  <a:pt x="0" y="413"/>
                </a:lnTo>
                <a:lnTo>
                  <a:pt x="415" y="0"/>
                </a:lnTo>
                <a:lnTo>
                  <a:pt x="828" y="413"/>
                </a:lnTo>
                <a:lnTo>
                  <a:pt x="415" y="82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10858320" y="640548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10858320" y="5810040"/>
            <a:ext cx="298080" cy="595800"/>
          </a:xfrm>
          <a:custGeom>
            <a:avLst/>
            <a:gdLst/>
            <a:ahLst/>
            <a:rect l="0" t="0" r="r" b="b"/>
            <a:pathLst>
              <a:path w="828" h="1655">
                <a:moveTo>
                  <a:pt x="0" y="1655"/>
                </a:moveTo>
                <a:lnTo>
                  <a:pt x="0" y="0"/>
                </a:lnTo>
                <a:lnTo>
                  <a:pt x="828" y="827"/>
                </a:lnTo>
                <a:lnTo>
                  <a:pt x="0" y="165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11453760" y="5810040"/>
            <a:ext cx="738360" cy="1047960"/>
          </a:xfrm>
          <a:custGeom>
            <a:avLst/>
            <a:gdLst/>
            <a:ahLst/>
            <a:rect l="0" t="0" r="r" b="b"/>
            <a:pathLst>
              <a:path w="2051" h="2911">
                <a:moveTo>
                  <a:pt x="1256" y="2911"/>
                </a:moveTo>
                <a:lnTo>
                  <a:pt x="0" y="1654"/>
                </a:lnTo>
                <a:lnTo>
                  <a:pt x="1653" y="0"/>
                </a:lnTo>
                <a:lnTo>
                  <a:pt x="2051" y="397"/>
                </a:lnTo>
                <a:lnTo>
                  <a:pt x="2051" y="2911"/>
                </a:lnTo>
                <a:lnTo>
                  <a:pt x="1256" y="2911"/>
                </a:ln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12048840" y="5667120"/>
            <a:ext cx="143280" cy="286200"/>
          </a:xfrm>
          <a:custGeom>
            <a:avLst/>
            <a:gdLst/>
            <a:ahLst/>
            <a:rect l="0" t="0" r="r" b="b"/>
            <a:pathLst>
              <a:path w="398" h="795">
                <a:moveTo>
                  <a:pt x="398" y="795"/>
                </a:moveTo>
                <a:lnTo>
                  <a:pt x="0" y="397"/>
                </a:lnTo>
                <a:lnTo>
                  <a:pt x="398" y="0"/>
                </a:lnTo>
                <a:lnTo>
                  <a:pt x="398" y="795"/>
                </a:ln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1130472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828"/>
                </a:moveTo>
                <a:lnTo>
                  <a:pt x="0" y="413"/>
                </a:lnTo>
                <a:lnTo>
                  <a:pt x="415" y="0"/>
                </a:lnTo>
                <a:lnTo>
                  <a:pt x="828" y="413"/>
                </a:lnTo>
                <a:lnTo>
                  <a:pt x="415" y="82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11453760" y="59587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828"/>
                </a:moveTo>
                <a:lnTo>
                  <a:pt x="0" y="415"/>
                </a:lnTo>
                <a:lnTo>
                  <a:pt x="413" y="0"/>
                </a:lnTo>
                <a:lnTo>
                  <a:pt x="827" y="415"/>
                </a:lnTo>
                <a:lnTo>
                  <a:pt x="413" y="82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1115604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828"/>
                </a:moveTo>
                <a:lnTo>
                  <a:pt x="0" y="415"/>
                </a:lnTo>
                <a:lnTo>
                  <a:pt x="413" y="0"/>
                </a:lnTo>
                <a:lnTo>
                  <a:pt x="828" y="415"/>
                </a:lnTo>
                <a:lnTo>
                  <a:pt x="413" y="82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11304720" y="58100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828"/>
                </a:moveTo>
                <a:lnTo>
                  <a:pt x="0" y="413"/>
                </a:lnTo>
                <a:lnTo>
                  <a:pt x="415" y="0"/>
                </a:lnTo>
                <a:lnTo>
                  <a:pt x="828" y="413"/>
                </a:lnTo>
                <a:lnTo>
                  <a:pt x="415" y="82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11602440" y="58100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828"/>
                </a:moveTo>
                <a:lnTo>
                  <a:pt x="0" y="413"/>
                </a:lnTo>
                <a:lnTo>
                  <a:pt x="414" y="0"/>
                </a:lnTo>
                <a:lnTo>
                  <a:pt x="828" y="413"/>
                </a:lnTo>
                <a:lnTo>
                  <a:pt x="414" y="82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1175112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827"/>
                </a:moveTo>
                <a:lnTo>
                  <a:pt x="0" y="414"/>
                </a:lnTo>
                <a:lnTo>
                  <a:pt x="414" y="0"/>
                </a:lnTo>
                <a:lnTo>
                  <a:pt x="828" y="414"/>
                </a:lnTo>
                <a:lnTo>
                  <a:pt x="414" y="82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11453760" y="5661360"/>
            <a:ext cx="297720" cy="297720"/>
          </a:xfrm>
          <a:custGeom>
            <a:avLst/>
            <a:gdLst/>
            <a:ahLst/>
            <a:rect l="0" t="0" r="r" b="b"/>
            <a:pathLst>
              <a:path w="827" h="827">
                <a:moveTo>
                  <a:pt x="413" y="827"/>
                </a:moveTo>
                <a:lnTo>
                  <a:pt x="0" y="414"/>
                </a:lnTo>
                <a:lnTo>
                  <a:pt x="413" y="0"/>
                </a:lnTo>
                <a:lnTo>
                  <a:pt x="827" y="414"/>
                </a:lnTo>
                <a:lnTo>
                  <a:pt x="413" y="82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11602440" y="5524200"/>
            <a:ext cx="298080" cy="286200"/>
          </a:xfrm>
          <a:custGeom>
            <a:avLst/>
            <a:gdLst/>
            <a:ahLst/>
            <a:rect l="0" t="0" r="r" b="b"/>
            <a:pathLst>
              <a:path w="828" h="795">
                <a:moveTo>
                  <a:pt x="414" y="795"/>
                </a:moveTo>
                <a:lnTo>
                  <a:pt x="0" y="382"/>
                </a:lnTo>
                <a:lnTo>
                  <a:pt x="380" y="0"/>
                </a:lnTo>
                <a:lnTo>
                  <a:pt x="448" y="0"/>
                </a:lnTo>
                <a:lnTo>
                  <a:pt x="828" y="382"/>
                </a:lnTo>
                <a:lnTo>
                  <a:pt x="414" y="79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10858320" y="5524200"/>
            <a:ext cx="595800" cy="583920"/>
          </a:xfrm>
          <a:custGeom>
            <a:avLst/>
            <a:gdLst/>
            <a:ahLst/>
            <a:rect l="0" t="0" r="r" b="b"/>
            <a:pathLst>
              <a:path w="1655" h="1622">
                <a:moveTo>
                  <a:pt x="828" y="1622"/>
                </a:moveTo>
                <a:lnTo>
                  <a:pt x="0" y="795"/>
                </a:lnTo>
                <a:lnTo>
                  <a:pt x="795" y="0"/>
                </a:lnTo>
                <a:lnTo>
                  <a:pt x="861" y="0"/>
                </a:lnTo>
                <a:lnTo>
                  <a:pt x="1655" y="795"/>
                </a:lnTo>
                <a:lnTo>
                  <a:pt x="828" y="162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11167920" y="5524200"/>
            <a:ext cx="571680" cy="286200"/>
          </a:xfrm>
          <a:custGeom>
            <a:avLst/>
            <a:gdLst/>
            <a:ahLst/>
            <a:rect l="0" t="0" r="r" b="b"/>
            <a:pathLst>
              <a:path w="1588" h="795">
                <a:moveTo>
                  <a:pt x="794" y="795"/>
                </a:moveTo>
                <a:lnTo>
                  <a:pt x="0" y="0"/>
                </a:lnTo>
                <a:lnTo>
                  <a:pt x="1588" y="0"/>
                </a:lnTo>
                <a:lnTo>
                  <a:pt x="794" y="79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11900160" y="5524200"/>
            <a:ext cx="291960" cy="286200"/>
          </a:xfrm>
          <a:custGeom>
            <a:avLst/>
            <a:gdLst/>
            <a:ahLst/>
            <a:rect l="0" t="0" r="r" b="b"/>
            <a:pathLst>
              <a:path w="811" h="795">
                <a:moveTo>
                  <a:pt x="413" y="795"/>
                </a:moveTo>
                <a:lnTo>
                  <a:pt x="0" y="382"/>
                </a:lnTo>
                <a:lnTo>
                  <a:pt x="380" y="0"/>
                </a:lnTo>
                <a:lnTo>
                  <a:pt x="446" y="0"/>
                </a:lnTo>
                <a:lnTo>
                  <a:pt x="811" y="365"/>
                </a:lnTo>
                <a:lnTo>
                  <a:pt x="811" y="398"/>
                </a:lnTo>
                <a:lnTo>
                  <a:pt x="413" y="79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12060720" y="5524200"/>
            <a:ext cx="131400" cy="131400"/>
          </a:xfrm>
          <a:custGeom>
            <a:avLst/>
            <a:gdLst/>
            <a:ahLst/>
            <a:rect l="0" t="0" r="r" b="b"/>
            <a:pathLst>
              <a:path w="365" h="365">
                <a:moveTo>
                  <a:pt x="365" y="365"/>
                </a:moveTo>
                <a:lnTo>
                  <a:pt x="0" y="0"/>
                </a:lnTo>
                <a:lnTo>
                  <a:pt x="365" y="0"/>
                </a:lnTo>
                <a:lnTo>
                  <a:pt x="365" y="36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11763360" y="5524200"/>
            <a:ext cx="273960" cy="137520"/>
          </a:xfrm>
          <a:custGeom>
            <a:avLst/>
            <a:gdLst/>
            <a:ahLst/>
            <a:rect l="0" t="0" r="r" b="b"/>
            <a:pathLst>
              <a:path w="761" h="382">
                <a:moveTo>
                  <a:pt x="380" y="382"/>
                </a:moveTo>
                <a:lnTo>
                  <a:pt x="0" y="0"/>
                </a:lnTo>
                <a:lnTo>
                  <a:pt x="761" y="0"/>
                </a:lnTo>
                <a:lnTo>
                  <a:pt x="380" y="38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10858320" y="581004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10858320" y="5524200"/>
            <a:ext cx="286200" cy="286200"/>
          </a:xfrm>
          <a:custGeom>
            <a:avLst/>
            <a:gdLst/>
            <a:ahLst/>
            <a:rect l="0" t="0" r="r" b="b"/>
            <a:pathLst>
              <a:path w="795" h="795">
                <a:moveTo>
                  <a:pt x="0" y="795"/>
                </a:moveTo>
                <a:lnTo>
                  <a:pt x="0" y="0"/>
                </a:lnTo>
                <a:lnTo>
                  <a:pt x="795" y="0"/>
                </a:lnTo>
                <a:lnTo>
                  <a:pt x="0" y="79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11713320" y="6266520"/>
            <a:ext cx="189360" cy="295920"/>
          </a:xfrm>
          <a:custGeom>
            <a:avLst/>
            <a:gdLst/>
            <a:ahLst/>
            <a:rect l="0" t="0" r="r" b="b"/>
            <a:pathLst>
              <a:path w="526" h="822">
                <a:moveTo>
                  <a:pt x="0" y="0"/>
                </a:moveTo>
                <a:lnTo>
                  <a:pt x="526" y="0"/>
                </a:lnTo>
                <a:lnTo>
                  <a:pt x="526" y="822"/>
                </a:lnTo>
                <a:lnTo>
                  <a:pt x="0" y="822"/>
                </a:lnTo>
                <a:lnTo>
                  <a:pt x="0" y="0"/>
                </a:lnTo>
                <a:close/>
              </a:path>
            </a:pathLst>
          </a:custGeom>
          <a:solidFill>
            <a:srgbClr val="FDFC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7171920" y="5514840"/>
            <a:ext cx="2053440" cy="43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70" b="1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SentinelPulse</a:t>
            </a:r>
            <a:endParaRPr lang="en-IN" sz="25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11754360" y="624924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SegoeUI"/>
                <a:ea typeface="SegoeUI"/>
              </a:rPr>
              <a:t>1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11754360" y="624924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202228"/>
                </a:solidFill>
                <a:effectLst/>
                <a:uFillTx/>
                <a:latin typeface="SegoeUI"/>
                <a:ea typeface="SegoeUI"/>
              </a:rPr>
              <a:t>1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0" y="0"/>
            <a:ext cx="12192120" cy="76320"/>
          </a:xfrm>
          <a:custGeom>
            <a:avLst/>
            <a:gdLst/>
            <a:ahLst/>
            <a:rect l="0" t="0" r="r" b="b"/>
            <a:pathLst>
              <a:path w="33867" h="212">
                <a:moveTo>
                  <a:pt x="0" y="0"/>
                </a:moveTo>
                <a:lnTo>
                  <a:pt x="33867" y="0"/>
                </a:lnTo>
                <a:lnTo>
                  <a:pt x="33867" y="212"/>
                </a:lnTo>
                <a:lnTo>
                  <a:pt x="0" y="212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495000" y="1276200"/>
            <a:ext cx="11201760" cy="28800"/>
          </a:xfrm>
          <a:custGeom>
            <a:avLst/>
            <a:gdLst/>
            <a:ahLst/>
            <a:rect l="0" t="0" r="r" b="b"/>
            <a:pathLst>
              <a:path w="31116" h="80">
                <a:moveTo>
                  <a:pt x="0" y="0"/>
                </a:moveTo>
                <a:lnTo>
                  <a:pt x="31116" y="0"/>
                </a:lnTo>
                <a:lnTo>
                  <a:pt x="31116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518760" y="1552320"/>
            <a:ext cx="5510880" cy="3181680"/>
          </a:xfrm>
          <a:custGeom>
            <a:avLst/>
            <a:gdLst/>
            <a:ahLst/>
            <a:rect l="0" t="0" r="r" b="b"/>
            <a:pathLst>
              <a:path w="15308" h="8838">
                <a:moveTo>
                  <a:pt x="0" y="8521"/>
                </a:moveTo>
                <a:lnTo>
                  <a:pt x="0" y="319"/>
                </a:lnTo>
                <a:cubicBezTo>
                  <a:pt x="0" y="298"/>
                  <a:pt x="2" y="277"/>
                  <a:pt x="5" y="257"/>
                </a:cubicBezTo>
                <a:cubicBezTo>
                  <a:pt x="9" y="236"/>
                  <a:pt x="13" y="216"/>
                  <a:pt x="20" y="197"/>
                </a:cubicBezTo>
                <a:cubicBezTo>
                  <a:pt x="26" y="178"/>
                  <a:pt x="34" y="160"/>
                  <a:pt x="43" y="142"/>
                </a:cubicBezTo>
                <a:cubicBezTo>
                  <a:pt x="52" y="125"/>
                  <a:pt x="62" y="109"/>
                  <a:pt x="74" y="93"/>
                </a:cubicBezTo>
                <a:cubicBezTo>
                  <a:pt x="86" y="78"/>
                  <a:pt x="98" y="65"/>
                  <a:pt x="112" y="54"/>
                </a:cubicBezTo>
                <a:cubicBezTo>
                  <a:pt x="126" y="42"/>
                  <a:pt x="140" y="32"/>
                  <a:pt x="156" y="24"/>
                </a:cubicBezTo>
                <a:cubicBezTo>
                  <a:pt x="171" y="16"/>
                  <a:pt x="187" y="10"/>
                  <a:pt x="203" y="6"/>
                </a:cubicBezTo>
                <a:cubicBezTo>
                  <a:pt x="219" y="2"/>
                  <a:pt x="235" y="0"/>
                  <a:pt x="252" y="0"/>
                </a:cubicBezTo>
                <a:lnTo>
                  <a:pt x="14990" y="0"/>
                </a:lnTo>
                <a:cubicBezTo>
                  <a:pt x="15011" y="0"/>
                  <a:pt x="15032" y="2"/>
                  <a:pt x="15052" y="6"/>
                </a:cubicBezTo>
                <a:cubicBezTo>
                  <a:pt x="15073" y="10"/>
                  <a:pt x="15092" y="16"/>
                  <a:pt x="15112" y="24"/>
                </a:cubicBezTo>
                <a:cubicBezTo>
                  <a:pt x="15131" y="32"/>
                  <a:pt x="15149" y="42"/>
                  <a:pt x="15167" y="54"/>
                </a:cubicBezTo>
                <a:cubicBezTo>
                  <a:pt x="15184" y="65"/>
                  <a:pt x="15200" y="78"/>
                  <a:pt x="15215" y="93"/>
                </a:cubicBezTo>
                <a:cubicBezTo>
                  <a:pt x="15229" y="109"/>
                  <a:pt x="15243" y="125"/>
                  <a:pt x="15254" y="142"/>
                </a:cubicBezTo>
                <a:cubicBezTo>
                  <a:pt x="15266" y="160"/>
                  <a:pt x="15275" y="178"/>
                  <a:pt x="15283" y="197"/>
                </a:cubicBezTo>
                <a:cubicBezTo>
                  <a:pt x="15291" y="216"/>
                  <a:pt x="15297" y="236"/>
                  <a:pt x="15302" y="257"/>
                </a:cubicBezTo>
                <a:cubicBezTo>
                  <a:pt x="15306" y="277"/>
                  <a:pt x="15308" y="298"/>
                  <a:pt x="15308" y="319"/>
                </a:cubicBezTo>
                <a:lnTo>
                  <a:pt x="15308" y="8521"/>
                </a:lnTo>
                <a:cubicBezTo>
                  <a:pt x="15308" y="8542"/>
                  <a:pt x="15306" y="8562"/>
                  <a:pt x="15302" y="8583"/>
                </a:cubicBezTo>
                <a:cubicBezTo>
                  <a:pt x="15297" y="8603"/>
                  <a:pt x="15291" y="8623"/>
                  <a:pt x="15283" y="8642"/>
                </a:cubicBezTo>
                <a:cubicBezTo>
                  <a:pt x="15275" y="8662"/>
                  <a:pt x="15266" y="8680"/>
                  <a:pt x="15254" y="8697"/>
                </a:cubicBezTo>
                <a:cubicBezTo>
                  <a:pt x="15243" y="8715"/>
                  <a:pt x="15229" y="8731"/>
                  <a:pt x="15215" y="8745"/>
                </a:cubicBezTo>
                <a:cubicBezTo>
                  <a:pt x="15200" y="8760"/>
                  <a:pt x="15184" y="8773"/>
                  <a:pt x="15167" y="8785"/>
                </a:cubicBezTo>
                <a:cubicBezTo>
                  <a:pt x="15149" y="8796"/>
                  <a:pt x="15131" y="8806"/>
                  <a:pt x="15112" y="8814"/>
                </a:cubicBezTo>
                <a:cubicBezTo>
                  <a:pt x="15092" y="8822"/>
                  <a:pt x="15073" y="8828"/>
                  <a:pt x="15052" y="8832"/>
                </a:cubicBezTo>
                <a:cubicBezTo>
                  <a:pt x="15032" y="8836"/>
                  <a:pt x="15011" y="8838"/>
                  <a:pt x="14990" y="8838"/>
                </a:cubicBezTo>
                <a:lnTo>
                  <a:pt x="252" y="8838"/>
                </a:lnTo>
                <a:cubicBezTo>
                  <a:pt x="235" y="8838"/>
                  <a:pt x="219" y="8836"/>
                  <a:pt x="203" y="8832"/>
                </a:cubicBezTo>
                <a:cubicBezTo>
                  <a:pt x="187" y="8828"/>
                  <a:pt x="171" y="8822"/>
                  <a:pt x="156" y="8814"/>
                </a:cubicBezTo>
                <a:cubicBezTo>
                  <a:pt x="140" y="8806"/>
                  <a:pt x="126" y="8796"/>
                  <a:pt x="112" y="8785"/>
                </a:cubicBezTo>
                <a:cubicBezTo>
                  <a:pt x="98" y="8773"/>
                  <a:pt x="86" y="8760"/>
                  <a:pt x="74" y="8745"/>
                </a:cubicBezTo>
                <a:cubicBezTo>
                  <a:pt x="62" y="8731"/>
                  <a:pt x="52" y="8715"/>
                  <a:pt x="43" y="8697"/>
                </a:cubicBezTo>
                <a:cubicBezTo>
                  <a:pt x="34" y="8680"/>
                  <a:pt x="26" y="8662"/>
                  <a:pt x="20" y="8642"/>
                </a:cubicBezTo>
                <a:cubicBezTo>
                  <a:pt x="13" y="8623"/>
                  <a:pt x="9" y="8603"/>
                  <a:pt x="5" y="8583"/>
                </a:cubicBezTo>
                <a:cubicBezTo>
                  <a:pt x="2" y="8562"/>
                  <a:pt x="0" y="8542"/>
                  <a:pt x="0" y="8521"/>
                </a:cubicBezTo>
                <a:close/>
              </a:path>
            </a:pathLst>
          </a:custGeom>
          <a:solidFill>
            <a:srgbClr val="FF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495000" y="1552320"/>
            <a:ext cx="114840" cy="3181680"/>
          </a:xfrm>
          <a:custGeom>
            <a:avLst/>
            <a:gdLst/>
            <a:ahLst/>
            <a:rect l="0" t="0" r="r" b="b"/>
            <a:pathLst>
              <a:path w="319" h="8838">
                <a:moveTo>
                  <a:pt x="0" y="0"/>
                </a:moveTo>
                <a:lnTo>
                  <a:pt x="319" y="0"/>
                </a:lnTo>
                <a:lnTo>
                  <a:pt x="319" y="8838"/>
                </a:lnTo>
                <a:lnTo>
                  <a:pt x="0" y="8838"/>
                </a:lnTo>
                <a:lnTo>
                  <a:pt x="0" y="0"/>
                </a:lnTo>
                <a:close/>
              </a:path>
            </a:pathLst>
          </a:custGeom>
          <a:solidFill>
            <a:srgbClr val="E6394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518760" y="4790880"/>
            <a:ext cx="5510880" cy="2067120"/>
          </a:xfrm>
          <a:custGeom>
            <a:avLst/>
            <a:gdLst/>
            <a:ahLst/>
            <a:rect l="0" t="0" r="r" b="b"/>
            <a:pathLst>
              <a:path w="15308" h="5742">
                <a:moveTo>
                  <a:pt x="0" y="5742"/>
                </a:moveTo>
                <a:lnTo>
                  <a:pt x="0" y="318"/>
                </a:lnTo>
                <a:cubicBezTo>
                  <a:pt x="0" y="297"/>
                  <a:pt x="2" y="276"/>
                  <a:pt x="5" y="256"/>
                </a:cubicBezTo>
                <a:cubicBezTo>
                  <a:pt x="9" y="235"/>
                  <a:pt x="13" y="215"/>
                  <a:pt x="20" y="196"/>
                </a:cubicBezTo>
                <a:cubicBezTo>
                  <a:pt x="26" y="177"/>
                  <a:pt x="34" y="158"/>
                  <a:pt x="43" y="141"/>
                </a:cubicBezTo>
                <a:cubicBezTo>
                  <a:pt x="52" y="124"/>
                  <a:pt x="62" y="108"/>
                  <a:pt x="74" y="93"/>
                </a:cubicBezTo>
                <a:cubicBezTo>
                  <a:pt x="86" y="78"/>
                  <a:pt x="98" y="65"/>
                  <a:pt x="112" y="54"/>
                </a:cubicBezTo>
                <a:cubicBezTo>
                  <a:pt x="126" y="42"/>
                  <a:pt x="140" y="32"/>
                  <a:pt x="156" y="24"/>
                </a:cubicBezTo>
                <a:cubicBezTo>
                  <a:pt x="171" y="16"/>
                  <a:pt x="187" y="10"/>
                  <a:pt x="203" y="6"/>
                </a:cubicBezTo>
                <a:cubicBezTo>
                  <a:pt x="219" y="2"/>
                  <a:pt x="235" y="0"/>
                  <a:pt x="252" y="0"/>
                </a:cubicBezTo>
                <a:lnTo>
                  <a:pt x="14990" y="0"/>
                </a:lnTo>
                <a:cubicBezTo>
                  <a:pt x="15011" y="0"/>
                  <a:pt x="15032" y="2"/>
                  <a:pt x="15052" y="6"/>
                </a:cubicBezTo>
                <a:cubicBezTo>
                  <a:pt x="15073" y="10"/>
                  <a:pt x="15092" y="16"/>
                  <a:pt x="15112" y="24"/>
                </a:cubicBezTo>
                <a:cubicBezTo>
                  <a:pt x="15131" y="32"/>
                  <a:pt x="15149" y="42"/>
                  <a:pt x="15167" y="54"/>
                </a:cubicBezTo>
                <a:cubicBezTo>
                  <a:pt x="15184" y="65"/>
                  <a:pt x="15200" y="78"/>
                  <a:pt x="15215" y="93"/>
                </a:cubicBezTo>
                <a:cubicBezTo>
                  <a:pt x="15229" y="108"/>
                  <a:pt x="15243" y="124"/>
                  <a:pt x="15254" y="141"/>
                </a:cubicBezTo>
                <a:cubicBezTo>
                  <a:pt x="15266" y="158"/>
                  <a:pt x="15275" y="177"/>
                  <a:pt x="15283" y="196"/>
                </a:cubicBezTo>
                <a:cubicBezTo>
                  <a:pt x="15291" y="215"/>
                  <a:pt x="15297" y="235"/>
                  <a:pt x="15302" y="256"/>
                </a:cubicBezTo>
                <a:cubicBezTo>
                  <a:pt x="15306" y="276"/>
                  <a:pt x="15308" y="297"/>
                  <a:pt x="15308" y="318"/>
                </a:cubicBezTo>
                <a:lnTo>
                  <a:pt x="15308" y="5742"/>
                </a:lnTo>
                <a:lnTo>
                  <a:pt x="0" y="5742"/>
                </a:lnTo>
                <a:close/>
              </a:path>
            </a:pathLst>
          </a:custGeom>
          <a:solidFill>
            <a:srgbClr val="FF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495000" y="4790880"/>
            <a:ext cx="114840" cy="3181680"/>
          </a:xfrm>
          <a:custGeom>
            <a:avLst/>
            <a:gdLst/>
            <a:ahLst/>
            <a:rect l="0" t="0" r="r" b="b"/>
            <a:pathLst>
              <a:path w="319" h="8838">
                <a:moveTo>
                  <a:pt x="0" y="0"/>
                </a:moveTo>
                <a:lnTo>
                  <a:pt x="319" y="0"/>
                </a:lnTo>
                <a:lnTo>
                  <a:pt x="319" y="8838"/>
                </a:lnTo>
                <a:lnTo>
                  <a:pt x="0" y="8838"/>
                </a:lnTo>
                <a:lnTo>
                  <a:pt x="0" y="0"/>
                </a:lnTo>
                <a:close/>
              </a:path>
            </a:pathLst>
          </a:custGeom>
          <a:solidFill>
            <a:srgbClr val="E6394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2112120" y="440640"/>
            <a:ext cx="7330680" cy="76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50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The Problem We're Solving</a:t>
            </a:r>
            <a:endParaRPr lang="en-IN" sz="4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1637280" y="1821600"/>
            <a:ext cx="446400" cy="32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Emoji"/>
                <a:ea typeface="SegoeUIEmoji"/>
              </a:rPr>
              <a:t>⚠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2110320" y="1707840"/>
            <a:ext cx="238320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 Current Reality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968760" y="2193840"/>
            <a:ext cx="390132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India has 800M+ citizens &amp;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888120" y="2679480"/>
            <a:ext cx="400572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29 states — yet the national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883800" y="3165120"/>
            <a:ext cx="407160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grievance portal (CPGRAMS)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1515960" y="3651120"/>
            <a:ext cx="297684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resolves only </a:t>
            </a:r>
            <a:r>
              <a:rPr lang="en-IN" sz="255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40% </a:t>
            </a:r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of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1661400" y="4136760"/>
            <a:ext cx="271368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complaints in time.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1652040" y="5060160"/>
            <a:ext cx="446400" cy="32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Emoji"/>
                <a:ea typeface="SegoeUIEmoji"/>
              </a:rPr>
              <a:t>🕐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2125080" y="4946400"/>
            <a:ext cx="243864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 CPGRAMS Avg.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2333880" y="5432400"/>
            <a:ext cx="163152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Resolution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1058040" y="5918040"/>
            <a:ext cx="375120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45–90 days per complaint.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6186240" y="1552320"/>
            <a:ext cx="5510520" cy="2696040"/>
          </a:xfrm>
          <a:custGeom>
            <a:avLst/>
            <a:gdLst/>
            <a:ahLst/>
            <a:rect l="0" t="0" r="r" b="b"/>
            <a:pathLst>
              <a:path w="15307" h="7489">
                <a:moveTo>
                  <a:pt x="0" y="7171"/>
                </a:moveTo>
                <a:lnTo>
                  <a:pt x="0" y="318"/>
                </a:lnTo>
                <a:cubicBezTo>
                  <a:pt x="0" y="297"/>
                  <a:pt x="2" y="276"/>
                  <a:pt x="5" y="256"/>
                </a:cubicBezTo>
                <a:cubicBezTo>
                  <a:pt x="8" y="235"/>
                  <a:pt x="13" y="215"/>
                  <a:pt x="19" y="196"/>
                </a:cubicBezTo>
                <a:cubicBezTo>
                  <a:pt x="26" y="177"/>
                  <a:pt x="33" y="159"/>
                  <a:pt x="43" y="141"/>
                </a:cubicBezTo>
                <a:cubicBezTo>
                  <a:pt x="52" y="124"/>
                  <a:pt x="62" y="108"/>
                  <a:pt x="74" y="93"/>
                </a:cubicBezTo>
                <a:cubicBezTo>
                  <a:pt x="85" y="78"/>
                  <a:pt x="98" y="65"/>
                  <a:pt x="112" y="54"/>
                </a:cubicBezTo>
                <a:cubicBezTo>
                  <a:pt x="126" y="42"/>
                  <a:pt x="140" y="32"/>
                  <a:pt x="155" y="24"/>
                </a:cubicBezTo>
                <a:cubicBezTo>
                  <a:pt x="171" y="16"/>
                  <a:pt x="186" y="10"/>
                  <a:pt x="203" y="6"/>
                </a:cubicBezTo>
                <a:cubicBezTo>
                  <a:pt x="219" y="2"/>
                  <a:pt x="235" y="0"/>
                  <a:pt x="252" y="0"/>
                </a:cubicBezTo>
                <a:lnTo>
                  <a:pt x="14990" y="0"/>
                </a:lnTo>
                <a:cubicBezTo>
                  <a:pt x="15011" y="0"/>
                  <a:pt x="15031" y="2"/>
                  <a:pt x="15052" y="6"/>
                </a:cubicBezTo>
                <a:cubicBezTo>
                  <a:pt x="15072" y="10"/>
                  <a:pt x="15092" y="16"/>
                  <a:pt x="15111" y="24"/>
                </a:cubicBezTo>
                <a:cubicBezTo>
                  <a:pt x="15131" y="32"/>
                  <a:pt x="15149" y="42"/>
                  <a:pt x="15166" y="54"/>
                </a:cubicBezTo>
                <a:cubicBezTo>
                  <a:pt x="15184" y="65"/>
                  <a:pt x="15200" y="78"/>
                  <a:pt x="15214" y="93"/>
                </a:cubicBezTo>
                <a:cubicBezTo>
                  <a:pt x="15229" y="108"/>
                  <a:pt x="15242" y="124"/>
                  <a:pt x="15254" y="141"/>
                </a:cubicBezTo>
                <a:cubicBezTo>
                  <a:pt x="15265" y="159"/>
                  <a:pt x="15275" y="177"/>
                  <a:pt x="15283" y="196"/>
                </a:cubicBezTo>
                <a:cubicBezTo>
                  <a:pt x="15291" y="215"/>
                  <a:pt x="15297" y="235"/>
                  <a:pt x="15301" y="256"/>
                </a:cubicBezTo>
                <a:cubicBezTo>
                  <a:pt x="15305" y="276"/>
                  <a:pt x="15307" y="297"/>
                  <a:pt x="15307" y="318"/>
                </a:cubicBezTo>
                <a:lnTo>
                  <a:pt x="15307" y="7171"/>
                </a:lnTo>
                <a:cubicBezTo>
                  <a:pt x="15307" y="7192"/>
                  <a:pt x="15305" y="7213"/>
                  <a:pt x="15301" y="7233"/>
                </a:cubicBezTo>
                <a:cubicBezTo>
                  <a:pt x="15297" y="7254"/>
                  <a:pt x="15291" y="7274"/>
                  <a:pt x="15283" y="7293"/>
                </a:cubicBezTo>
                <a:cubicBezTo>
                  <a:pt x="15275" y="7312"/>
                  <a:pt x="15265" y="7330"/>
                  <a:pt x="15254" y="7348"/>
                </a:cubicBezTo>
                <a:cubicBezTo>
                  <a:pt x="15242" y="7365"/>
                  <a:pt x="15229" y="7381"/>
                  <a:pt x="15214" y="7396"/>
                </a:cubicBezTo>
                <a:cubicBezTo>
                  <a:pt x="15200" y="7411"/>
                  <a:pt x="15184" y="7424"/>
                  <a:pt x="15166" y="7435"/>
                </a:cubicBezTo>
                <a:cubicBezTo>
                  <a:pt x="15149" y="7447"/>
                  <a:pt x="15131" y="7457"/>
                  <a:pt x="15111" y="7465"/>
                </a:cubicBezTo>
                <a:cubicBezTo>
                  <a:pt x="15092" y="7473"/>
                  <a:pt x="15072" y="7479"/>
                  <a:pt x="15052" y="7483"/>
                </a:cubicBezTo>
                <a:cubicBezTo>
                  <a:pt x="15031" y="7487"/>
                  <a:pt x="15011" y="7489"/>
                  <a:pt x="14990" y="7489"/>
                </a:cubicBezTo>
                <a:lnTo>
                  <a:pt x="252" y="7489"/>
                </a:lnTo>
                <a:cubicBezTo>
                  <a:pt x="235" y="7489"/>
                  <a:pt x="219" y="7487"/>
                  <a:pt x="203" y="7483"/>
                </a:cubicBezTo>
                <a:cubicBezTo>
                  <a:pt x="186" y="7479"/>
                  <a:pt x="171" y="7473"/>
                  <a:pt x="155" y="7465"/>
                </a:cubicBezTo>
                <a:cubicBezTo>
                  <a:pt x="140" y="7457"/>
                  <a:pt x="126" y="7447"/>
                  <a:pt x="112" y="7435"/>
                </a:cubicBezTo>
                <a:cubicBezTo>
                  <a:pt x="98" y="7424"/>
                  <a:pt x="85" y="7411"/>
                  <a:pt x="74" y="7396"/>
                </a:cubicBezTo>
                <a:cubicBezTo>
                  <a:pt x="62" y="7381"/>
                  <a:pt x="52" y="7365"/>
                  <a:pt x="43" y="7348"/>
                </a:cubicBezTo>
                <a:cubicBezTo>
                  <a:pt x="33" y="7330"/>
                  <a:pt x="26" y="7312"/>
                  <a:pt x="19" y="7293"/>
                </a:cubicBezTo>
                <a:cubicBezTo>
                  <a:pt x="13" y="7274"/>
                  <a:pt x="8" y="7254"/>
                  <a:pt x="5" y="7233"/>
                </a:cubicBezTo>
                <a:cubicBezTo>
                  <a:pt x="2" y="7213"/>
                  <a:pt x="0" y="7192"/>
                  <a:pt x="0" y="7171"/>
                </a:cubicBezTo>
                <a:close/>
              </a:path>
            </a:pathLst>
          </a:custGeom>
          <a:solidFill>
            <a:srgbClr val="ECF9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6162480" y="1552320"/>
            <a:ext cx="114840" cy="2696040"/>
          </a:xfrm>
          <a:custGeom>
            <a:avLst/>
            <a:gdLst/>
            <a:ahLst/>
            <a:rect l="0" t="0" r="r" b="b"/>
            <a:pathLst>
              <a:path w="319" h="7489">
                <a:moveTo>
                  <a:pt x="0" y="0"/>
                </a:moveTo>
                <a:lnTo>
                  <a:pt x="319" y="0"/>
                </a:lnTo>
                <a:lnTo>
                  <a:pt x="319" y="7489"/>
                </a:lnTo>
                <a:lnTo>
                  <a:pt x="0" y="7489"/>
                </a:lnTo>
                <a:lnTo>
                  <a:pt x="0" y="0"/>
                </a:lnTo>
                <a:close/>
              </a:path>
            </a:pathLst>
          </a:custGeom>
          <a:solidFill>
            <a:srgbClr val="13880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6186240" y="4305240"/>
            <a:ext cx="5510520" cy="2552760"/>
          </a:xfrm>
          <a:custGeom>
            <a:avLst/>
            <a:gdLst/>
            <a:ahLst/>
            <a:rect l="0" t="0" r="r" b="b"/>
            <a:pathLst>
              <a:path w="15307" h="7091">
                <a:moveTo>
                  <a:pt x="0" y="7091"/>
                </a:moveTo>
                <a:lnTo>
                  <a:pt x="0" y="317"/>
                </a:lnTo>
                <a:cubicBezTo>
                  <a:pt x="0" y="296"/>
                  <a:pt x="2" y="276"/>
                  <a:pt x="5" y="255"/>
                </a:cubicBezTo>
                <a:cubicBezTo>
                  <a:pt x="8" y="235"/>
                  <a:pt x="13" y="215"/>
                  <a:pt x="19" y="196"/>
                </a:cubicBezTo>
                <a:cubicBezTo>
                  <a:pt x="26" y="176"/>
                  <a:pt x="33" y="158"/>
                  <a:pt x="43" y="141"/>
                </a:cubicBezTo>
                <a:cubicBezTo>
                  <a:pt x="52" y="123"/>
                  <a:pt x="62" y="107"/>
                  <a:pt x="74" y="93"/>
                </a:cubicBezTo>
                <a:cubicBezTo>
                  <a:pt x="85" y="78"/>
                  <a:pt x="98" y="65"/>
                  <a:pt x="112" y="53"/>
                </a:cubicBezTo>
                <a:cubicBezTo>
                  <a:pt x="126" y="42"/>
                  <a:pt x="140" y="32"/>
                  <a:pt x="155" y="24"/>
                </a:cubicBezTo>
                <a:cubicBezTo>
                  <a:pt x="171" y="16"/>
                  <a:pt x="186" y="10"/>
                  <a:pt x="203" y="6"/>
                </a:cubicBezTo>
                <a:cubicBezTo>
                  <a:pt x="219" y="2"/>
                  <a:pt x="235" y="0"/>
                  <a:pt x="252" y="0"/>
                </a:cubicBezTo>
                <a:lnTo>
                  <a:pt x="14990" y="0"/>
                </a:lnTo>
                <a:cubicBezTo>
                  <a:pt x="15011" y="0"/>
                  <a:pt x="15031" y="2"/>
                  <a:pt x="15052" y="6"/>
                </a:cubicBezTo>
                <a:cubicBezTo>
                  <a:pt x="15072" y="10"/>
                  <a:pt x="15092" y="16"/>
                  <a:pt x="15111" y="24"/>
                </a:cubicBezTo>
                <a:cubicBezTo>
                  <a:pt x="15131" y="32"/>
                  <a:pt x="15149" y="42"/>
                  <a:pt x="15166" y="53"/>
                </a:cubicBezTo>
                <a:cubicBezTo>
                  <a:pt x="15184" y="65"/>
                  <a:pt x="15200" y="78"/>
                  <a:pt x="15214" y="93"/>
                </a:cubicBezTo>
                <a:cubicBezTo>
                  <a:pt x="15229" y="107"/>
                  <a:pt x="15242" y="123"/>
                  <a:pt x="15254" y="141"/>
                </a:cubicBezTo>
                <a:cubicBezTo>
                  <a:pt x="15265" y="158"/>
                  <a:pt x="15275" y="176"/>
                  <a:pt x="15283" y="196"/>
                </a:cubicBezTo>
                <a:cubicBezTo>
                  <a:pt x="15291" y="215"/>
                  <a:pt x="15297" y="235"/>
                  <a:pt x="15301" y="255"/>
                </a:cubicBezTo>
                <a:cubicBezTo>
                  <a:pt x="15305" y="276"/>
                  <a:pt x="15307" y="296"/>
                  <a:pt x="15307" y="317"/>
                </a:cubicBezTo>
                <a:lnTo>
                  <a:pt x="15307" y="7091"/>
                </a:lnTo>
                <a:lnTo>
                  <a:pt x="0" y="7091"/>
                </a:lnTo>
                <a:close/>
              </a:path>
            </a:pathLst>
          </a:custGeom>
          <a:solidFill>
            <a:srgbClr val="ECF9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6162480" y="4305240"/>
            <a:ext cx="114840" cy="3181680"/>
          </a:xfrm>
          <a:custGeom>
            <a:avLst/>
            <a:gdLst/>
            <a:ahLst/>
            <a:rect l="0" t="0" r="r" b="b"/>
            <a:pathLst>
              <a:path w="319" h="8838">
                <a:moveTo>
                  <a:pt x="0" y="0"/>
                </a:moveTo>
                <a:lnTo>
                  <a:pt x="319" y="0"/>
                </a:lnTo>
                <a:lnTo>
                  <a:pt x="319" y="8838"/>
                </a:lnTo>
                <a:lnTo>
                  <a:pt x="0" y="8838"/>
                </a:lnTo>
                <a:lnTo>
                  <a:pt x="0" y="0"/>
                </a:lnTo>
                <a:close/>
              </a:path>
            </a:pathLst>
          </a:custGeom>
          <a:solidFill>
            <a:srgbClr val="13880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820800" y="6403680"/>
            <a:ext cx="411228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Manual routing, no AI triage,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7166520" y="1821600"/>
            <a:ext cx="446400" cy="32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Emoji"/>
                <a:ea typeface="SegoeUIEmoji"/>
              </a:rPr>
              <a:t>✅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7639920" y="1707840"/>
            <a:ext cx="266508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 PRAJA's Promise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6426360" y="2193840"/>
            <a:ext cx="415008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Auto-classify · Priority-score ·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6888960" y="2679480"/>
            <a:ext cx="342324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Track in real-time · Alert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6614640" y="3165120"/>
            <a:ext cx="394488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elected leaders when wards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8051400" y="3651120"/>
            <a:ext cx="146520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go critical.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7077960" y="4574520"/>
            <a:ext cx="446400" cy="32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Emoji"/>
                <a:ea typeface="SegoeUIEmoji"/>
              </a:rPr>
              <a:t>🚀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7551360" y="4460760"/>
            <a:ext cx="280764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 Target Resolution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7374600" y="4946400"/>
            <a:ext cx="265032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Smart routing cuts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6720840" y="5432400"/>
            <a:ext cx="376020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misdirected complaints by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6952680" y="5918040"/>
            <a:ext cx="332460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70%. AI priority scoring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11005920" y="6431400"/>
            <a:ext cx="852840" cy="426600"/>
          </a:xfrm>
          <a:custGeom>
            <a:avLst/>
            <a:gdLst/>
            <a:ahLst/>
            <a:rect l="0" t="0" r="r" b="b"/>
            <a:pathLst>
              <a:path w="2369" h="1185">
                <a:moveTo>
                  <a:pt x="0" y="1185"/>
                </a:moveTo>
                <a:lnTo>
                  <a:pt x="1184" y="0"/>
                </a:lnTo>
                <a:lnTo>
                  <a:pt x="2369" y="1185"/>
                </a:lnTo>
                <a:lnTo>
                  <a:pt x="0" y="1185"/>
                </a:ln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10858320" y="6747120"/>
            <a:ext cx="111240" cy="110880"/>
          </a:xfrm>
          <a:custGeom>
            <a:avLst/>
            <a:gdLst/>
            <a:ahLst/>
            <a:rect l="0" t="0" r="r" b="b"/>
            <a:pathLst>
              <a:path w="309" h="308">
                <a:moveTo>
                  <a:pt x="0" y="0"/>
                </a:moveTo>
                <a:lnTo>
                  <a:pt x="309" y="308"/>
                </a:lnTo>
                <a:lnTo>
                  <a:pt x="0" y="30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10858320" y="6579720"/>
            <a:ext cx="277920" cy="278280"/>
          </a:xfrm>
          <a:custGeom>
            <a:avLst/>
            <a:gdLst/>
            <a:ahLst/>
            <a:rect l="0" t="0" r="r" b="b"/>
            <a:pathLst>
              <a:path w="772" h="773">
                <a:moveTo>
                  <a:pt x="309" y="773"/>
                </a:moveTo>
                <a:lnTo>
                  <a:pt x="0" y="465"/>
                </a:lnTo>
                <a:lnTo>
                  <a:pt x="0" y="359"/>
                </a:lnTo>
                <a:lnTo>
                  <a:pt x="360" y="0"/>
                </a:lnTo>
                <a:lnTo>
                  <a:pt x="772" y="412"/>
                </a:lnTo>
                <a:lnTo>
                  <a:pt x="411" y="773"/>
                </a:lnTo>
                <a:lnTo>
                  <a:pt x="309" y="77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10858320" y="6450480"/>
            <a:ext cx="129600" cy="258840"/>
          </a:xfrm>
          <a:custGeom>
            <a:avLst/>
            <a:gdLst/>
            <a:ahLst/>
            <a:rect l="0" t="0" r="r" b="b"/>
            <a:pathLst>
              <a:path w="360" h="719">
                <a:moveTo>
                  <a:pt x="0" y="0"/>
                </a:moveTo>
                <a:lnTo>
                  <a:pt x="360" y="359"/>
                </a:lnTo>
                <a:lnTo>
                  <a:pt x="0" y="71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10987560" y="6431400"/>
            <a:ext cx="296640" cy="297000"/>
          </a:xfrm>
          <a:custGeom>
            <a:avLst/>
            <a:gdLst/>
            <a:ahLst/>
            <a:rect l="0" t="0" r="r" b="b"/>
            <a:pathLst>
              <a:path w="824" h="825">
                <a:moveTo>
                  <a:pt x="413" y="825"/>
                </a:moveTo>
                <a:lnTo>
                  <a:pt x="0" y="412"/>
                </a:lnTo>
                <a:lnTo>
                  <a:pt x="413" y="0"/>
                </a:lnTo>
                <a:lnTo>
                  <a:pt x="824" y="412"/>
                </a:lnTo>
                <a:lnTo>
                  <a:pt x="413" y="8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11135880" y="6283440"/>
            <a:ext cx="296640" cy="296640"/>
          </a:xfrm>
          <a:custGeom>
            <a:avLst/>
            <a:gdLst/>
            <a:ahLst/>
            <a:rect l="0" t="0" r="r" b="b"/>
            <a:pathLst>
              <a:path w="824" h="824">
                <a:moveTo>
                  <a:pt x="411" y="824"/>
                </a:moveTo>
                <a:lnTo>
                  <a:pt x="0" y="412"/>
                </a:lnTo>
                <a:lnTo>
                  <a:pt x="411" y="0"/>
                </a:lnTo>
                <a:lnTo>
                  <a:pt x="824" y="412"/>
                </a:lnTo>
                <a:lnTo>
                  <a:pt x="411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10858320" y="6283440"/>
            <a:ext cx="277920" cy="296640"/>
          </a:xfrm>
          <a:custGeom>
            <a:avLst/>
            <a:gdLst/>
            <a:ahLst/>
            <a:rect l="0" t="0" r="r" b="b"/>
            <a:pathLst>
              <a:path w="772" h="824">
                <a:moveTo>
                  <a:pt x="360" y="824"/>
                </a:moveTo>
                <a:lnTo>
                  <a:pt x="0" y="465"/>
                </a:lnTo>
                <a:lnTo>
                  <a:pt x="0" y="360"/>
                </a:lnTo>
                <a:lnTo>
                  <a:pt x="360" y="0"/>
                </a:lnTo>
                <a:lnTo>
                  <a:pt x="772" y="412"/>
                </a:lnTo>
                <a:lnTo>
                  <a:pt x="360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10987560" y="6135120"/>
            <a:ext cx="296640" cy="296640"/>
          </a:xfrm>
          <a:custGeom>
            <a:avLst/>
            <a:gdLst/>
            <a:ahLst/>
            <a:rect l="0" t="0" r="r" b="b"/>
            <a:pathLst>
              <a:path w="824" h="824">
                <a:moveTo>
                  <a:pt x="413" y="824"/>
                </a:moveTo>
                <a:lnTo>
                  <a:pt x="0" y="412"/>
                </a:lnTo>
                <a:lnTo>
                  <a:pt x="413" y="0"/>
                </a:lnTo>
                <a:lnTo>
                  <a:pt x="824" y="412"/>
                </a:lnTo>
                <a:lnTo>
                  <a:pt x="413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10858320" y="5857560"/>
            <a:ext cx="277920" cy="555480"/>
          </a:xfrm>
          <a:custGeom>
            <a:avLst/>
            <a:gdLst/>
            <a:ahLst/>
            <a:rect l="0" t="0" r="r" b="b"/>
            <a:pathLst>
              <a:path w="772" h="1543">
                <a:moveTo>
                  <a:pt x="0" y="0"/>
                </a:moveTo>
                <a:lnTo>
                  <a:pt x="772" y="771"/>
                </a:lnTo>
                <a:lnTo>
                  <a:pt x="0" y="154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11432160" y="5838480"/>
            <a:ext cx="759960" cy="1019520"/>
          </a:xfrm>
          <a:custGeom>
            <a:avLst/>
            <a:gdLst/>
            <a:ahLst/>
            <a:rect l="0" t="0" r="r" b="b"/>
            <a:pathLst>
              <a:path w="2111" h="2832">
                <a:moveTo>
                  <a:pt x="1185" y="2832"/>
                </a:moveTo>
                <a:lnTo>
                  <a:pt x="0" y="1647"/>
                </a:lnTo>
                <a:lnTo>
                  <a:pt x="1648" y="0"/>
                </a:lnTo>
                <a:lnTo>
                  <a:pt x="2111" y="463"/>
                </a:lnTo>
                <a:lnTo>
                  <a:pt x="2111" y="2832"/>
                </a:lnTo>
                <a:lnTo>
                  <a:pt x="1185" y="2832"/>
                </a:ln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12025080" y="5671800"/>
            <a:ext cx="167040" cy="333720"/>
          </a:xfrm>
          <a:custGeom>
            <a:avLst/>
            <a:gdLst/>
            <a:ahLst/>
            <a:rect l="0" t="0" r="r" b="b"/>
            <a:pathLst>
              <a:path w="464" h="927">
                <a:moveTo>
                  <a:pt x="464" y="927"/>
                </a:moveTo>
                <a:lnTo>
                  <a:pt x="0" y="464"/>
                </a:lnTo>
                <a:lnTo>
                  <a:pt x="464" y="0"/>
                </a:lnTo>
                <a:lnTo>
                  <a:pt x="464" y="927"/>
                </a:ln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11283840" y="6135120"/>
            <a:ext cx="297000" cy="296640"/>
          </a:xfrm>
          <a:custGeom>
            <a:avLst/>
            <a:gdLst/>
            <a:ahLst/>
            <a:rect l="0" t="0" r="r" b="b"/>
            <a:pathLst>
              <a:path w="825" h="824">
                <a:moveTo>
                  <a:pt x="413" y="824"/>
                </a:moveTo>
                <a:lnTo>
                  <a:pt x="0" y="412"/>
                </a:lnTo>
                <a:lnTo>
                  <a:pt x="413" y="0"/>
                </a:lnTo>
                <a:lnTo>
                  <a:pt x="825" y="412"/>
                </a:lnTo>
                <a:lnTo>
                  <a:pt x="413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11432160" y="5986800"/>
            <a:ext cx="297000" cy="297000"/>
          </a:xfrm>
          <a:custGeom>
            <a:avLst/>
            <a:gdLst/>
            <a:ahLst/>
            <a:rect l="0" t="0" r="r" b="b"/>
            <a:pathLst>
              <a:path w="825" h="825">
                <a:moveTo>
                  <a:pt x="412" y="825"/>
                </a:moveTo>
                <a:lnTo>
                  <a:pt x="0" y="413"/>
                </a:lnTo>
                <a:lnTo>
                  <a:pt x="412" y="0"/>
                </a:lnTo>
                <a:lnTo>
                  <a:pt x="825" y="413"/>
                </a:lnTo>
                <a:lnTo>
                  <a:pt x="412" y="8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11135880" y="5986800"/>
            <a:ext cx="296640" cy="297000"/>
          </a:xfrm>
          <a:custGeom>
            <a:avLst/>
            <a:gdLst/>
            <a:ahLst/>
            <a:rect l="0" t="0" r="r" b="b"/>
            <a:pathLst>
              <a:path w="824" h="825">
                <a:moveTo>
                  <a:pt x="411" y="825"/>
                </a:moveTo>
                <a:lnTo>
                  <a:pt x="0" y="413"/>
                </a:lnTo>
                <a:lnTo>
                  <a:pt x="411" y="0"/>
                </a:lnTo>
                <a:lnTo>
                  <a:pt x="824" y="413"/>
                </a:lnTo>
                <a:lnTo>
                  <a:pt x="411" y="8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11283840" y="5838480"/>
            <a:ext cx="297000" cy="297000"/>
          </a:xfrm>
          <a:custGeom>
            <a:avLst/>
            <a:gdLst/>
            <a:ahLst/>
            <a:rect l="0" t="0" r="r" b="b"/>
            <a:pathLst>
              <a:path w="825" h="825">
                <a:moveTo>
                  <a:pt x="413" y="825"/>
                </a:moveTo>
                <a:lnTo>
                  <a:pt x="0" y="412"/>
                </a:lnTo>
                <a:lnTo>
                  <a:pt x="413" y="0"/>
                </a:lnTo>
                <a:lnTo>
                  <a:pt x="825" y="412"/>
                </a:lnTo>
                <a:lnTo>
                  <a:pt x="413" y="8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11580480" y="5838480"/>
            <a:ext cx="296640" cy="297000"/>
          </a:xfrm>
          <a:custGeom>
            <a:avLst/>
            <a:gdLst/>
            <a:ahLst/>
            <a:rect l="0" t="0" r="r" b="b"/>
            <a:pathLst>
              <a:path w="824" h="825">
                <a:moveTo>
                  <a:pt x="413" y="825"/>
                </a:moveTo>
                <a:lnTo>
                  <a:pt x="0" y="412"/>
                </a:lnTo>
                <a:lnTo>
                  <a:pt x="413" y="0"/>
                </a:lnTo>
                <a:lnTo>
                  <a:pt x="824" y="412"/>
                </a:lnTo>
                <a:lnTo>
                  <a:pt x="413" y="8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11728800" y="5690520"/>
            <a:ext cx="296640" cy="296640"/>
          </a:xfrm>
          <a:custGeom>
            <a:avLst/>
            <a:gdLst/>
            <a:ahLst/>
            <a:rect l="0" t="0" r="r" b="b"/>
            <a:pathLst>
              <a:path w="824" h="824">
                <a:moveTo>
                  <a:pt x="411" y="824"/>
                </a:moveTo>
                <a:lnTo>
                  <a:pt x="0" y="412"/>
                </a:lnTo>
                <a:lnTo>
                  <a:pt x="411" y="0"/>
                </a:lnTo>
                <a:lnTo>
                  <a:pt x="824" y="412"/>
                </a:lnTo>
                <a:lnTo>
                  <a:pt x="411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11432160" y="5690520"/>
            <a:ext cx="297000" cy="296640"/>
          </a:xfrm>
          <a:custGeom>
            <a:avLst/>
            <a:gdLst/>
            <a:ahLst/>
            <a:rect l="0" t="0" r="r" b="b"/>
            <a:pathLst>
              <a:path w="825" h="824">
                <a:moveTo>
                  <a:pt x="412" y="824"/>
                </a:moveTo>
                <a:lnTo>
                  <a:pt x="0" y="412"/>
                </a:lnTo>
                <a:lnTo>
                  <a:pt x="412" y="0"/>
                </a:lnTo>
                <a:lnTo>
                  <a:pt x="825" y="412"/>
                </a:lnTo>
                <a:lnTo>
                  <a:pt x="412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11580480" y="5542200"/>
            <a:ext cx="296640" cy="296640"/>
          </a:xfrm>
          <a:custGeom>
            <a:avLst/>
            <a:gdLst/>
            <a:ahLst/>
            <a:rect l="0" t="0" r="r" b="b"/>
            <a:pathLst>
              <a:path w="824" h="824">
                <a:moveTo>
                  <a:pt x="413" y="824"/>
                </a:moveTo>
                <a:lnTo>
                  <a:pt x="0" y="412"/>
                </a:lnTo>
                <a:lnTo>
                  <a:pt x="413" y="0"/>
                </a:lnTo>
                <a:lnTo>
                  <a:pt x="824" y="412"/>
                </a:lnTo>
                <a:lnTo>
                  <a:pt x="413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10858320" y="5542200"/>
            <a:ext cx="574200" cy="593280"/>
          </a:xfrm>
          <a:custGeom>
            <a:avLst/>
            <a:gdLst/>
            <a:ahLst/>
            <a:rect l="0" t="0" r="r" b="b"/>
            <a:pathLst>
              <a:path w="1595" h="1648">
                <a:moveTo>
                  <a:pt x="771" y="1648"/>
                </a:moveTo>
                <a:lnTo>
                  <a:pt x="0" y="877"/>
                </a:lnTo>
                <a:lnTo>
                  <a:pt x="0" y="772"/>
                </a:lnTo>
                <a:lnTo>
                  <a:pt x="771" y="0"/>
                </a:lnTo>
                <a:lnTo>
                  <a:pt x="1595" y="824"/>
                </a:lnTo>
                <a:lnTo>
                  <a:pt x="771" y="164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11135880" y="5524200"/>
            <a:ext cx="593280" cy="314640"/>
          </a:xfrm>
          <a:custGeom>
            <a:avLst/>
            <a:gdLst/>
            <a:ahLst/>
            <a:rect l="0" t="0" r="r" b="b"/>
            <a:pathLst>
              <a:path w="1648" h="874">
                <a:moveTo>
                  <a:pt x="823" y="874"/>
                </a:moveTo>
                <a:lnTo>
                  <a:pt x="0" y="50"/>
                </a:lnTo>
                <a:lnTo>
                  <a:pt x="49" y="0"/>
                </a:lnTo>
                <a:lnTo>
                  <a:pt x="1598" y="0"/>
                </a:lnTo>
                <a:lnTo>
                  <a:pt x="1648" y="50"/>
                </a:lnTo>
                <a:lnTo>
                  <a:pt x="823" y="87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11876760" y="5542200"/>
            <a:ext cx="297000" cy="296640"/>
          </a:xfrm>
          <a:custGeom>
            <a:avLst/>
            <a:gdLst/>
            <a:ahLst/>
            <a:rect l="0" t="0" r="r" b="b"/>
            <a:pathLst>
              <a:path w="825" h="824">
                <a:moveTo>
                  <a:pt x="413" y="824"/>
                </a:moveTo>
                <a:lnTo>
                  <a:pt x="0" y="412"/>
                </a:lnTo>
                <a:lnTo>
                  <a:pt x="413" y="0"/>
                </a:lnTo>
                <a:lnTo>
                  <a:pt x="825" y="412"/>
                </a:lnTo>
                <a:lnTo>
                  <a:pt x="413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12025080" y="5524200"/>
            <a:ext cx="167040" cy="166680"/>
          </a:xfrm>
          <a:custGeom>
            <a:avLst/>
            <a:gdLst/>
            <a:ahLst/>
            <a:rect l="0" t="0" r="r" b="b"/>
            <a:pathLst>
              <a:path w="464" h="463">
                <a:moveTo>
                  <a:pt x="413" y="463"/>
                </a:moveTo>
                <a:lnTo>
                  <a:pt x="0" y="50"/>
                </a:lnTo>
                <a:lnTo>
                  <a:pt x="50" y="0"/>
                </a:lnTo>
                <a:lnTo>
                  <a:pt x="464" y="0"/>
                </a:lnTo>
                <a:lnTo>
                  <a:pt x="464" y="411"/>
                </a:lnTo>
                <a:lnTo>
                  <a:pt x="413" y="46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11728800" y="5524200"/>
            <a:ext cx="296640" cy="166680"/>
          </a:xfrm>
          <a:custGeom>
            <a:avLst/>
            <a:gdLst/>
            <a:ahLst/>
            <a:rect l="0" t="0" r="r" b="b"/>
            <a:pathLst>
              <a:path w="824" h="463">
                <a:moveTo>
                  <a:pt x="411" y="463"/>
                </a:moveTo>
                <a:lnTo>
                  <a:pt x="0" y="50"/>
                </a:lnTo>
                <a:lnTo>
                  <a:pt x="49" y="0"/>
                </a:lnTo>
                <a:lnTo>
                  <a:pt x="775" y="0"/>
                </a:lnTo>
                <a:lnTo>
                  <a:pt x="824" y="50"/>
                </a:lnTo>
                <a:lnTo>
                  <a:pt x="411" y="46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12007440" y="5524200"/>
            <a:ext cx="36000" cy="18360"/>
          </a:xfrm>
          <a:custGeom>
            <a:avLst/>
            <a:gdLst/>
            <a:ahLst/>
            <a:rect l="0" t="0" r="r" b="b"/>
            <a:pathLst>
              <a:path w="100" h="51">
                <a:moveTo>
                  <a:pt x="49" y="51"/>
                </a:moveTo>
                <a:lnTo>
                  <a:pt x="0" y="0"/>
                </a:lnTo>
                <a:lnTo>
                  <a:pt x="100" y="0"/>
                </a:lnTo>
                <a:lnTo>
                  <a:pt x="49" y="5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11710800" y="5524200"/>
            <a:ext cx="36000" cy="18360"/>
          </a:xfrm>
          <a:custGeom>
            <a:avLst/>
            <a:gdLst/>
            <a:ahLst/>
            <a:rect l="0" t="0" r="r" b="b"/>
            <a:pathLst>
              <a:path w="100" h="51">
                <a:moveTo>
                  <a:pt x="50" y="51"/>
                </a:moveTo>
                <a:lnTo>
                  <a:pt x="0" y="0"/>
                </a:lnTo>
                <a:lnTo>
                  <a:pt x="100" y="0"/>
                </a:lnTo>
                <a:lnTo>
                  <a:pt x="50" y="5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10858320" y="5524200"/>
            <a:ext cx="295560" cy="295920"/>
          </a:xfrm>
          <a:custGeom>
            <a:avLst/>
            <a:gdLst/>
            <a:ahLst/>
            <a:rect l="0" t="0" r="r" b="b"/>
            <a:pathLst>
              <a:path w="821" h="822">
                <a:moveTo>
                  <a:pt x="0" y="0"/>
                </a:moveTo>
                <a:lnTo>
                  <a:pt x="821" y="0"/>
                </a:lnTo>
                <a:lnTo>
                  <a:pt x="0" y="82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11698200" y="6266520"/>
            <a:ext cx="234720" cy="295920"/>
          </a:xfrm>
          <a:custGeom>
            <a:avLst/>
            <a:gdLst/>
            <a:ahLst/>
            <a:rect l="0" t="0" r="r" b="b"/>
            <a:pathLst>
              <a:path w="652" h="822">
                <a:moveTo>
                  <a:pt x="0" y="0"/>
                </a:moveTo>
                <a:lnTo>
                  <a:pt x="652" y="0"/>
                </a:lnTo>
                <a:lnTo>
                  <a:pt x="652" y="822"/>
                </a:lnTo>
                <a:lnTo>
                  <a:pt x="0" y="822"/>
                </a:lnTo>
                <a:lnTo>
                  <a:pt x="0" y="0"/>
                </a:lnTo>
                <a:close/>
              </a:path>
            </a:pathLst>
          </a:custGeom>
          <a:solidFill>
            <a:srgbClr val="FDFC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6858360" y="6403680"/>
            <a:ext cx="348480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surfaces urgent issues in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11754360" y="624924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SegoeUI"/>
                <a:ea typeface="SegoeUI"/>
              </a:rPr>
              <a:t>2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11754360" y="624924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202228"/>
                </a:solidFill>
                <a:effectLst/>
                <a:uFillTx/>
                <a:latin typeface="SegoeUI"/>
                <a:ea typeface="SegoeUI"/>
              </a:rPr>
              <a:t>2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0" y="0"/>
            <a:ext cx="12192120" cy="76320"/>
          </a:xfrm>
          <a:custGeom>
            <a:avLst/>
            <a:gdLst/>
            <a:ahLst/>
            <a:rect l="0" t="0" r="r" b="b"/>
            <a:pathLst>
              <a:path w="33867" h="212">
                <a:moveTo>
                  <a:pt x="0" y="0"/>
                </a:moveTo>
                <a:lnTo>
                  <a:pt x="33867" y="0"/>
                </a:lnTo>
                <a:lnTo>
                  <a:pt x="33867" y="212"/>
                </a:lnTo>
                <a:lnTo>
                  <a:pt x="0" y="212"/>
                </a:lnTo>
                <a:lnTo>
                  <a:pt x="0" y="0"/>
                </a:ln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495000" y="1276200"/>
            <a:ext cx="11201760" cy="28800"/>
          </a:xfrm>
          <a:custGeom>
            <a:avLst/>
            <a:gdLst/>
            <a:ahLst/>
            <a:rect l="0" t="0" r="r" b="b"/>
            <a:pathLst>
              <a:path w="31116" h="80">
                <a:moveTo>
                  <a:pt x="0" y="0"/>
                </a:moveTo>
                <a:lnTo>
                  <a:pt x="31116" y="0"/>
                </a:lnTo>
                <a:lnTo>
                  <a:pt x="31116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518760" y="1552320"/>
            <a:ext cx="3634200" cy="5305680"/>
          </a:xfrm>
          <a:custGeom>
            <a:avLst/>
            <a:gdLst/>
            <a:ahLst/>
            <a:rect l="0" t="0" r="r" b="b"/>
            <a:pathLst>
              <a:path w="10095" h="14738">
                <a:moveTo>
                  <a:pt x="0" y="14738"/>
                </a:moveTo>
                <a:lnTo>
                  <a:pt x="0" y="318"/>
                </a:lnTo>
                <a:cubicBezTo>
                  <a:pt x="0" y="297"/>
                  <a:pt x="2" y="276"/>
                  <a:pt x="5" y="256"/>
                </a:cubicBezTo>
                <a:cubicBezTo>
                  <a:pt x="9" y="235"/>
                  <a:pt x="13" y="215"/>
                  <a:pt x="20" y="196"/>
                </a:cubicBezTo>
                <a:cubicBezTo>
                  <a:pt x="26" y="177"/>
                  <a:pt x="34" y="159"/>
                  <a:pt x="43" y="141"/>
                </a:cubicBezTo>
                <a:cubicBezTo>
                  <a:pt x="52" y="124"/>
                  <a:pt x="62" y="108"/>
                  <a:pt x="74" y="93"/>
                </a:cubicBezTo>
                <a:cubicBezTo>
                  <a:pt x="86" y="78"/>
                  <a:pt x="98" y="65"/>
                  <a:pt x="112" y="54"/>
                </a:cubicBezTo>
                <a:cubicBezTo>
                  <a:pt x="126" y="42"/>
                  <a:pt x="140" y="32"/>
                  <a:pt x="156" y="24"/>
                </a:cubicBezTo>
                <a:cubicBezTo>
                  <a:pt x="171" y="16"/>
                  <a:pt x="187" y="10"/>
                  <a:pt x="203" y="6"/>
                </a:cubicBezTo>
                <a:cubicBezTo>
                  <a:pt x="219" y="2"/>
                  <a:pt x="235" y="0"/>
                  <a:pt x="252" y="0"/>
                </a:cubicBezTo>
                <a:lnTo>
                  <a:pt x="9778" y="0"/>
                </a:lnTo>
                <a:cubicBezTo>
                  <a:pt x="9799" y="0"/>
                  <a:pt x="9819" y="2"/>
                  <a:pt x="9840" y="6"/>
                </a:cubicBezTo>
                <a:cubicBezTo>
                  <a:pt x="9860" y="10"/>
                  <a:pt x="9880" y="16"/>
                  <a:pt x="9899" y="24"/>
                </a:cubicBezTo>
                <a:cubicBezTo>
                  <a:pt x="9919" y="32"/>
                  <a:pt x="9937" y="42"/>
                  <a:pt x="9954" y="54"/>
                </a:cubicBezTo>
                <a:cubicBezTo>
                  <a:pt x="9972" y="65"/>
                  <a:pt x="9988" y="78"/>
                  <a:pt x="10002" y="93"/>
                </a:cubicBezTo>
                <a:cubicBezTo>
                  <a:pt x="10017" y="108"/>
                  <a:pt x="10030" y="124"/>
                  <a:pt x="10042" y="141"/>
                </a:cubicBezTo>
                <a:cubicBezTo>
                  <a:pt x="10053" y="159"/>
                  <a:pt x="10063" y="177"/>
                  <a:pt x="10071" y="196"/>
                </a:cubicBezTo>
                <a:cubicBezTo>
                  <a:pt x="10079" y="215"/>
                  <a:pt x="10085" y="235"/>
                  <a:pt x="10089" y="256"/>
                </a:cubicBezTo>
                <a:cubicBezTo>
                  <a:pt x="10093" y="276"/>
                  <a:pt x="10095" y="297"/>
                  <a:pt x="10095" y="318"/>
                </a:cubicBezTo>
                <a:lnTo>
                  <a:pt x="10095" y="14738"/>
                </a:lnTo>
                <a:lnTo>
                  <a:pt x="0" y="14738"/>
                </a:lnTo>
                <a:close/>
              </a:path>
            </a:pathLst>
          </a:custGeom>
          <a:solidFill>
            <a:srgbClr val="FFF7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495000" y="1552320"/>
            <a:ext cx="114840" cy="5648760"/>
          </a:xfrm>
          <a:custGeom>
            <a:avLst/>
            <a:gdLst/>
            <a:ahLst/>
            <a:rect l="0" t="0" r="r" b="b"/>
            <a:pathLst>
              <a:path w="319" h="15691">
                <a:moveTo>
                  <a:pt x="0" y="0"/>
                </a:moveTo>
                <a:lnTo>
                  <a:pt x="319" y="0"/>
                </a:lnTo>
                <a:lnTo>
                  <a:pt x="319" y="15691"/>
                </a:lnTo>
                <a:lnTo>
                  <a:pt x="0" y="15691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3140280" y="440640"/>
            <a:ext cx="5402520" cy="76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50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Three Core Modules</a:t>
            </a:r>
            <a:endParaRPr lang="en-IN" sz="4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2111400" y="1821600"/>
            <a:ext cx="446400" cy="32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Emoji"/>
                <a:ea typeface="SegoeUIEmoji"/>
              </a:rPr>
              <a:t>📢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1227600" y="2193840"/>
            <a:ext cx="193500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GrievanceOS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1352160" y="3165120"/>
            <a:ext cx="162432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Citizens file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1123920" y="3651120"/>
            <a:ext cx="205344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complaints via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847440" y="4136760"/>
            <a:ext cx="256284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Web · WhatsApp ·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1276200" y="5628960"/>
            <a:ext cx="2143440" cy="438480"/>
          </a:xfrm>
          <a:custGeom>
            <a:avLst/>
            <a:gdLst/>
            <a:ahLst/>
            <a:rect l="0" t="0" r="r" b="b"/>
            <a:pathLst>
              <a:path w="5954" h="1218">
                <a:moveTo>
                  <a:pt x="0" y="688"/>
                </a:moveTo>
                <a:lnTo>
                  <a:pt x="0" y="530"/>
                </a:lnTo>
                <a:cubicBezTo>
                  <a:pt x="0" y="495"/>
                  <a:pt x="3" y="460"/>
                  <a:pt x="10" y="426"/>
                </a:cubicBezTo>
                <a:cubicBezTo>
                  <a:pt x="17" y="392"/>
                  <a:pt x="27" y="359"/>
                  <a:pt x="40" y="327"/>
                </a:cubicBezTo>
                <a:cubicBezTo>
                  <a:pt x="53" y="295"/>
                  <a:pt x="70" y="264"/>
                  <a:pt x="89" y="236"/>
                </a:cubicBezTo>
                <a:cubicBezTo>
                  <a:pt x="108" y="207"/>
                  <a:pt x="130" y="180"/>
                  <a:pt x="155" y="155"/>
                </a:cubicBezTo>
                <a:cubicBezTo>
                  <a:pt x="179" y="131"/>
                  <a:pt x="206" y="109"/>
                  <a:pt x="235" y="90"/>
                </a:cubicBezTo>
                <a:cubicBezTo>
                  <a:pt x="264" y="70"/>
                  <a:pt x="294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0" y="4"/>
                  <a:pt x="494" y="0"/>
                  <a:pt x="529" y="0"/>
                </a:cubicBezTo>
                <a:lnTo>
                  <a:pt x="5425" y="0"/>
                </a:lnTo>
                <a:cubicBezTo>
                  <a:pt x="5460" y="0"/>
                  <a:pt x="5494" y="4"/>
                  <a:pt x="5528" y="11"/>
                </a:cubicBezTo>
                <a:cubicBezTo>
                  <a:pt x="5562" y="17"/>
                  <a:pt x="5595" y="27"/>
                  <a:pt x="5627" y="41"/>
                </a:cubicBezTo>
                <a:cubicBezTo>
                  <a:pt x="5659" y="54"/>
                  <a:pt x="5690" y="70"/>
                  <a:pt x="5719" y="90"/>
                </a:cubicBezTo>
                <a:cubicBezTo>
                  <a:pt x="5748" y="109"/>
                  <a:pt x="5774" y="131"/>
                  <a:pt x="5799" y="155"/>
                </a:cubicBezTo>
                <a:cubicBezTo>
                  <a:pt x="5824" y="180"/>
                  <a:pt x="5846" y="207"/>
                  <a:pt x="5865" y="236"/>
                </a:cubicBezTo>
                <a:cubicBezTo>
                  <a:pt x="5884" y="264"/>
                  <a:pt x="5900" y="295"/>
                  <a:pt x="5914" y="327"/>
                </a:cubicBezTo>
                <a:cubicBezTo>
                  <a:pt x="5927" y="359"/>
                  <a:pt x="5937" y="392"/>
                  <a:pt x="5944" y="426"/>
                </a:cubicBezTo>
                <a:cubicBezTo>
                  <a:pt x="5951" y="460"/>
                  <a:pt x="5954" y="495"/>
                  <a:pt x="5954" y="530"/>
                </a:cubicBezTo>
                <a:lnTo>
                  <a:pt x="5954" y="688"/>
                </a:lnTo>
                <a:cubicBezTo>
                  <a:pt x="5954" y="723"/>
                  <a:pt x="5951" y="757"/>
                  <a:pt x="5944" y="792"/>
                </a:cubicBezTo>
                <a:cubicBezTo>
                  <a:pt x="5937" y="827"/>
                  <a:pt x="5927" y="860"/>
                  <a:pt x="5914" y="892"/>
                </a:cubicBezTo>
                <a:cubicBezTo>
                  <a:pt x="5900" y="924"/>
                  <a:pt x="5884" y="954"/>
                  <a:pt x="5865" y="983"/>
                </a:cubicBezTo>
                <a:cubicBezTo>
                  <a:pt x="5846" y="1012"/>
                  <a:pt x="5824" y="1039"/>
                  <a:pt x="5799" y="1063"/>
                </a:cubicBezTo>
                <a:cubicBezTo>
                  <a:pt x="5774" y="1088"/>
                  <a:pt x="5748" y="1110"/>
                  <a:pt x="5719" y="1129"/>
                </a:cubicBezTo>
                <a:cubicBezTo>
                  <a:pt x="5690" y="1149"/>
                  <a:pt x="5659" y="1165"/>
                  <a:pt x="5627" y="1178"/>
                </a:cubicBezTo>
                <a:cubicBezTo>
                  <a:pt x="5595" y="1191"/>
                  <a:pt x="5562" y="1202"/>
                  <a:pt x="5528" y="1208"/>
                </a:cubicBezTo>
                <a:cubicBezTo>
                  <a:pt x="5494" y="1215"/>
                  <a:pt x="5460" y="1218"/>
                  <a:pt x="5425" y="1218"/>
                </a:cubicBezTo>
                <a:lnTo>
                  <a:pt x="529" y="1218"/>
                </a:lnTo>
                <a:cubicBezTo>
                  <a:pt x="494" y="1218"/>
                  <a:pt x="460" y="1215"/>
                  <a:pt x="426" y="1208"/>
                </a:cubicBezTo>
                <a:cubicBezTo>
                  <a:pt x="392" y="1202"/>
                  <a:pt x="359" y="1191"/>
                  <a:pt x="327" y="1178"/>
                </a:cubicBezTo>
                <a:cubicBezTo>
                  <a:pt x="294" y="1165"/>
                  <a:pt x="264" y="1149"/>
                  <a:pt x="235" y="1129"/>
                </a:cubicBezTo>
                <a:cubicBezTo>
                  <a:pt x="206" y="1110"/>
                  <a:pt x="179" y="1088"/>
                  <a:pt x="155" y="1063"/>
                </a:cubicBezTo>
                <a:cubicBezTo>
                  <a:pt x="130" y="1039"/>
                  <a:pt x="108" y="1012"/>
                  <a:pt x="89" y="983"/>
                </a:cubicBezTo>
                <a:cubicBezTo>
                  <a:pt x="70" y="954"/>
                  <a:pt x="53" y="924"/>
                  <a:pt x="40" y="892"/>
                </a:cubicBezTo>
                <a:cubicBezTo>
                  <a:pt x="27" y="860"/>
                  <a:pt x="17" y="827"/>
                  <a:pt x="10" y="792"/>
                </a:cubicBezTo>
                <a:cubicBezTo>
                  <a:pt x="3" y="757"/>
                  <a:pt x="0" y="723"/>
                  <a:pt x="0" y="688"/>
                </a:cubicBez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1014120" y="4622760"/>
            <a:ext cx="223668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SMS · Voice call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1238040" y="6153120"/>
            <a:ext cx="2219760" cy="438480"/>
          </a:xfrm>
          <a:custGeom>
            <a:avLst/>
            <a:gdLst/>
            <a:ahLst/>
            <a:rect l="0" t="0" r="r" b="b"/>
            <a:pathLst>
              <a:path w="6166" h="1218">
                <a:moveTo>
                  <a:pt x="0" y="688"/>
                </a:moveTo>
                <a:lnTo>
                  <a:pt x="0" y="529"/>
                </a:lnTo>
                <a:cubicBezTo>
                  <a:pt x="0" y="494"/>
                  <a:pt x="3" y="460"/>
                  <a:pt x="10" y="426"/>
                </a:cubicBezTo>
                <a:cubicBezTo>
                  <a:pt x="17" y="391"/>
                  <a:pt x="27" y="358"/>
                  <a:pt x="40" y="326"/>
                </a:cubicBezTo>
                <a:cubicBezTo>
                  <a:pt x="54" y="294"/>
                  <a:pt x="70" y="264"/>
                  <a:pt x="89" y="235"/>
                </a:cubicBezTo>
                <a:cubicBezTo>
                  <a:pt x="109" y="206"/>
                  <a:pt x="131" y="179"/>
                  <a:pt x="155" y="155"/>
                </a:cubicBezTo>
                <a:cubicBezTo>
                  <a:pt x="180" y="130"/>
                  <a:pt x="206" y="108"/>
                  <a:pt x="235" y="89"/>
                </a:cubicBezTo>
                <a:cubicBezTo>
                  <a:pt x="264" y="69"/>
                  <a:pt x="295" y="53"/>
                  <a:pt x="327" y="40"/>
                </a:cubicBezTo>
                <a:cubicBezTo>
                  <a:pt x="359" y="27"/>
                  <a:pt x="392" y="17"/>
                  <a:pt x="426" y="10"/>
                </a:cubicBezTo>
                <a:cubicBezTo>
                  <a:pt x="460" y="3"/>
                  <a:pt x="495" y="0"/>
                  <a:pt x="529" y="0"/>
                </a:cubicBezTo>
                <a:lnTo>
                  <a:pt x="5636" y="0"/>
                </a:lnTo>
                <a:cubicBezTo>
                  <a:pt x="5670" y="0"/>
                  <a:pt x="5705" y="3"/>
                  <a:pt x="5739" y="10"/>
                </a:cubicBezTo>
                <a:cubicBezTo>
                  <a:pt x="5773" y="17"/>
                  <a:pt x="5806" y="27"/>
                  <a:pt x="5839" y="40"/>
                </a:cubicBezTo>
                <a:cubicBezTo>
                  <a:pt x="5871" y="53"/>
                  <a:pt x="5902" y="69"/>
                  <a:pt x="5931" y="89"/>
                </a:cubicBezTo>
                <a:cubicBezTo>
                  <a:pt x="5960" y="108"/>
                  <a:pt x="5986" y="130"/>
                  <a:pt x="6011" y="155"/>
                </a:cubicBezTo>
                <a:cubicBezTo>
                  <a:pt x="6035" y="179"/>
                  <a:pt x="6057" y="206"/>
                  <a:pt x="6077" y="235"/>
                </a:cubicBezTo>
                <a:cubicBezTo>
                  <a:pt x="6096" y="264"/>
                  <a:pt x="6112" y="294"/>
                  <a:pt x="6126" y="326"/>
                </a:cubicBezTo>
                <a:cubicBezTo>
                  <a:pt x="6139" y="358"/>
                  <a:pt x="6149" y="391"/>
                  <a:pt x="6156" y="426"/>
                </a:cubicBezTo>
                <a:cubicBezTo>
                  <a:pt x="6162" y="460"/>
                  <a:pt x="6166" y="494"/>
                  <a:pt x="6166" y="529"/>
                </a:cubicBezTo>
                <a:lnTo>
                  <a:pt x="6166" y="688"/>
                </a:lnTo>
                <a:cubicBezTo>
                  <a:pt x="6166" y="723"/>
                  <a:pt x="6162" y="758"/>
                  <a:pt x="6156" y="792"/>
                </a:cubicBezTo>
                <a:cubicBezTo>
                  <a:pt x="6149" y="826"/>
                  <a:pt x="6139" y="859"/>
                  <a:pt x="6126" y="891"/>
                </a:cubicBezTo>
                <a:cubicBezTo>
                  <a:pt x="6112" y="923"/>
                  <a:pt x="6096" y="954"/>
                  <a:pt x="6077" y="982"/>
                </a:cubicBezTo>
                <a:cubicBezTo>
                  <a:pt x="6057" y="1011"/>
                  <a:pt x="6035" y="1038"/>
                  <a:pt x="6011" y="1063"/>
                </a:cubicBezTo>
                <a:cubicBezTo>
                  <a:pt x="5986" y="1087"/>
                  <a:pt x="5960" y="1109"/>
                  <a:pt x="5931" y="1128"/>
                </a:cubicBezTo>
                <a:cubicBezTo>
                  <a:pt x="5902" y="1148"/>
                  <a:pt x="5871" y="1164"/>
                  <a:pt x="5839" y="1177"/>
                </a:cubicBezTo>
                <a:cubicBezTo>
                  <a:pt x="5806" y="1191"/>
                  <a:pt x="5773" y="1201"/>
                  <a:pt x="5739" y="1207"/>
                </a:cubicBezTo>
                <a:cubicBezTo>
                  <a:pt x="5705" y="1214"/>
                  <a:pt x="5670" y="1218"/>
                  <a:pt x="5636" y="1218"/>
                </a:cubicBezTo>
                <a:lnTo>
                  <a:pt x="529" y="1218"/>
                </a:lnTo>
                <a:cubicBezTo>
                  <a:pt x="495" y="1218"/>
                  <a:pt x="460" y="1214"/>
                  <a:pt x="426" y="1207"/>
                </a:cubicBezTo>
                <a:cubicBezTo>
                  <a:pt x="392" y="1201"/>
                  <a:pt x="359" y="1191"/>
                  <a:pt x="327" y="1177"/>
                </a:cubicBezTo>
                <a:cubicBezTo>
                  <a:pt x="295" y="1164"/>
                  <a:pt x="264" y="1148"/>
                  <a:pt x="235" y="1128"/>
                </a:cubicBezTo>
                <a:cubicBezTo>
                  <a:pt x="206" y="1109"/>
                  <a:pt x="180" y="1087"/>
                  <a:pt x="155" y="1063"/>
                </a:cubicBezTo>
                <a:cubicBezTo>
                  <a:pt x="131" y="1038"/>
                  <a:pt x="109" y="1011"/>
                  <a:pt x="89" y="982"/>
                </a:cubicBezTo>
                <a:cubicBezTo>
                  <a:pt x="70" y="954"/>
                  <a:pt x="54" y="923"/>
                  <a:pt x="40" y="891"/>
                </a:cubicBezTo>
                <a:cubicBezTo>
                  <a:pt x="27" y="859"/>
                  <a:pt x="17" y="826"/>
                  <a:pt x="10" y="792"/>
                </a:cubicBezTo>
                <a:cubicBezTo>
                  <a:pt x="3" y="758"/>
                  <a:pt x="0" y="723"/>
                  <a:pt x="0" y="688"/>
                </a:cubicBez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1389600" y="5671080"/>
            <a:ext cx="2381760" cy="33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990" b="1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A u t o - c l a s s i f y</a:t>
            </a:r>
            <a:endParaRPr lang="en-IN" sz="19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4290840" y="1552320"/>
            <a:ext cx="3634200" cy="5305680"/>
          </a:xfrm>
          <a:custGeom>
            <a:avLst/>
            <a:gdLst/>
            <a:ahLst/>
            <a:rect l="0" t="0" r="r" b="b"/>
            <a:pathLst>
              <a:path w="10095" h="14738">
                <a:moveTo>
                  <a:pt x="0" y="14738"/>
                </a:moveTo>
                <a:lnTo>
                  <a:pt x="0" y="318"/>
                </a:lnTo>
                <a:cubicBezTo>
                  <a:pt x="0" y="297"/>
                  <a:pt x="2" y="276"/>
                  <a:pt x="5" y="256"/>
                </a:cubicBezTo>
                <a:cubicBezTo>
                  <a:pt x="8" y="235"/>
                  <a:pt x="13" y="215"/>
                  <a:pt x="19" y="196"/>
                </a:cubicBezTo>
                <a:cubicBezTo>
                  <a:pt x="25" y="177"/>
                  <a:pt x="33" y="159"/>
                  <a:pt x="42" y="141"/>
                </a:cubicBezTo>
                <a:cubicBezTo>
                  <a:pt x="52" y="124"/>
                  <a:pt x="62" y="108"/>
                  <a:pt x="74" y="93"/>
                </a:cubicBezTo>
                <a:cubicBezTo>
                  <a:pt x="85" y="78"/>
                  <a:pt x="98" y="65"/>
                  <a:pt x="112" y="54"/>
                </a:cubicBezTo>
                <a:cubicBezTo>
                  <a:pt x="125" y="42"/>
                  <a:pt x="140" y="32"/>
                  <a:pt x="155" y="24"/>
                </a:cubicBezTo>
                <a:cubicBezTo>
                  <a:pt x="170" y="16"/>
                  <a:pt x="186" y="10"/>
                  <a:pt x="202" y="6"/>
                </a:cubicBezTo>
                <a:cubicBezTo>
                  <a:pt x="218" y="2"/>
                  <a:pt x="235" y="0"/>
                  <a:pt x="251" y="0"/>
                </a:cubicBezTo>
                <a:lnTo>
                  <a:pt x="9777" y="0"/>
                </a:lnTo>
                <a:cubicBezTo>
                  <a:pt x="9798" y="0"/>
                  <a:pt x="9819" y="2"/>
                  <a:pt x="9839" y="6"/>
                </a:cubicBezTo>
                <a:cubicBezTo>
                  <a:pt x="9860" y="10"/>
                  <a:pt x="9880" y="16"/>
                  <a:pt x="9899" y="24"/>
                </a:cubicBezTo>
                <a:cubicBezTo>
                  <a:pt x="9918" y="32"/>
                  <a:pt x="9936" y="42"/>
                  <a:pt x="9954" y="54"/>
                </a:cubicBezTo>
                <a:cubicBezTo>
                  <a:pt x="9971" y="65"/>
                  <a:pt x="9987" y="78"/>
                  <a:pt x="10002" y="93"/>
                </a:cubicBezTo>
                <a:cubicBezTo>
                  <a:pt x="10017" y="108"/>
                  <a:pt x="10030" y="124"/>
                  <a:pt x="10041" y="141"/>
                </a:cubicBezTo>
                <a:cubicBezTo>
                  <a:pt x="10053" y="159"/>
                  <a:pt x="10063" y="177"/>
                  <a:pt x="10071" y="196"/>
                </a:cubicBezTo>
                <a:cubicBezTo>
                  <a:pt x="10079" y="215"/>
                  <a:pt x="10085" y="235"/>
                  <a:pt x="10089" y="256"/>
                </a:cubicBezTo>
                <a:cubicBezTo>
                  <a:pt x="10093" y="276"/>
                  <a:pt x="10095" y="297"/>
                  <a:pt x="10095" y="318"/>
                </a:cubicBezTo>
                <a:lnTo>
                  <a:pt x="10095" y="14738"/>
                </a:lnTo>
                <a:lnTo>
                  <a:pt x="0" y="14738"/>
                </a:lnTo>
                <a:close/>
              </a:path>
            </a:pathLst>
          </a:custGeom>
          <a:solidFill>
            <a:srgbClr val="EEF0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4267080" y="1552320"/>
            <a:ext cx="114480" cy="5648760"/>
          </a:xfrm>
          <a:custGeom>
            <a:avLst/>
            <a:gdLst/>
            <a:ahLst/>
            <a:rect l="0" t="0" r="r" b="b"/>
            <a:pathLst>
              <a:path w="318" h="15691">
                <a:moveTo>
                  <a:pt x="0" y="0"/>
                </a:moveTo>
                <a:lnTo>
                  <a:pt x="318" y="0"/>
                </a:lnTo>
                <a:lnTo>
                  <a:pt x="318" y="15691"/>
                </a:lnTo>
                <a:lnTo>
                  <a:pt x="0" y="15691"/>
                </a:lnTo>
                <a:lnTo>
                  <a:pt x="0" y="0"/>
                </a:ln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1356120" y="6194880"/>
            <a:ext cx="1585080" cy="33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990" b="1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Priority score</a:t>
            </a:r>
            <a:endParaRPr lang="en-IN" sz="19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5883120" y="1821600"/>
            <a:ext cx="446400" cy="32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Emoji"/>
                <a:ea typeface="SegoeUIEmoji"/>
              </a:rPr>
              <a:t>🧠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5374800" y="2193840"/>
            <a:ext cx="129384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NayakAI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4841640" y="3165120"/>
            <a:ext cx="210492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AI assistant for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4596840" y="3651120"/>
            <a:ext cx="256716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elected leaders —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4771080" y="4136760"/>
            <a:ext cx="233208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Q&amp;A, document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5096160" y="4622760"/>
            <a:ext cx="173772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summarizer,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4845600" y="5108400"/>
            <a:ext cx="212508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speech drafter,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4924080" y="6600600"/>
            <a:ext cx="2391120" cy="257400"/>
          </a:xfrm>
          <a:custGeom>
            <a:avLst/>
            <a:gdLst/>
            <a:ahLst/>
            <a:rect l="0" t="0" r="r" b="b"/>
            <a:pathLst>
              <a:path w="6642" h="715">
                <a:moveTo>
                  <a:pt x="0" y="689"/>
                </a:moveTo>
                <a:lnTo>
                  <a:pt x="0" y="529"/>
                </a:lnTo>
                <a:cubicBezTo>
                  <a:pt x="0" y="495"/>
                  <a:pt x="4" y="460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4"/>
                  <a:pt x="90" y="235"/>
                </a:cubicBezTo>
                <a:cubicBezTo>
                  <a:pt x="109" y="206"/>
                  <a:pt x="131" y="180"/>
                  <a:pt x="155" y="155"/>
                </a:cubicBezTo>
                <a:cubicBezTo>
                  <a:pt x="180" y="131"/>
                  <a:pt x="207" y="109"/>
                  <a:pt x="236" y="89"/>
                </a:cubicBezTo>
                <a:cubicBezTo>
                  <a:pt x="265" y="70"/>
                  <a:pt x="295" y="54"/>
                  <a:pt x="327" y="40"/>
                </a:cubicBezTo>
                <a:cubicBezTo>
                  <a:pt x="359" y="27"/>
                  <a:pt x="392" y="17"/>
                  <a:pt x="426" y="10"/>
                </a:cubicBezTo>
                <a:cubicBezTo>
                  <a:pt x="460" y="4"/>
                  <a:pt x="495" y="0"/>
                  <a:pt x="530" y="0"/>
                </a:cubicBezTo>
                <a:lnTo>
                  <a:pt x="6113" y="0"/>
                </a:lnTo>
                <a:cubicBezTo>
                  <a:pt x="6148" y="0"/>
                  <a:pt x="6182" y="4"/>
                  <a:pt x="6217" y="10"/>
                </a:cubicBezTo>
                <a:cubicBezTo>
                  <a:pt x="6251" y="17"/>
                  <a:pt x="6284" y="27"/>
                  <a:pt x="6316" y="40"/>
                </a:cubicBezTo>
                <a:cubicBezTo>
                  <a:pt x="6348" y="54"/>
                  <a:pt x="6378" y="70"/>
                  <a:pt x="6407" y="89"/>
                </a:cubicBezTo>
                <a:cubicBezTo>
                  <a:pt x="6436" y="109"/>
                  <a:pt x="6463" y="131"/>
                  <a:pt x="6488" y="155"/>
                </a:cubicBezTo>
                <a:cubicBezTo>
                  <a:pt x="6512" y="180"/>
                  <a:pt x="6534" y="206"/>
                  <a:pt x="6553" y="235"/>
                </a:cubicBezTo>
                <a:cubicBezTo>
                  <a:pt x="6573" y="264"/>
                  <a:pt x="6589" y="295"/>
                  <a:pt x="6602" y="327"/>
                </a:cubicBezTo>
                <a:cubicBezTo>
                  <a:pt x="6616" y="359"/>
                  <a:pt x="6626" y="392"/>
                  <a:pt x="6632" y="426"/>
                </a:cubicBezTo>
                <a:cubicBezTo>
                  <a:pt x="6639" y="460"/>
                  <a:pt x="6642" y="495"/>
                  <a:pt x="6642" y="529"/>
                </a:cubicBezTo>
                <a:lnTo>
                  <a:pt x="6642" y="689"/>
                </a:lnTo>
                <a:cubicBezTo>
                  <a:pt x="6642" y="698"/>
                  <a:pt x="6642" y="707"/>
                  <a:pt x="6642" y="715"/>
                </a:cubicBezTo>
                <a:lnTo>
                  <a:pt x="1" y="715"/>
                </a:lnTo>
                <a:cubicBezTo>
                  <a:pt x="1" y="707"/>
                  <a:pt x="0" y="698"/>
                  <a:pt x="0" y="689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4955040" y="5594040"/>
            <a:ext cx="196308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morning brief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8062560" y="1552320"/>
            <a:ext cx="3634200" cy="5305680"/>
          </a:xfrm>
          <a:custGeom>
            <a:avLst/>
            <a:gdLst/>
            <a:ahLst/>
            <a:rect l="0" t="0" r="r" b="b"/>
            <a:pathLst>
              <a:path w="10095" h="14738">
                <a:moveTo>
                  <a:pt x="0" y="14738"/>
                </a:moveTo>
                <a:lnTo>
                  <a:pt x="0" y="318"/>
                </a:lnTo>
                <a:cubicBezTo>
                  <a:pt x="0" y="297"/>
                  <a:pt x="2" y="276"/>
                  <a:pt x="5" y="256"/>
                </a:cubicBezTo>
                <a:cubicBezTo>
                  <a:pt x="9" y="235"/>
                  <a:pt x="13" y="215"/>
                  <a:pt x="20" y="196"/>
                </a:cubicBezTo>
                <a:cubicBezTo>
                  <a:pt x="26" y="177"/>
                  <a:pt x="34" y="159"/>
                  <a:pt x="43" y="141"/>
                </a:cubicBezTo>
                <a:cubicBezTo>
                  <a:pt x="52" y="124"/>
                  <a:pt x="62" y="108"/>
                  <a:pt x="74" y="93"/>
                </a:cubicBezTo>
                <a:cubicBezTo>
                  <a:pt x="86" y="78"/>
                  <a:pt x="98" y="65"/>
                  <a:pt x="112" y="54"/>
                </a:cubicBezTo>
                <a:cubicBezTo>
                  <a:pt x="126" y="42"/>
                  <a:pt x="140" y="32"/>
                  <a:pt x="156" y="24"/>
                </a:cubicBezTo>
                <a:cubicBezTo>
                  <a:pt x="171" y="16"/>
                  <a:pt x="187" y="10"/>
                  <a:pt x="203" y="6"/>
                </a:cubicBezTo>
                <a:cubicBezTo>
                  <a:pt x="219" y="2"/>
                  <a:pt x="235" y="0"/>
                  <a:pt x="252" y="0"/>
                </a:cubicBezTo>
                <a:lnTo>
                  <a:pt x="9778" y="0"/>
                </a:lnTo>
                <a:cubicBezTo>
                  <a:pt x="9799" y="0"/>
                  <a:pt x="9819" y="2"/>
                  <a:pt x="9840" y="6"/>
                </a:cubicBezTo>
                <a:cubicBezTo>
                  <a:pt x="9860" y="10"/>
                  <a:pt x="9880" y="16"/>
                  <a:pt x="9899" y="24"/>
                </a:cubicBezTo>
                <a:cubicBezTo>
                  <a:pt x="9919" y="32"/>
                  <a:pt x="9937" y="42"/>
                  <a:pt x="9954" y="54"/>
                </a:cubicBezTo>
                <a:cubicBezTo>
                  <a:pt x="9972" y="65"/>
                  <a:pt x="9988" y="78"/>
                  <a:pt x="10002" y="93"/>
                </a:cubicBezTo>
                <a:cubicBezTo>
                  <a:pt x="10017" y="108"/>
                  <a:pt x="10030" y="124"/>
                  <a:pt x="10042" y="141"/>
                </a:cubicBezTo>
                <a:cubicBezTo>
                  <a:pt x="10053" y="159"/>
                  <a:pt x="10063" y="177"/>
                  <a:pt x="10071" y="196"/>
                </a:cubicBezTo>
                <a:cubicBezTo>
                  <a:pt x="10079" y="215"/>
                  <a:pt x="10085" y="235"/>
                  <a:pt x="10089" y="256"/>
                </a:cubicBezTo>
                <a:cubicBezTo>
                  <a:pt x="10093" y="276"/>
                  <a:pt x="10095" y="297"/>
                  <a:pt x="10095" y="318"/>
                </a:cubicBezTo>
                <a:lnTo>
                  <a:pt x="10095" y="14738"/>
                </a:lnTo>
                <a:lnTo>
                  <a:pt x="0" y="14738"/>
                </a:lnTo>
                <a:close/>
              </a:path>
            </a:pathLst>
          </a:custGeom>
          <a:solidFill>
            <a:srgbClr val="F3F2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8038800" y="1552320"/>
            <a:ext cx="114840" cy="5648760"/>
          </a:xfrm>
          <a:custGeom>
            <a:avLst/>
            <a:gdLst/>
            <a:ahLst/>
            <a:rect l="0" t="0" r="r" b="b"/>
            <a:pathLst>
              <a:path w="319" h="15691">
                <a:moveTo>
                  <a:pt x="0" y="0"/>
                </a:moveTo>
                <a:lnTo>
                  <a:pt x="319" y="0"/>
                </a:lnTo>
                <a:lnTo>
                  <a:pt x="319" y="15691"/>
                </a:lnTo>
                <a:lnTo>
                  <a:pt x="0" y="15691"/>
                </a:lnTo>
                <a:lnTo>
                  <a:pt x="0" y="0"/>
                </a:lnTo>
                <a:close/>
              </a:path>
            </a:pathLst>
          </a:custGeom>
          <a:solidFill>
            <a:srgbClr val="6C63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5038200" y="6642720"/>
            <a:ext cx="1796400" cy="33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990" b="1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LLaMA 3 3-70b</a:t>
            </a:r>
            <a:endParaRPr lang="en-IN" sz="19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9655200" y="1821600"/>
            <a:ext cx="446400" cy="32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Emoji"/>
                <a:ea typeface="SegoeUIEmoji"/>
              </a:rPr>
              <a:t>📡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8686800" y="2193840"/>
            <a:ext cx="204408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SentinelPulse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8535600" y="3165120"/>
            <a:ext cx="229860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Real-time ward-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8597880" y="3651120"/>
            <a:ext cx="216468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level sentiment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8559000" y="4136760"/>
            <a:ext cx="224244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heatmap. Alerts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8779680" y="4622760"/>
            <a:ext cx="188640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leaders when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8677080" y="6114960"/>
            <a:ext cx="2429280" cy="438480"/>
          </a:xfrm>
          <a:custGeom>
            <a:avLst/>
            <a:gdLst/>
            <a:ahLst/>
            <a:rect l="0" t="0" r="r" b="b"/>
            <a:pathLst>
              <a:path w="6748" h="1218">
                <a:moveTo>
                  <a:pt x="0" y="689"/>
                </a:moveTo>
                <a:lnTo>
                  <a:pt x="0" y="529"/>
                </a:lnTo>
                <a:cubicBezTo>
                  <a:pt x="0" y="494"/>
                  <a:pt x="3" y="460"/>
                  <a:pt x="10" y="426"/>
                </a:cubicBezTo>
                <a:cubicBezTo>
                  <a:pt x="17" y="392"/>
                  <a:pt x="27" y="359"/>
                  <a:pt x="40" y="326"/>
                </a:cubicBezTo>
                <a:cubicBezTo>
                  <a:pt x="54" y="294"/>
                  <a:pt x="70" y="264"/>
                  <a:pt x="89" y="235"/>
                </a:cubicBezTo>
                <a:cubicBezTo>
                  <a:pt x="109" y="206"/>
                  <a:pt x="130" y="179"/>
                  <a:pt x="155" y="155"/>
                </a:cubicBezTo>
                <a:cubicBezTo>
                  <a:pt x="180" y="130"/>
                  <a:pt x="206" y="108"/>
                  <a:pt x="235" y="89"/>
                </a:cubicBezTo>
                <a:cubicBezTo>
                  <a:pt x="264" y="70"/>
                  <a:pt x="295" y="53"/>
                  <a:pt x="327" y="40"/>
                </a:cubicBezTo>
                <a:cubicBezTo>
                  <a:pt x="359" y="27"/>
                  <a:pt x="392" y="17"/>
                  <a:pt x="426" y="10"/>
                </a:cubicBezTo>
                <a:cubicBezTo>
                  <a:pt x="460" y="3"/>
                  <a:pt x="494" y="0"/>
                  <a:pt x="529" y="0"/>
                </a:cubicBezTo>
                <a:lnTo>
                  <a:pt x="6218" y="0"/>
                </a:lnTo>
                <a:cubicBezTo>
                  <a:pt x="6252" y="0"/>
                  <a:pt x="6288" y="3"/>
                  <a:pt x="6322" y="10"/>
                </a:cubicBezTo>
                <a:cubicBezTo>
                  <a:pt x="6356" y="17"/>
                  <a:pt x="6389" y="27"/>
                  <a:pt x="6421" y="40"/>
                </a:cubicBezTo>
                <a:cubicBezTo>
                  <a:pt x="6453" y="53"/>
                  <a:pt x="6484" y="70"/>
                  <a:pt x="6513" y="89"/>
                </a:cubicBezTo>
                <a:cubicBezTo>
                  <a:pt x="6542" y="108"/>
                  <a:pt x="6568" y="130"/>
                  <a:pt x="6593" y="155"/>
                </a:cubicBezTo>
                <a:cubicBezTo>
                  <a:pt x="6617" y="179"/>
                  <a:pt x="6639" y="206"/>
                  <a:pt x="6659" y="235"/>
                </a:cubicBezTo>
                <a:cubicBezTo>
                  <a:pt x="6678" y="264"/>
                  <a:pt x="6694" y="294"/>
                  <a:pt x="6708" y="326"/>
                </a:cubicBezTo>
                <a:cubicBezTo>
                  <a:pt x="6721" y="359"/>
                  <a:pt x="6731" y="392"/>
                  <a:pt x="6738" y="426"/>
                </a:cubicBezTo>
                <a:cubicBezTo>
                  <a:pt x="6745" y="460"/>
                  <a:pt x="6748" y="494"/>
                  <a:pt x="6748" y="529"/>
                </a:cubicBezTo>
                <a:lnTo>
                  <a:pt x="6748" y="689"/>
                </a:lnTo>
                <a:cubicBezTo>
                  <a:pt x="6748" y="723"/>
                  <a:pt x="6745" y="758"/>
                  <a:pt x="6738" y="792"/>
                </a:cubicBezTo>
                <a:cubicBezTo>
                  <a:pt x="6731" y="826"/>
                  <a:pt x="6721" y="859"/>
                  <a:pt x="6708" y="891"/>
                </a:cubicBezTo>
                <a:cubicBezTo>
                  <a:pt x="6694" y="923"/>
                  <a:pt x="6678" y="954"/>
                  <a:pt x="6659" y="983"/>
                </a:cubicBezTo>
                <a:cubicBezTo>
                  <a:pt x="6639" y="1012"/>
                  <a:pt x="6617" y="1038"/>
                  <a:pt x="6593" y="1063"/>
                </a:cubicBezTo>
                <a:cubicBezTo>
                  <a:pt x="6568" y="1087"/>
                  <a:pt x="6542" y="1109"/>
                  <a:pt x="6513" y="1129"/>
                </a:cubicBezTo>
                <a:cubicBezTo>
                  <a:pt x="6484" y="1148"/>
                  <a:pt x="6453" y="1164"/>
                  <a:pt x="6421" y="1178"/>
                </a:cubicBezTo>
                <a:cubicBezTo>
                  <a:pt x="6389" y="1191"/>
                  <a:pt x="6356" y="1201"/>
                  <a:pt x="6322" y="1208"/>
                </a:cubicBezTo>
                <a:cubicBezTo>
                  <a:pt x="6288" y="1214"/>
                  <a:pt x="6252" y="1218"/>
                  <a:pt x="6218" y="1218"/>
                </a:cubicBezTo>
                <a:lnTo>
                  <a:pt x="529" y="1218"/>
                </a:lnTo>
                <a:cubicBezTo>
                  <a:pt x="494" y="1218"/>
                  <a:pt x="460" y="1214"/>
                  <a:pt x="426" y="1208"/>
                </a:cubicBezTo>
                <a:cubicBezTo>
                  <a:pt x="392" y="1201"/>
                  <a:pt x="359" y="1191"/>
                  <a:pt x="327" y="1178"/>
                </a:cubicBezTo>
                <a:cubicBezTo>
                  <a:pt x="295" y="1164"/>
                  <a:pt x="264" y="1148"/>
                  <a:pt x="235" y="1129"/>
                </a:cubicBezTo>
                <a:cubicBezTo>
                  <a:pt x="206" y="1109"/>
                  <a:pt x="180" y="1087"/>
                  <a:pt x="155" y="1063"/>
                </a:cubicBezTo>
                <a:cubicBezTo>
                  <a:pt x="130" y="1038"/>
                  <a:pt x="109" y="1012"/>
                  <a:pt x="89" y="983"/>
                </a:cubicBezTo>
                <a:cubicBezTo>
                  <a:pt x="70" y="954"/>
                  <a:pt x="54" y="923"/>
                  <a:pt x="40" y="891"/>
                </a:cubicBezTo>
                <a:cubicBezTo>
                  <a:pt x="27" y="859"/>
                  <a:pt x="17" y="826"/>
                  <a:pt x="10" y="792"/>
                </a:cubicBezTo>
                <a:cubicBezTo>
                  <a:pt x="3" y="758"/>
                  <a:pt x="0" y="723"/>
                  <a:pt x="0" y="689"/>
                </a:cubicBezTo>
                <a:close/>
              </a:path>
            </a:pathLst>
          </a:custGeom>
          <a:solidFill>
            <a:srgbClr val="6C63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8316720" y="5108400"/>
            <a:ext cx="264240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mood goes critical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11005920" y="6431400"/>
            <a:ext cx="852840" cy="426600"/>
          </a:xfrm>
          <a:custGeom>
            <a:avLst/>
            <a:gdLst/>
            <a:ahLst/>
            <a:rect l="0" t="0" r="r" b="b"/>
            <a:pathLst>
              <a:path w="2369" h="1185">
                <a:moveTo>
                  <a:pt x="0" y="1185"/>
                </a:moveTo>
                <a:lnTo>
                  <a:pt x="1184" y="0"/>
                </a:lnTo>
                <a:lnTo>
                  <a:pt x="2369" y="1185"/>
                </a:lnTo>
                <a:lnTo>
                  <a:pt x="0" y="1185"/>
                </a:ln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10858320" y="6747120"/>
            <a:ext cx="111240" cy="110880"/>
          </a:xfrm>
          <a:custGeom>
            <a:avLst/>
            <a:gdLst/>
            <a:ahLst/>
            <a:rect l="0" t="0" r="r" b="b"/>
            <a:pathLst>
              <a:path w="309" h="308">
                <a:moveTo>
                  <a:pt x="0" y="0"/>
                </a:moveTo>
                <a:lnTo>
                  <a:pt x="309" y="308"/>
                </a:lnTo>
                <a:lnTo>
                  <a:pt x="0" y="30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10858320" y="6579720"/>
            <a:ext cx="277920" cy="278280"/>
          </a:xfrm>
          <a:custGeom>
            <a:avLst/>
            <a:gdLst/>
            <a:ahLst/>
            <a:rect l="0" t="0" r="r" b="b"/>
            <a:pathLst>
              <a:path w="772" h="773">
                <a:moveTo>
                  <a:pt x="309" y="773"/>
                </a:moveTo>
                <a:lnTo>
                  <a:pt x="0" y="465"/>
                </a:lnTo>
                <a:lnTo>
                  <a:pt x="0" y="359"/>
                </a:lnTo>
                <a:lnTo>
                  <a:pt x="360" y="0"/>
                </a:lnTo>
                <a:lnTo>
                  <a:pt x="772" y="412"/>
                </a:lnTo>
                <a:lnTo>
                  <a:pt x="411" y="773"/>
                </a:lnTo>
                <a:lnTo>
                  <a:pt x="309" y="77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10858320" y="6450480"/>
            <a:ext cx="129600" cy="258840"/>
          </a:xfrm>
          <a:custGeom>
            <a:avLst/>
            <a:gdLst/>
            <a:ahLst/>
            <a:rect l="0" t="0" r="r" b="b"/>
            <a:pathLst>
              <a:path w="360" h="719">
                <a:moveTo>
                  <a:pt x="0" y="0"/>
                </a:moveTo>
                <a:lnTo>
                  <a:pt x="360" y="359"/>
                </a:lnTo>
                <a:lnTo>
                  <a:pt x="0" y="71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10987560" y="6431400"/>
            <a:ext cx="296640" cy="297000"/>
          </a:xfrm>
          <a:custGeom>
            <a:avLst/>
            <a:gdLst/>
            <a:ahLst/>
            <a:rect l="0" t="0" r="r" b="b"/>
            <a:pathLst>
              <a:path w="824" h="825">
                <a:moveTo>
                  <a:pt x="413" y="825"/>
                </a:moveTo>
                <a:lnTo>
                  <a:pt x="0" y="412"/>
                </a:lnTo>
                <a:lnTo>
                  <a:pt x="413" y="0"/>
                </a:lnTo>
                <a:lnTo>
                  <a:pt x="824" y="412"/>
                </a:lnTo>
                <a:lnTo>
                  <a:pt x="413" y="8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11135880" y="6283440"/>
            <a:ext cx="296640" cy="296640"/>
          </a:xfrm>
          <a:custGeom>
            <a:avLst/>
            <a:gdLst/>
            <a:ahLst/>
            <a:rect l="0" t="0" r="r" b="b"/>
            <a:pathLst>
              <a:path w="824" h="824">
                <a:moveTo>
                  <a:pt x="411" y="824"/>
                </a:moveTo>
                <a:lnTo>
                  <a:pt x="0" y="412"/>
                </a:lnTo>
                <a:lnTo>
                  <a:pt x="411" y="0"/>
                </a:lnTo>
                <a:lnTo>
                  <a:pt x="824" y="412"/>
                </a:lnTo>
                <a:lnTo>
                  <a:pt x="411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10858320" y="6283440"/>
            <a:ext cx="277920" cy="296640"/>
          </a:xfrm>
          <a:custGeom>
            <a:avLst/>
            <a:gdLst/>
            <a:ahLst/>
            <a:rect l="0" t="0" r="r" b="b"/>
            <a:pathLst>
              <a:path w="772" h="824">
                <a:moveTo>
                  <a:pt x="360" y="824"/>
                </a:moveTo>
                <a:lnTo>
                  <a:pt x="0" y="465"/>
                </a:lnTo>
                <a:lnTo>
                  <a:pt x="0" y="360"/>
                </a:lnTo>
                <a:lnTo>
                  <a:pt x="360" y="0"/>
                </a:lnTo>
                <a:lnTo>
                  <a:pt x="772" y="412"/>
                </a:lnTo>
                <a:lnTo>
                  <a:pt x="360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10987560" y="6135120"/>
            <a:ext cx="296640" cy="296640"/>
          </a:xfrm>
          <a:custGeom>
            <a:avLst/>
            <a:gdLst/>
            <a:ahLst/>
            <a:rect l="0" t="0" r="r" b="b"/>
            <a:pathLst>
              <a:path w="824" h="824">
                <a:moveTo>
                  <a:pt x="413" y="824"/>
                </a:moveTo>
                <a:lnTo>
                  <a:pt x="0" y="412"/>
                </a:lnTo>
                <a:lnTo>
                  <a:pt x="413" y="0"/>
                </a:lnTo>
                <a:lnTo>
                  <a:pt x="824" y="412"/>
                </a:lnTo>
                <a:lnTo>
                  <a:pt x="413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10858320" y="5857560"/>
            <a:ext cx="277920" cy="555480"/>
          </a:xfrm>
          <a:custGeom>
            <a:avLst/>
            <a:gdLst/>
            <a:ahLst/>
            <a:rect l="0" t="0" r="r" b="b"/>
            <a:pathLst>
              <a:path w="772" h="1543">
                <a:moveTo>
                  <a:pt x="0" y="0"/>
                </a:moveTo>
                <a:lnTo>
                  <a:pt x="772" y="771"/>
                </a:lnTo>
                <a:lnTo>
                  <a:pt x="0" y="154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11432160" y="5838480"/>
            <a:ext cx="759960" cy="1019520"/>
          </a:xfrm>
          <a:custGeom>
            <a:avLst/>
            <a:gdLst/>
            <a:ahLst/>
            <a:rect l="0" t="0" r="r" b="b"/>
            <a:pathLst>
              <a:path w="2111" h="2832">
                <a:moveTo>
                  <a:pt x="1185" y="2832"/>
                </a:moveTo>
                <a:lnTo>
                  <a:pt x="0" y="1647"/>
                </a:lnTo>
                <a:lnTo>
                  <a:pt x="1648" y="0"/>
                </a:lnTo>
                <a:lnTo>
                  <a:pt x="2111" y="463"/>
                </a:lnTo>
                <a:lnTo>
                  <a:pt x="2111" y="2832"/>
                </a:lnTo>
                <a:lnTo>
                  <a:pt x="1185" y="2832"/>
                </a:ln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12025080" y="5671800"/>
            <a:ext cx="167040" cy="333720"/>
          </a:xfrm>
          <a:custGeom>
            <a:avLst/>
            <a:gdLst/>
            <a:ahLst/>
            <a:rect l="0" t="0" r="r" b="b"/>
            <a:pathLst>
              <a:path w="464" h="927">
                <a:moveTo>
                  <a:pt x="464" y="927"/>
                </a:moveTo>
                <a:lnTo>
                  <a:pt x="0" y="464"/>
                </a:lnTo>
                <a:lnTo>
                  <a:pt x="464" y="0"/>
                </a:lnTo>
                <a:lnTo>
                  <a:pt x="464" y="927"/>
                </a:ln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11283840" y="6135120"/>
            <a:ext cx="297000" cy="296640"/>
          </a:xfrm>
          <a:custGeom>
            <a:avLst/>
            <a:gdLst/>
            <a:ahLst/>
            <a:rect l="0" t="0" r="r" b="b"/>
            <a:pathLst>
              <a:path w="825" h="824">
                <a:moveTo>
                  <a:pt x="413" y="824"/>
                </a:moveTo>
                <a:lnTo>
                  <a:pt x="0" y="412"/>
                </a:lnTo>
                <a:lnTo>
                  <a:pt x="413" y="0"/>
                </a:lnTo>
                <a:lnTo>
                  <a:pt x="825" y="412"/>
                </a:lnTo>
                <a:lnTo>
                  <a:pt x="413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11432160" y="5986800"/>
            <a:ext cx="297000" cy="297000"/>
          </a:xfrm>
          <a:custGeom>
            <a:avLst/>
            <a:gdLst/>
            <a:ahLst/>
            <a:rect l="0" t="0" r="r" b="b"/>
            <a:pathLst>
              <a:path w="825" h="825">
                <a:moveTo>
                  <a:pt x="412" y="825"/>
                </a:moveTo>
                <a:lnTo>
                  <a:pt x="0" y="413"/>
                </a:lnTo>
                <a:lnTo>
                  <a:pt x="412" y="0"/>
                </a:lnTo>
                <a:lnTo>
                  <a:pt x="825" y="413"/>
                </a:lnTo>
                <a:lnTo>
                  <a:pt x="412" y="8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11135880" y="5986800"/>
            <a:ext cx="296640" cy="297000"/>
          </a:xfrm>
          <a:custGeom>
            <a:avLst/>
            <a:gdLst/>
            <a:ahLst/>
            <a:rect l="0" t="0" r="r" b="b"/>
            <a:pathLst>
              <a:path w="824" h="825">
                <a:moveTo>
                  <a:pt x="411" y="825"/>
                </a:moveTo>
                <a:lnTo>
                  <a:pt x="0" y="413"/>
                </a:lnTo>
                <a:lnTo>
                  <a:pt x="411" y="0"/>
                </a:lnTo>
                <a:lnTo>
                  <a:pt x="824" y="413"/>
                </a:lnTo>
                <a:lnTo>
                  <a:pt x="411" y="8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11283840" y="5838480"/>
            <a:ext cx="297000" cy="297000"/>
          </a:xfrm>
          <a:custGeom>
            <a:avLst/>
            <a:gdLst/>
            <a:ahLst/>
            <a:rect l="0" t="0" r="r" b="b"/>
            <a:pathLst>
              <a:path w="825" h="825">
                <a:moveTo>
                  <a:pt x="413" y="825"/>
                </a:moveTo>
                <a:lnTo>
                  <a:pt x="0" y="412"/>
                </a:lnTo>
                <a:lnTo>
                  <a:pt x="413" y="0"/>
                </a:lnTo>
                <a:lnTo>
                  <a:pt x="825" y="412"/>
                </a:lnTo>
                <a:lnTo>
                  <a:pt x="413" y="8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11580480" y="5838480"/>
            <a:ext cx="296640" cy="297000"/>
          </a:xfrm>
          <a:custGeom>
            <a:avLst/>
            <a:gdLst/>
            <a:ahLst/>
            <a:rect l="0" t="0" r="r" b="b"/>
            <a:pathLst>
              <a:path w="824" h="825">
                <a:moveTo>
                  <a:pt x="413" y="825"/>
                </a:moveTo>
                <a:lnTo>
                  <a:pt x="0" y="412"/>
                </a:lnTo>
                <a:lnTo>
                  <a:pt x="413" y="0"/>
                </a:lnTo>
                <a:lnTo>
                  <a:pt x="824" y="412"/>
                </a:lnTo>
                <a:lnTo>
                  <a:pt x="413" y="8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11728800" y="5690520"/>
            <a:ext cx="296640" cy="296640"/>
          </a:xfrm>
          <a:custGeom>
            <a:avLst/>
            <a:gdLst/>
            <a:ahLst/>
            <a:rect l="0" t="0" r="r" b="b"/>
            <a:pathLst>
              <a:path w="824" h="824">
                <a:moveTo>
                  <a:pt x="411" y="824"/>
                </a:moveTo>
                <a:lnTo>
                  <a:pt x="0" y="412"/>
                </a:lnTo>
                <a:lnTo>
                  <a:pt x="411" y="0"/>
                </a:lnTo>
                <a:lnTo>
                  <a:pt x="824" y="412"/>
                </a:lnTo>
                <a:lnTo>
                  <a:pt x="411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11432160" y="5690520"/>
            <a:ext cx="297000" cy="296640"/>
          </a:xfrm>
          <a:custGeom>
            <a:avLst/>
            <a:gdLst/>
            <a:ahLst/>
            <a:rect l="0" t="0" r="r" b="b"/>
            <a:pathLst>
              <a:path w="825" h="824">
                <a:moveTo>
                  <a:pt x="412" y="824"/>
                </a:moveTo>
                <a:lnTo>
                  <a:pt x="0" y="412"/>
                </a:lnTo>
                <a:lnTo>
                  <a:pt x="412" y="0"/>
                </a:lnTo>
                <a:lnTo>
                  <a:pt x="825" y="412"/>
                </a:lnTo>
                <a:lnTo>
                  <a:pt x="412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11580480" y="5542200"/>
            <a:ext cx="296640" cy="296640"/>
          </a:xfrm>
          <a:custGeom>
            <a:avLst/>
            <a:gdLst/>
            <a:ahLst/>
            <a:rect l="0" t="0" r="r" b="b"/>
            <a:pathLst>
              <a:path w="824" h="824">
                <a:moveTo>
                  <a:pt x="413" y="824"/>
                </a:moveTo>
                <a:lnTo>
                  <a:pt x="0" y="412"/>
                </a:lnTo>
                <a:lnTo>
                  <a:pt x="413" y="0"/>
                </a:lnTo>
                <a:lnTo>
                  <a:pt x="824" y="412"/>
                </a:lnTo>
                <a:lnTo>
                  <a:pt x="413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10858320" y="5542200"/>
            <a:ext cx="574200" cy="593280"/>
          </a:xfrm>
          <a:custGeom>
            <a:avLst/>
            <a:gdLst/>
            <a:ahLst/>
            <a:rect l="0" t="0" r="r" b="b"/>
            <a:pathLst>
              <a:path w="1595" h="1648">
                <a:moveTo>
                  <a:pt x="771" y="1648"/>
                </a:moveTo>
                <a:lnTo>
                  <a:pt x="0" y="877"/>
                </a:lnTo>
                <a:lnTo>
                  <a:pt x="0" y="772"/>
                </a:lnTo>
                <a:lnTo>
                  <a:pt x="771" y="0"/>
                </a:lnTo>
                <a:lnTo>
                  <a:pt x="1595" y="824"/>
                </a:lnTo>
                <a:lnTo>
                  <a:pt x="771" y="164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11135880" y="5524200"/>
            <a:ext cx="593280" cy="314640"/>
          </a:xfrm>
          <a:custGeom>
            <a:avLst/>
            <a:gdLst/>
            <a:ahLst/>
            <a:rect l="0" t="0" r="r" b="b"/>
            <a:pathLst>
              <a:path w="1648" h="874">
                <a:moveTo>
                  <a:pt x="823" y="874"/>
                </a:moveTo>
                <a:lnTo>
                  <a:pt x="0" y="50"/>
                </a:lnTo>
                <a:lnTo>
                  <a:pt x="49" y="0"/>
                </a:lnTo>
                <a:lnTo>
                  <a:pt x="1598" y="0"/>
                </a:lnTo>
                <a:lnTo>
                  <a:pt x="1648" y="50"/>
                </a:lnTo>
                <a:lnTo>
                  <a:pt x="823" y="87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11876760" y="5542200"/>
            <a:ext cx="297000" cy="296640"/>
          </a:xfrm>
          <a:custGeom>
            <a:avLst/>
            <a:gdLst/>
            <a:ahLst/>
            <a:rect l="0" t="0" r="r" b="b"/>
            <a:pathLst>
              <a:path w="825" h="824">
                <a:moveTo>
                  <a:pt x="413" y="824"/>
                </a:moveTo>
                <a:lnTo>
                  <a:pt x="0" y="412"/>
                </a:lnTo>
                <a:lnTo>
                  <a:pt x="413" y="0"/>
                </a:lnTo>
                <a:lnTo>
                  <a:pt x="825" y="412"/>
                </a:lnTo>
                <a:lnTo>
                  <a:pt x="413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12025080" y="5524200"/>
            <a:ext cx="167040" cy="166680"/>
          </a:xfrm>
          <a:custGeom>
            <a:avLst/>
            <a:gdLst/>
            <a:ahLst/>
            <a:rect l="0" t="0" r="r" b="b"/>
            <a:pathLst>
              <a:path w="464" h="463">
                <a:moveTo>
                  <a:pt x="413" y="463"/>
                </a:moveTo>
                <a:lnTo>
                  <a:pt x="0" y="50"/>
                </a:lnTo>
                <a:lnTo>
                  <a:pt x="50" y="0"/>
                </a:lnTo>
                <a:lnTo>
                  <a:pt x="464" y="0"/>
                </a:lnTo>
                <a:lnTo>
                  <a:pt x="464" y="411"/>
                </a:lnTo>
                <a:lnTo>
                  <a:pt x="413" y="46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11728800" y="5524200"/>
            <a:ext cx="296640" cy="166680"/>
          </a:xfrm>
          <a:custGeom>
            <a:avLst/>
            <a:gdLst/>
            <a:ahLst/>
            <a:rect l="0" t="0" r="r" b="b"/>
            <a:pathLst>
              <a:path w="824" h="463">
                <a:moveTo>
                  <a:pt x="411" y="463"/>
                </a:moveTo>
                <a:lnTo>
                  <a:pt x="0" y="50"/>
                </a:lnTo>
                <a:lnTo>
                  <a:pt x="49" y="0"/>
                </a:lnTo>
                <a:lnTo>
                  <a:pt x="775" y="0"/>
                </a:lnTo>
                <a:lnTo>
                  <a:pt x="824" y="50"/>
                </a:lnTo>
                <a:lnTo>
                  <a:pt x="411" y="46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12007440" y="5524200"/>
            <a:ext cx="36000" cy="18360"/>
          </a:xfrm>
          <a:custGeom>
            <a:avLst/>
            <a:gdLst/>
            <a:ahLst/>
            <a:rect l="0" t="0" r="r" b="b"/>
            <a:pathLst>
              <a:path w="100" h="51">
                <a:moveTo>
                  <a:pt x="49" y="51"/>
                </a:moveTo>
                <a:lnTo>
                  <a:pt x="0" y="0"/>
                </a:lnTo>
                <a:lnTo>
                  <a:pt x="100" y="0"/>
                </a:lnTo>
                <a:lnTo>
                  <a:pt x="49" y="5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11710800" y="5524200"/>
            <a:ext cx="36000" cy="18360"/>
          </a:xfrm>
          <a:custGeom>
            <a:avLst/>
            <a:gdLst/>
            <a:ahLst/>
            <a:rect l="0" t="0" r="r" b="b"/>
            <a:pathLst>
              <a:path w="100" h="51">
                <a:moveTo>
                  <a:pt x="50" y="51"/>
                </a:moveTo>
                <a:lnTo>
                  <a:pt x="0" y="0"/>
                </a:lnTo>
                <a:lnTo>
                  <a:pt x="100" y="0"/>
                </a:lnTo>
                <a:lnTo>
                  <a:pt x="50" y="5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10858320" y="5524200"/>
            <a:ext cx="295560" cy="295920"/>
          </a:xfrm>
          <a:custGeom>
            <a:avLst/>
            <a:gdLst/>
            <a:ahLst/>
            <a:rect l="0" t="0" r="r" b="b"/>
            <a:pathLst>
              <a:path w="821" h="822">
                <a:moveTo>
                  <a:pt x="0" y="0"/>
                </a:moveTo>
                <a:lnTo>
                  <a:pt x="821" y="0"/>
                </a:lnTo>
                <a:lnTo>
                  <a:pt x="0" y="82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11701080" y="6266520"/>
            <a:ext cx="226080" cy="299160"/>
          </a:xfrm>
          <a:custGeom>
            <a:avLst/>
            <a:gdLst/>
            <a:ahLst/>
            <a:rect l="0" t="0" r="r" b="b"/>
            <a:pathLst>
              <a:path w="628" h="831">
                <a:moveTo>
                  <a:pt x="0" y="0"/>
                </a:moveTo>
                <a:lnTo>
                  <a:pt x="628" y="0"/>
                </a:lnTo>
                <a:lnTo>
                  <a:pt x="628" y="831"/>
                </a:lnTo>
                <a:lnTo>
                  <a:pt x="0" y="831"/>
                </a:lnTo>
                <a:lnTo>
                  <a:pt x="0" y="0"/>
                </a:lnTo>
                <a:close/>
              </a:path>
            </a:pathLst>
          </a:custGeom>
          <a:solidFill>
            <a:srgbClr val="FDFC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8792640" y="6156720"/>
            <a:ext cx="1807200" cy="33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990" b="1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Live dashboard</a:t>
            </a:r>
            <a:endParaRPr lang="en-IN" sz="19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11754360" y="624924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SegoeUI"/>
                <a:ea typeface="SegoeUI"/>
              </a:rPr>
              <a:t>3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11754360" y="624924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202228"/>
                </a:solidFill>
                <a:effectLst/>
                <a:uFillTx/>
                <a:latin typeface="SegoeUI"/>
                <a:ea typeface="SegoeUI"/>
              </a:rPr>
              <a:t>3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0" y="0"/>
            <a:ext cx="12192120" cy="76320"/>
          </a:xfrm>
          <a:custGeom>
            <a:avLst/>
            <a:gdLst/>
            <a:ahLst/>
            <a:rect l="0" t="0" r="r" b="b"/>
            <a:pathLst>
              <a:path w="33867" h="212">
                <a:moveTo>
                  <a:pt x="0" y="0"/>
                </a:moveTo>
                <a:lnTo>
                  <a:pt x="33867" y="0"/>
                </a:lnTo>
                <a:lnTo>
                  <a:pt x="33867" y="212"/>
                </a:lnTo>
                <a:lnTo>
                  <a:pt x="0" y="212"/>
                </a:lnTo>
                <a:lnTo>
                  <a:pt x="0" y="0"/>
                </a:lnTo>
                <a:close/>
              </a:path>
            </a:pathLst>
          </a:custGeom>
          <a:solidFill>
            <a:srgbClr val="13880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495000" y="1276200"/>
            <a:ext cx="11201760" cy="28800"/>
          </a:xfrm>
          <a:custGeom>
            <a:avLst/>
            <a:gdLst/>
            <a:ahLst/>
            <a:rect l="0" t="0" r="r" b="b"/>
            <a:pathLst>
              <a:path w="31116" h="80">
                <a:moveTo>
                  <a:pt x="0" y="0"/>
                </a:moveTo>
                <a:lnTo>
                  <a:pt x="31116" y="0"/>
                </a:lnTo>
                <a:lnTo>
                  <a:pt x="31116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495000" y="1495080"/>
            <a:ext cx="2391120" cy="533880"/>
          </a:xfrm>
          <a:custGeom>
            <a:avLst/>
            <a:gdLst/>
            <a:ahLst/>
            <a:rect l="0" t="0" r="r" b="b"/>
            <a:pathLst>
              <a:path w="6642" h="1483">
                <a:moveTo>
                  <a:pt x="0" y="0"/>
                </a:moveTo>
                <a:lnTo>
                  <a:pt x="6642" y="0"/>
                </a:lnTo>
                <a:lnTo>
                  <a:pt x="6642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2885760" y="1495080"/>
            <a:ext cx="3896280" cy="533880"/>
          </a:xfrm>
          <a:custGeom>
            <a:avLst/>
            <a:gdLst/>
            <a:ahLst/>
            <a:rect l="0" t="0" r="r" b="b"/>
            <a:pathLst>
              <a:path w="10823" h="1483">
                <a:moveTo>
                  <a:pt x="0" y="0"/>
                </a:moveTo>
                <a:lnTo>
                  <a:pt x="10823" y="0"/>
                </a:lnTo>
                <a:lnTo>
                  <a:pt x="10823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6781680" y="1495080"/>
            <a:ext cx="4915080" cy="533880"/>
          </a:xfrm>
          <a:custGeom>
            <a:avLst/>
            <a:gdLst/>
            <a:ahLst/>
            <a:rect l="0" t="0" r="r" b="b"/>
            <a:pathLst>
              <a:path w="13653" h="1483">
                <a:moveTo>
                  <a:pt x="0" y="0"/>
                </a:moveTo>
                <a:lnTo>
                  <a:pt x="13653" y="0"/>
                </a:lnTo>
                <a:lnTo>
                  <a:pt x="13653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495000" y="2028600"/>
            <a:ext cx="2391120" cy="981360"/>
          </a:xfrm>
          <a:custGeom>
            <a:avLst/>
            <a:gdLst/>
            <a:ahLst/>
            <a:rect l="0" t="0" r="r" b="b"/>
            <a:pathLst>
              <a:path w="6642" h="2726">
                <a:moveTo>
                  <a:pt x="0" y="0"/>
                </a:moveTo>
                <a:lnTo>
                  <a:pt x="6642" y="0"/>
                </a:lnTo>
                <a:lnTo>
                  <a:pt x="6642" y="2726"/>
                </a:lnTo>
                <a:lnTo>
                  <a:pt x="0" y="2726"/>
                </a:lnTo>
                <a:lnTo>
                  <a:pt x="0" y="0"/>
                </a:lnTo>
                <a:close/>
              </a:path>
            </a:pathLst>
          </a:custGeom>
          <a:solidFill>
            <a:srgbClr val="F4F6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2885760" y="2028600"/>
            <a:ext cx="3896280" cy="981360"/>
          </a:xfrm>
          <a:custGeom>
            <a:avLst/>
            <a:gdLst/>
            <a:ahLst/>
            <a:rect l="0" t="0" r="r" b="b"/>
            <a:pathLst>
              <a:path w="10823" h="2726">
                <a:moveTo>
                  <a:pt x="0" y="0"/>
                </a:moveTo>
                <a:lnTo>
                  <a:pt x="10823" y="0"/>
                </a:lnTo>
                <a:lnTo>
                  <a:pt x="10823" y="2726"/>
                </a:lnTo>
                <a:lnTo>
                  <a:pt x="0" y="2726"/>
                </a:lnTo>
                <a:lnTo>
                  <a:pt x="0" y="0"/>
                </a:lnTo>
                <a:close/>
              </a:path>
            </a:pathLst>
          </a:custGeom>
          <a:solidFill>
            <a:srgbClr val="F4F6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6781680" y="2028600"/>
            <a:ext cx="4915080" cy="981360"/>
          </a:xfrm>
          <a:custGeom>
            <a:avLst/>
            <a:gdLst/>
            <a:ahLst/>
            <a:rect l="0" t="0" r="r" b="b"/>
            <a:pathLst>
              <a:path w="13653" h="2726">
                <a:moveTo>
                  <a:pt x="0" y="0"/>
                </a:moveTo>
                <a:lnTo>
                  <a:pt x="13653" y="0"/>
                </a:lnTo>
                <a:lnTo>
                  <a:pt x="13653" y="2726"/>
                </a:lnTo>
                <a:lnTo>
                  <a:pt x="0" y="2726"/>
                </a:lnTo>
                <a:lnTo>
                  <a:pt x="0" y="0"/>
                </a:lnTo>
                <a:close/>
              </a:path>
            </a:pathLst>
          </a:custGeom>
          <a:solidFill>
            <a:srgbClr val="F4F6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495000" y="3981240"/>
            <a:ext cx="2391120" cy="981360"/>
          </a:xfrm>
          <a:custGeom>
            <a:avLst/>
            <a:gdLst/>
            <a:ahLst/>
            <a:rect l="0" t="0" r="r" b="b"/>
            <a:pathLst>
              <a:path w="6642" h="2726">
                <a:moveTo>
                  <a:pt x="0" y="0"/>
                </a:moveTo>
                <a:lnTo>
                  <a:pt x="6642" y="0"/>
                </a:lnTo>
                <a:lnTo>
                  <a:pt x="6642" y="2726"/>
                </a:lnTo>
                <a:lnTo>
                  <a:pt x="0" y="2726"/>
                </a:lnTo>
                <a:lnTo>
                  <a:pt x="0" y="0"/>
                </a:lnTo>
                <a:close/>
              </a:path>
            </a:pathLst>
          </a:custGeom>
          <a:solidFill>
            <a:srgbClr val="F4F6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2885760" y="3981240"/>
            <a:ext cx="3896280" cy="981360"/>
          </a:xfrm>
          <a:custGeom>
            <a:avLst/>
            <a:gdLst/>
            <a:ahLst/>
            <a:rect l="0" t="0" r="r" b="b"/>
            <a:pathLst>
              <a:path w="10823" h="2726">
                <a:moveTo>
                  <a:pt x="0" y="0"/>
                </a:moveTo>
                <a:lnTo>
                  <a:pt x="10823" y="0"/>
                </a:lnTo>
                <a:lnTo>
                  <a:pt x="10823" y="2726"/>
                </a:lnTo>
                <a:lnTo>
                  <a:pt x="0" y="2726"/>
                </a:lnTo>
                <a:lnTo>
                  <a:pt x="0" y="0"/>
                </a:lnTo>
                <a:close/>
              </a:path>
            </a:pathLst>
          </a:custGeom>
          <a:solidFill>
            <a:srgbClr val="F4F6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6781680" y="3981240"/>
            <a:ext cx="4915080" cy="981360"/>
          </a:xfrm>
          <a:custGeom>
            <a:avLst/>
            <a:gdLst/>
            <a:ahLst/>
            <a:rect l="0" t="0" r="r" b="b"/>
            <a:pathLst>
              <a:path w="13653" h="2726">
                <a:moveTo>
                  <a:pt x="0" y="0"/>
                </a:moveTo>
                <a:lnTo>
                  <a:pt x="13653" y="0"/>
                </a:lnTo>
                <a:lnTo>
                  <a:pt x="13653" y="2726"/>
                </a:lnTo>
                <a:lnTo>
                  <a:pt x="0" y="2726"/>
                </a:lnTo>
                <a:lnTo>
                  <a:pt x="0" y="0"/>
                </a:lnTo>
                <a:close/>
              </a:path>
            </a:pathLst>
          </a:custGeom>
          <a:solidFill>
            <a:srgbClr val="F4F6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495000" y="5943240"/>
            <a:ext cx="2391120" cy="533880"/>
          </a:xfrm>
          <a:custGeom>
            <a:avLst/>
            <a:gdLst/>
            <a:ahLst/>
            <a:rect l="0" t="0" r="r" b="b"/>
            <a:pathLst>
              <a:path w="6642" h="1483">
                <a:moveTo>
                  <a:pt x="0" y="0"/>
                </a:moveTo>
                <a:lnTo>
                  <a:pt x="6642" y="0"/>
                </a:lnTo>
                <a:lnTo>
                  <a:pt x="6642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4F6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2885760" y="5943240"/>
            <a:ext cx="3896280" cy="533880"/>
          </a:xfrm>
          <a:custGeom>
            <a:avLst/>
            <a:gdLst/>
            <a:ahLst/>
            <a:rect l="0" t="0" r="r" b="b"/>
            <a:pathLst>
              <a:path w="10823" h="1483">
                <a:moveTo>
                  <a:pt x="0" y="0"/>
                </a:moveTo>
                <a:lnTo>
                  <a:pt x="10823" y="0"/>
                </a:lnTo>
                <a:lnTo>
                  <a:pt x="10823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4F6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6781680" y="5943240"/>
            <a:ext cx="4915080" cy="533880"/>
          </a:xfrm>
          <a:custGeom>
            <a:avLst/>
            <a:gdLst/>
            <a:ahLst/>
            <a:rect l="0" t="0" r="r" b="b"/>
            <a:pathLst>
              <a:path w="13653" h="1483">
                <a:moveTo>
                  <a:pt x="0" y="0"/>
                </a:moveTo>
                <a:lnTo>
                  <a:pt x="13653" y="0"/>
                </a:lnTo>
                <a:lnTo>
                  <a:pt x="13653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4F6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495000" y="2028600"/>
            <a:ext cx="2391120" cy="10080"/>
          </a:xfrm>
          <a:custGeom>
            <a:avLst/>
            <a:gdLst/>
            <a:ahLst/>
            <a:rect l="0" t="0" r="r" b="b"/>
            <a:pathLst>
              <a:path w="6642" h="28">
                <a:moveTo>
                  <a:pt x="0" y="0"/>
                </a:moveTo>
                <a:lnTo>
                  <a:pt x="6642" y="0"/>
                </a:lnTo>
                <a:lnTo>
                  <a:pt x="664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2885760" y="2028600"/>
            <a:ext cx="3896280" cy="10080"/>
          </a:xfrm>
          <a:custGeom>
            <a:avLst/>
            <a:gdLst/>
            <a:ahLst/>
            <a:rect l="0" t="0" r="r" b="b"/>
            <a:pathLst>
              <a:path w="10823" h="28">
                <a:moveTo>
                  <a:pt x="0" y="0"/>
                </a:moveTo>
                <a:lnTo>
                  <a:pt x="10823" y="0"/>
                </a:lnTo>
                <a:lnTo>
                  <a:pt x="1082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6781680" y="2028600"/>
            <a:ext cx="4915080" cy="10080"/>
          </a:xfrm>
          <a:custGeom>
            <a:avLst/>
            <a:gdLst/>
            <a:ahLst/>
            <a:rect l="0" t="0" r="r" b="b"/>
            <a:pathLst>
              <a:path w="13653" h="28">
                <a:moveTo>
                  <a:pt x="0" y="0"/>
                </a:moveTo>
                <a:lnTo>
                  <a:pt x="13653" y="0"/>
                </a:lnTo>
                <a:lnTo>
                  <a:pt x="136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495000" y="3000240"/>
            <a:ext cx="2391120" cy="9720"/>
          </a:xfrm>
          <a:custGeom>
            <a:avLst/>
            <a:gdLst/>
            <a:ahLst/>
            <a:rect l="0" t="0" r="r" b="b"/>
            <a:pathLst>
              <a:path w="6642" h="27">
                <a:moveTo>
                  <a:pt x="0" y="0"/>
                </a:moveTo>
                <a:lnTo>
                  <a:pt x="6642" y="0"/>
                </a:lnTo>
                <a:lnTo>
                  <a:pt x="664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2885760" y="3000240"/>
            <a:ext cx="3896280" cy="9720"/>
          </a:xfrm>
          <a:custGeom>
            <a:avLst/>
            <a:gdLst/>
            <a:ahLst/>
            <a:rect l="0" t="0" r="r" b="b"/>
            <a:pathLst>
              <a:path w="10823" h="27">
                <a:moveTo>
                  <a:pt x="0" y="0"/>
                </a:moveTo>
                <a:lnTo>
                  <a:pt x="10823" y="0"/>
                </a:lnTo>
                <a:lnTo>
                  <a:pt x="108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6781680" y="3000240"/>
            <a:ext cx="4915080" cy="9720"/>
          </a:xfrm>
          <a:custGeom>
            <a:avLst/>
            <a:gdLst/>
            <a:ahLst/>
            <a:rect l="0" t="0" r="r" b="b"/>
            <a:pathLst>
              <a:path w="13653" h="27">
                <a:moveTo>
                  <a:pt x="0" y="0"/>
                </a:moveTo>
                <a:lnTo>
                  <a:pt x="13653" y="0"/>
                </a:lnTo>
                <a:lnTo>
                  <a:pt x="136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495000" y="3981240"/>
            <a:ext cx="2391120" cy="10080"/>
          </a:xfrm>
          <a:custGeom>
            <a:avLst/>
            <a:gdLst/>
            <a:ahLst/>
            <a:rect l="0" t="0" r="r" b="b"/>
            <a:pathLst>
              <a:path w="6642" h="28">
                <a:moveTo>
                  <a:pt x="0" y="0"/>
                </a:moveTo>
                <a:lnTo>
                  <a:pt x="6642" y="0"/>
                </a:lnTo>
                <a:lnTo>
                  <a:pt x="664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2885760" y="3981240"/>
            <a:ext cx="3896280" cy="10080"/>
          </a:xfrm>
          <a:custGeom>
            <a:avLst/>
            <a:gdLst/>
            <a:ahLst/>
            <a:rect l="0" t="0" r="r" b="b"/>
            <a:pathLst>
              <a:path w="10823" h="28">
                <a:moveTo>
                  <a:pt x="0" y="0"/>
                </a:moveTo>
                <a:lnTo>
                  <a:pt x="10823" y="0"/>
                </a:lnTo>
                <a:lnTo>
                  <a:pt x="1082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6781680" y="3981240"/>
            <a:ext cx="4915080" cy="10080"/>
          </a:xfrm>
          <a:custGeom>
            <a:avLst/>
            <a:gdLst/>
            <a:ahLst/>
            <a:rect l="0" t="0" r="r" b="b"/>
            <a:pathLst>
              <a:path w="13653" h="28">
                <a:moveTo>
                  <a:pt x="0" y="0"/>
                </a:moveTo>
                <a:lnTo>
                  <a:pt x="13653" y="0"/>
                </a:lnTo>
                <a:lnTo>
                  <a:pt x="136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495000" y="4962240"/>
            <a:ext cx="2391120" cy="10080"/>
          </a:xfrm>
          <a:custGeom>
            <a:avLst/>
            <a:gdLst/>
            <a:ahLst/>
            <a:rect l="0" t="0" r="r" b="b"/>
            <a:pathLst>
              <a:path w="6642" h="28">
                <a:moveTo>
                  <a:pt x="0" y="0"/>
                </a:moveTo>
                <a:lnTo>
                  <a:pt x="6642" y="0"/>
                </a:lnTo>
                <a:lnTo>
                  <a:pt x="664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2885760" y="4962240"/>
            <a:ext cx="3896280" cy="10080"/>
          </a:xfrm>
          <a:custGeom>
            <a:avLst/>
            <a:gdLst/>
            <a:ahLst/>
            <a:rect l="0" t="0" r="r" b="b"/>
            <a:pathLst>
              <a:path w="10823" h="28">
                <a:moveTo>
                  <a:pt x="0" y="0"/>
                </a:moveTo>
                <a:lnTo>
                  <a:pt x="10823" y="0"/>
                </a:lnTo>
                <a:lnTo>
                  <a:pt x="1082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6781680" y="4962240"/>
            <a:ext cx="4915080" cy="10080"/>
          </a:xfrm>
          <a:custGeom>
            <a:avLst/>
            <a:gdLst/>
            <a:ahLst/>
            <a:rect l="0" t="0" r="r" b="b"/>
            <a:pathLst>
              <a:path w="13653" h="28">
                <a:moveTo>
                  <a:pt x="0" y="0"/>
                </a:moveTo>
                <a:lnTo>
                  <a:pt x="13653" y="0"/>
                </a:lnTo>
                <a:lnTo>
                  <a:pt x="136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495000" y="5933880"/>
            <a:ext cx="2391120" cy="9720"/>
          </a:xfrm>
          <a:custGeom>
            <a:avLst/>
            <a:gdLst/>
            <a:ahLst/>
            <a:rect l="0" t="0" r="r" b="b"/>
            <a:pathLst>
              <a:path w="6642" h="27">
                <a:moveTo>
                  <a:pt x="0" y="0"/>
                </a:moveTo>
                <a:lnTo>
                  <a:pt x="6642" y="0"/>
                </a:lnTo>
                <a:lnTo>
                  <a:pt x="664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2885760" y="5933880"/>
            <a:ext cx="3896280" cy="9720"/>
          </a:xfrm>
          <a:custGeom>
            <a:avLst/>
            <a:gdLst/>
            <a:ahLst/>
            <a:rect l="0" t="0" r="r" b="b"/>
            <a:pathLst>
              <a:path w="10823" h="27">
                <a:moveTo>
                  <a:pt x="0" y="0"/>
                </a:moveTo>
                <a:lnTo>
                  <a:pt x="10823" y="0"/>
                </a:lnTo>
                <a:lnTo>
                  <a:pt x="108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6781680" y="5933880"/>
            <a:ext cx="4915080" cy="9720"/>
          </a:xfrm>
          <a:custGeom>
            <a:avLst/>
            <a:gdLst/>
            <a:ahLst/>
            <a:rect l="0" t="0" r="r" b="b"/>
            <a:pathLst>
              <a:path w="13653" h="27">
                <a:moveTo>
                  <a:pt x="0" y="0"/>
                </a:moveTo>
                <a:lnTo>
                  <a:pt x="13653" y="0"/>
                </a:lnTo>
                <a:lnTo>
                  <a:pt x="136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495000" y="6476760"/>
            <a:ext cx="2391120" cy="10080"/>
          </a:xfrm>
          <a:custGeom>
            <a:avLst/>
            <a:gdLst/>
            <a:ahLst/>
            <a:rect l="0" t="0" r="r" b="b"/>
            <a:pathLst>
              <a:path w="6642" h="28">
                <a:moveTo>
                  <a:pt x="0" y="0"/>
                </a:moveTo>
                <a:lnTo>
                  <a:pt x="6642" y="0"/>
                </a:lnTo>
                <a:lnTo>
                  <a:pt x="664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2885760" y="6476760"/>
            <a:ext cx="3896280" cy="10080"/>
          </a:xfrm>
          <a:custGeom>
            <a:avLst/>
            <a:gdLst/>
            <a:ahLst/>
            <a:rect l="0" t="0" r="r" b="b"/>
            <a:pathLst>
              <a:path w="10823" h="28">
                <a:moveTo>
                  <a:pt x="0" y="0"/>
                </a:moveTo>
                <a:lnTo>
                  <a:pt x="10823" y="0"/>
                </a:lnTo>
                <a:lnTo>
                  <a:pt x="1082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6781680" y="6476760"/>
            <a:ext cx="4915080" cy="10080"/>
          </a:xfrm>
          <a:custGeom>
            <a:avLst/>
            <a:gdLst/>
            <a:ahLst/>
            <a:rect l="0" t="0" r="r" b="b"/>
            <a:pathLst>
              <a:path w="13653" h="28">
                <a:moveTo>
                  <a:pt x="0" y="0"/>
                </a:moveTo>
                <a:lnTo>
                  <a:pt x="13653" y="0"/>
                </a:lnTo>
                <a:lnTo>
                  <a:pt x="136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4553640" y="440640"/>
            <a:ext cx="2864880" cy="76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50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Tech Stack</a:t>
            </a:r>
            <a:endParaRPr lang="en-IN" sz="4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651600" y="1548720"/>
            <a:ext cx="789840" cy="41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460" b="1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Layer</a:t>
            </a:r>
            <a:endParaRPr lang="en-IN" sz="24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3042720" y="1548720"/>
            <a:ext cx="1712160" cy="41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460" b="1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Technology</a:t>
            </a:r>
            <a:endParaRPr lang="en-IN" sz="24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6934320" y="1548720"/>
            <a:ext cx="2513520" cy="41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460" b="1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Why We Chose It</a:t>
            </a:r>
            <a:endParaRPr lang="en-IN" sz="24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723960" y="2420640"/>
            <a:ext cx="429840" cy="312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460" b="0" u="none" strike="noStrike">
                <a:solidFill>
                  <a:srgbClr val="1A1A2E"/>
                </a:solidFill>
                <a:effectLst/>
                <a:uFillTx/>
                <a:latin typeface="SegoeUIEmoji"/>
                <a:ea typeface="SegoeUIEmoji"/>
              </a:rPr>
              <a:t>🖥</a:t>
            </a:r>
            <a:endParaRPr lang="en-IN" sz="24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1181520" y="2310840"/>
            <a:ext cx="1248120" cy="41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46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 Backend</a:t>
            </a:r>
            <a:endParaRPr lang="en-IN" sz="24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3427560" y="2091600"/>
            <a:ext cx="2363760" cy="41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46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FastAPI + Python</a:t>
            </a:r>
            <a:endParaRPr lang="en-IN" sz="24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4488840" y="2530080"/>
            <a:ext cx="573840" cy="41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46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3.12</a:t>
            </a:r>
            <a:endParaRPr lang="en-IN" sz="24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7146360" y="2091600"/>
            <a:ext cx="3440160" cy="41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46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Async, blazing fast, auto-</a:t>
            </a:r>
            <a:endParaRPr lang="en-IN" sz="24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8858520" y="2530080"/>
            <a:ext cx="644760" cy="41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46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docs</a:t>
            </a:r>
            <a:endParaRPr lang="en-IN" sz="24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1461960" y="3173040"/>
            <a:ext cx="429840" cy="312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460" b="0" u="none" strike="noStrike">
                <a:solidFill>
                  <a:srgbClr val="1A1A2E"/>
                </a:solidFill>
                <a:effectLst/>
                <a:uFillTx/>
                <a:latin typeface="SegoeUIEmoji"/>
                <a:ea typeface="SegoeUIEmoji"/>
              </a:rPr>
              <a:t>🗄</a:t>
            </a:r>
            <a:endParaRPr lang="en-IN" sz="24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936000" y="3501360"/>
            <a:ext cx="1281960" cy="41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46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Database</a:t>
            </a:r>
            <a:endParaRPr lang="en-IN" sz="24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4056120" y="3063240"/>
            <a:ext cx="1324800" cy="41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46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Supabase</a:t>
            </a:r>
            <a:endParaRPr lang="en-IN" sz="24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3771720" y="3501360"/>
            <a:ext cx="1790280" cy="41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46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(PostgreSQL)</a:t>
            </a:r>
            <a:endParaRPr lang="en-IN" sz="24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7201440" y="3063240"/>
            <a:ext cx="3396240" cy="41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46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Realtime subscriptions +</a:t>
            </a:r>
            <a:endParaRPr lang="en-IN" sz="24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8572680" y="3501360"/>
            <a:ext cx="1073160" cy="41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46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free tier</a:t>
            </a:r>
            <a:endParaRPr lang="en-IN" sz="24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714600" y="4373280"/>
            <a:ext cx="429840" cy="312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460" b="0" u="none" strike="noStrike">
                <a:solidFill>
                  <a:srgbClr val="1A1A2E"/>
                </a:solidFill>
                <a:effectLst/>
                <a:uFillTx/>
                <a:latin typeface="SegoeUIEmoji"/>
                <a:ea typeface="SegoeUIEmoji"/>
              </a:rPr>
              <a:t>🤖</a:t>
            </a:r>
            <a:endParaRPr lang="en-IN" sz="24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1172160" y="4263480"/>
            <a:ext cx="1238400" cy="41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46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 AI / LLM</a:t>
            </a:r>
            <a:endParaRPr lang="en-IN" sz="24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3227760" y="4044240"/>
            <a:ext cx="2724480" cy="41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46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Groq — LLaMA 3.3-</a:t>
            </a:r>
            <a:endParaRPr lang="en-IN" sz="24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4529160" y="4482720"/>
            <a:ext cx="521280" cy="41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46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70b</a:t>
            </a:r>
            <a:endParaRPr lang="en-IN" sz="24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7056720" y="4044240"/>
            <a:ext cx="3590640" cy="41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46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14,400 req/day free, ultra-</a:t>
            </a:r>
            <a:endParaRPr lang="en-IN" sz="24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8307000" y="4482720"/>
            <a:ext cx="1546920" cy="41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46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low latency</a:t>
            </a:r>
            <a:endParaRPr lang="en-IN" sz="24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665280" y="5344560"/>
            <a:ext cx="429840" cy="312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460" b="0" u="none" strike="noStrike">
                <a:solidFill>
                  <a:srgbClr val="1A1A2E"/>
                </a:solidFill>
                <a:effectLst/>
                <a:uFillTx/>
                <a:latin typeface="SegoeUIEmoji"/>
                <a:ea typeface="SegoeUIEmoji"/>
              </a:rPr>
              <a:t>⚛</a:t>
            </a:r>
            <a:endParaRPr lang="en-IN" sz="24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1122480" y="5235120"/>
            <a:ext cx="1337400" cy="41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46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 Frontend</a:t>
            </a:r>
            <a:endParaRPr lang="en-IN" sz="24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3569760" y="5235120"/>
            <a:ext cx="2106360" cy="41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46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React 18 + Vite</a:t>
            </a:r>
            <a:endParaRPr lang="en-IN" sz="24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7362360" y="5025600"/>
            <a:ext cx="3189600" cy="41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46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Fast HMR, component-</a:t>
            </a:r>
            <a:endParaRPr lang="en-IN" sz="24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8754840" y="5454000"/>
            <a:ext cx="823320" cy="41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46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based</a:t>
            </a:r>
            <a:endParaRPr lang="en-IN" sz="24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1017360" y="6106680"/>
            <a:ext cx="429840" cy="312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460" b="0" u="none" strike="noStrike">
                <a:solidFill>
                  <a:srgbClr val="1A1A2E"/>
                </a:solidFill>
                <a:effectLst/>
                <a:uFillTx/>
                <a:latin typeface="SegoeUIEmoji"/>
                <a:ea typeface="SegoeUIEmoji"/>
              </a:rPr>
              <a:t>🔐</a:t>
            </a:r>
            <a:endParaRPr lang="en-IN" sz="24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1474920" y="5996880"/>
            <a:ext cx="747360" cy="41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46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 Auth</a:t>
            </a:r>
            <a:endParaRPr lang="en-IN" sz="24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3743280" y="5996880"/>
            <a:ext cx="1829880" cy="41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46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JWT + bcrypt</a:t>
            </a:r>
            <a:endParaRPr lang="en-IN" sz="24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7750080" y="5996880"/>
            <a:ext cx="2489760" cy="41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46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No vendor lock-in</a:t>
            </a:r>
            <a:endParaRPr lang="en-IN" sz="24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1461960" y="6649560"/>
            <a:ext cx="429840" cy="312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460" b="0" u="none" strike="noStrike">
                <a:solidFill>
                  <a:srgbClr val="1A1A2E"/>
                </a:solidFill>
                <a:effectLst/>
                <a:uFillTx/>
                <a:latin typeface="SegoeUIEmoji"/>
                <a:ea typeface="SegoeUIEmoji"/>
              </a:rPr>
              <a:t>📱</a:t>
            </a:r>
            <a:endParaRPr lang="en-IN" sz="24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7184880" y="6540120"/>
            <a:ext cx="1301760" cy="41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46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Two-way,</a:t>
            </a:r>
            <a:endParaRPr lang="en-IN" sz="24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11005920" y="6431400"/>
            <a:ext cx="852840" cy="426600"/>
          </a:xfrm>
          <a:custGeom>
            <a:avLst/>
            <a:gdLst/>
            <a:ahLst/>
            <a:rect l="0" t="0" r="r" b="b"/>
            <a:pathLst>
              <a:path w="2369" h="1185">
                <a:moveTo>
                  <a:pt x="0" y="1185"/>
                </a:moveTo>
                <a:lnTo>
                  <a:pt x="1184" y="0"/>
                </a:lnTo>
                <a:lnTo>
                  <a:pt x="2369" y="1185"/>
                </a:lnTo>
                <a:lnTo>
                  <a:pt x="0" y="1185"/>
                </a:ln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10858320" y="6747120"/>
            <a:ext cx="111240" cy="110880"/>
          </a:xfrm>
          <a:custGeom>
            <a:avLst/>
            <a:gdLst/>
            <a:ahLst/>
            <a:rect l="0" t="0" r="r" b="b"/>
            <a:pathLst>
              <a:path w="309" h="308">
                <a:moveTo>
                  <a:pt x="0" y="0"/>
                </a:moveTo>
                <a:lnTo>
                  <a:pt x="309" y="308"/>
                </a:lnTo>
                <a:lnTo>
                  <a:pt x="0" y="30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10858320" y="6579720"/>
            <a:ext cx="277920" cy="278280"/>
          </a:xfrm>
          <a:custGeom>
            <a:avLst/>
            <a:gdLst/>
            <a:ahLst/>
            <a:rect l="0" t="0" r="r" b="b"/>
            <a:pathLst>
              <a:path w="772" h="773">
                <a:moveTo>
                  <a:pt x="309" y="773"/>
                </a:moveTo>
                <a:lnTo>
                  <a:pt x="0" y="465"/>
                </a:lnTo>
                <a:lnTo>
                  <a:pt x="0" y="359"/>
                </a:lnTo>
                <a:lnTo>
                  <a:pt x="360" y="0"/>
                </a:lnTo>
                <a:lnTo>
                  <a:pt x="772" y="412"/>
                </a:lnTo>
                <a:lnTo>
                  <a:pt x="411" y="773"/>
                </a:lnTo>
                <a:lnTo>
                  <a:pt x="309" y="77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10858320" y="6450480"/>
            <a:ext cx="129600" cy="258840"/>
          </a:xfrm>
          <a:custGeom>
            <a:avLst/>
            <a:gdLst/>
            <a:ahLst/>
            <a:rect l="0" t="0" r="r" b="b"/>
            <a:pathLst>
              <a:path w="360" h="719">
                <a:moveTo>
                  <a:pt x="0" y="0"/>
                </a:moveTo>
                <a:lnTo>
                  <a:pt x="360" y="359"/>
                </a:lnTo>
                <a:lnTo>
                  <a:pt x="0" y="71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10987560" y="6431400"/>
            <a:ext cx="296640" cy="297000"/>
          </a:xfrm>
          <a:custGeom>
            <a:avLst/>
            <a:gdLst/>
            <a:ahLst/>
            <a:rect l="0" t="0" r="r" b="b"/>
            <a:pathLst>
              <a:path w="824" h="825">
                <a:moveTo>
                  <a:pt x="413" y="825"/>
                </a:moveTo>
                <a:lnTo>
                  <a:pt x="0" y="412"/>
                </a:lnTo>
                <a:lnTo>
                  <a:pt x="413" y="0"/>
                </a:lnTo>
                <a:lnTo>
                  <a:pt x="824" y="412"/>
                </a:lnTo>
                <a:lnTo>
                  <a:pt x="413" y="8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11135880" y="6283440"/>
            <a:ext cx="296640" cy="296640"/>
          </a:xfrm>
          <a:custGeom>
            <a:avLst/>
            <a:gdLst/>
            <a:ahLst/>
            <a:rect l="0" t="0" r="r" b="b"/>
            <a:pathLst>
              <a:path w="824" h="824">
                <a:moveTo>
                  <a:pt x="411" y="824"/>
                </a:moveTo>
                <a:lnTo>
                  <a:pt x="0" y="412"/>
                </a:lnTo>
                <a:lnTo>
                  <a:pt x="411" y="0"/>
                </a:lnTo>
                <a:lnTo>
                  <a:pt x="824" y="412"/>
                </a:lnTo>
                <a:lnTo>
                  <a:pt x="411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10858320" y="6283440"/>
            <a:ext cx="277920" cy="296640"/>
          </a:xfrm>
          <a:custGeom>
            <a:avLst/>
            <a:gdLst/>
            <a:ahLst/>
            <a:rect l="0" t="0" r="r" b="b"/>
            <a:pathLst>
              <a:path w="772" h="824">
                <a:moveTo>
                  <a:pt x="360" y="824"/>
                </a:moveTo>
                <a:lnTo>
                  <a:pt x="0" y="465"/>
                </a:lnTo>
                <a:lnTo>
                  <a:pt x="0" y="360"/>
                </a:lnTo>
                <a:lnTo>
                  <a:pt x="360" y="0"/>
                </a:lnTo>
                <a:lnTo>
                  <a:pt x="772" y="412"/>
                </a:lnTo>
                <a:lnTo>
                  <a:pt x="360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10987560" y="6135120"/>
            <a:ext cx="296640" cy="296640"/>
          </a:xfrm>
          <a:custGeom>
            <a:avLst/>
            <a:gdLst/>
            <a:ahLst/>
            <a:rect l="0" t="0" r="r" b="b"/>
            <a:pathLst>
              <a:path w="824" h="824">
                <a:moveTo>
                  <a:pt x="413" y="824"/>
                </a:moveTo>
                <a:lnTo>
                  <a:pt x="0" y="412"/>
                </a:lnTo>
                <a:lnTo>
                  <a:pt x="413" y="0"/>
                </a:lnTo>
                <a:lnTo>
                  <a:pt x="824" y="412"/>
                </a:lnTo>
                <a:lnTo>
                  <a:pt x="413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10858320" y="5857560"/>
            <a:ext cx="277920" cy="555480"/>
          </a:xfrm>
          <a:custGeom>
            <a:avLst/>
            <a:gdLst/>
            <a:ahLst/>
            <a:rect l="0" t="0" r="r" b="b"/>
            <a:pathLst>
              <a:path w="772" h="1543">
                <a:moveTo>
                  <a:pt x="0" y="0"/>
                </a:moveTo>
                <a:lnTo>
                  <a:pt x="772" y="771"/>
                </a:lnTo>
                <a:lnTo>
                  <a:pt x="0" y="154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11432160" y="5838480"/>
            <a:ext cx="759960" cy="1019520"/>
          </a:xfrm>
          <a:custGeom>
            <a:avLst/>
            <a:gdLst/>
            <a:ahLst/>
            <a:rect l="0" t="0" r="r" b="b"/>
            <a:pathLst>
              <a:path w="2111" h="2832">
                <a:moveTo>
                  <a:pt x="1185" y="2832"/>
                </a:moveTo>
                <a:lnTo>
                  <a:pt x="0" y="1647"/>
                </a:lnTo>
                <a:lnTo>
                  <a:pt x="1648" y="0"/>
                </a:lnTo>
                <a:lnTo>
                  <a:pt x="2111" y="463"/>
                </a:lnTo>
                <a:lnTo>
                  <a:pt x="2111" y="2832"/>
                </a:lnTo>
                <a:lnTo>
                  <a:pt x="1185" y="2832"/>
                </a:ln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12025080" y="5671800"/>
            <a:ext cx="167040" cy="333720"/>
          </a:xfrm>
          <a:custGeom>
            <a:avLst/>
            <a:gdLst/>
            <a:ahLst/>
            <a:rect l="0" t="0" r="r" b="b"/>
            <a:pathLst>
              <a:path w="464" h="927">
                <a:moveTo>
                  <a:pt x="464" y="927"/>
                </a:moveTo>
                <a:lnTo>
                  <a:pt x="0" y="464"/>
                </a:lnTo>
                <a:lnTo>
                  <a:pt x="464" y="0"/>
                </a:lnTo>
                <a:lnTo>
                  <a:pt x="464" y="927"/>
                </a:ln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11283840" y="6135120"/>
            <a:ext cx="297000" cy="296640"/>
          </a:xfrm>
          <a:custGeom>
            <a:avLst/>
            <a:gdLst/>
            <a:ahLst/>
            <a:rect l="0" t="0" r="r" b="b"/>
            <a:pathLst>
              <a:path w="825" h="824">
                <a:moveTo>
                  <a:pt x="413" y="824"/>
                </a:moveTo>
                <a:lnTo>
                  <a:pt x="0" y="412"/>
                </a:lnTo>
                <a:lnTo>
                  <a:pt x="413" y="0"/>
                </a:lnTo>
                <a:lnTo>
                  <a:pt x="825" y="412"/>
                </a:lnTo>
                <a:lnTo>
                  <a:pt x="413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11432160" y="5986800"/>
            <a:ext cx="297000" cy="297000"/>
          </a:xfrm>
          <a:custGeom>
            <a:avLst/>
            <a:gdLst/>
            <a:ahLst/>
            <a:rect l="0" t="0" r="r" b="b"/>
            <a:pathLst>
              <a:path w="825" h="825">
                <a:moveTo>
                  <a:pt x="412" y="825"/>
                </a:moveTo>
                <a:lnTo>
                  <a:pt x="0" y="413"/>
                </a:lnTo>
                <a:lnTo>
                  <a:pt x="412" y="0"/>
                </a:lnTo>
                <a:lnTo>
                  <a:pt x="825" y="413"/>
                </a:lnTo>
                <a:lnTo>
                  <a:pt x="412" y="8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11135880" y="5986800"/>
            <a:ext cx="296640" cy="297000"/>
          </a:xfrm>
          <a:custGeom>
            <a:avLst/>
            <a:gdLst/>
            <a:ahLst/>
            <a:rect l="0" t="0" r="r" b="b"/>
            <a:pathLst>
              <a:path w="824" h="825">
                <a:moveTo>
                  <a:pt x="411" y="825"/>
                </a:moveTo>
                <a:lnTo>
                  <a:pt x="0" y="413"/>
                </a:lnTo>
                <a:lnTo>
                  <a:pt x="411" y="0"/>
                </a:lnTo>
                <a:lnTo>
                  <a:pt x="824" y="413"/>
                </a:lnTo>
                <a:lnTo>
                  <a:pt x="411" y="8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11283840" y="5838480"/>
            <a:ext cx="297000" cy="297000"/>
          </a:xfrm>
          <a:custGeom>
            <a:avLst/>
            <a:gdLst/>
            <a:ahLst/>
            <a:rect l="0" t="0" r="r" b="b"/>
            <a:pathLst>
              <a:path w="825" h="825">
                <a:moveTo>
                  <a:pt x="413" y="825"/>
                </a:moveTo>
                <a:lnTo>
                  <a:pt x="0" y="412"/>
                </a:lnTo>
                <a:lnTo>
                  <a:pt x="413" y="0"/>
                </a:lnTo>
                <a:lnTo>
                  <a:pt x="825" y="412"/>
                </a:lnTo>
                <a:lnTo>
                  <a:pt x="413" y="8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11580480" y="5838480"/>
            <a:ext cx="296640" cy="297000"/>
          </a:xfrm>
          <a:custGeom>
            <a:avLst/>
            <a:gdLst/>
            <a:ahLst/>
            <a:rect l="0" t="0" r="r" b="b"/>
            <a:pathLst>
              <a:path w="824" h="825">
                <a:moveTo>
                  <a:pt x="413" y="825"/>
                </a:moveTo>
                <a:lnTo>
                  <a:pt x="0" y="412"/>
                </a:lnTo>
                <a:lnTo>
                  <a:pt x="413" y="0"/>
                </a:lnTo>
                <a:lnTo>
                  <a:pt x="824" y="412"/>
                </a:lnTo>
                <a:lnTo>
                  <a:pt x="413" y="8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11728800" y="5690520"/>
            <a:ext cx="296640" cy="296640"/>
          </a:xfrm>
          <a:custGeom>
            <a:avLst/>
            <a:gdLst/>
            <a:ahLst/>
            <a:rect l="0" t="0" r="r" b="b"/>
            <a:pathLst>
              <a:path w="824" h="824">
                <a:moveTo>
                  <a:pt x="411" y="824"/>
                </a:moveTo>
                <a:lnTo>
                  <a:pt x="0" y="412"/>
                </a:lnTo>
                <a:lnTo>
                  <a:pt x="411" y="0"/>
                </a:lnTo>
                <a:lnTo>
                  <a:pt x="824" y="412"/>
                </a:lnTo>
                <a:lnTo>
                  <a:pt x="411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11432160" y="5690520"/>
            <a:ext cx="297000" cy="296640"/>
          </a:xfrm>
          <a:custGeom>
            <a:avLst/>
            <a:gdLst/>
            <a:ahLst/>
            <a:rect l="0" t="0" r="r" b="b"/>
            <a:pathLst>
              <a:path w="825" h="824">
                <a:moveTo>
                  <a:pt x="412" y="824"/>
                </a:moveTo>
                <a:lnTo>
                  <a:pt x="0" y="412"/>
                </a:lnTo>
                <a:lnTo>
                  <a:pt x="412" y="0"/>
                </a:lnTo>
                <a:lnTo>
                  <a:pt x="825" y="412"/>
                </a:lnTo>
                <a:lnTo>
                  <a:pt x="412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11580480" y="5542200"/>
            <a:ext cx="296640" cy="296640"/>
          </a:xfrm>
          <a:custGeom>
            <a:avLst/>
            <a:gdLst/>
            <a:ahLst/>
            <a:rect l="0" t="0" r="r" b="b"/>
            <a:pathLst>
              <a:path w="824" h="824">
                <a:moveTo>
                  <a:pt x="413" y="824"/>
                </a:moveTo>
                <a:lnTo>
                  <a:pt x="0" y="412"/>
                </a:lnTo>
                <a:lnTo>
                  <a:pt x="413" y="0"/>
                </a:lnTo>
                <a:lnTo>
                  <a:pt x="824" y="412"/>
                </a:lnTo>
                <a:lnTo>
                  <a:pt x="413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10858320" y="5542200"/>
            <a:ext cx="574200" cy="593280"/>
          </a:xfrm>
          <a:custGeom>
            <a:avLst/>
            <a:gdLst/>
            <a:ahLst/>
            <a:rect l="0" t="0" r="r" b="b"/>
            <a:pathLst>
              <a:path w="1595" h="1648">
                <a:moveTo>
                  <a:pt x="771" y="1648"/>
                </a:moveTo>
                <a:lnTo>
                  <a:pt x="0" y="877"/>
                </a:lnTo>
                <a:lnTo>
                  <a:pt x="0" y="772"/>
                </a:lnTo>
                <a:lnTo>
                  <a:pt x="771" y="0"/>
                </a:lnTo>
                <a:lnTo>
                  <a:pt x="1595" y="824"/>
                </a:lnTo>
                <a:lnTo>
                  <a:pt x="771" y="164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11135880" y="5524200"/>
            <a:ext cx="593280" cy="314640"/>
          </a:xfrm>
          <a:custGeom>
            <a:avLst/>
            <a:gdLst/>
            <a:ahLst/>
            <a:rect l="0" t="0" r="r" b="b"/>
            <a:pathLst>
              <a:path w="1648" h="874">
                <a:moveTo>
                  <a:pt x="823" y="874"/>
                </a:moveTo>
                <a:lnTo>
                  <a:pt x="0" y="50"/>
                </a:lnTo>
                <a:lnTo>
                  <a:pt x="49" y="0"/>
                </a:lnTo>
                <a:lnTo>
                  <a:pt x="1598" y="0"/>
                </a:lnTo>
                <a:lnTo>
                  <a:pt x="1648" y="50"/>
                </a:lnTo>
                <a:lnTo>
                  <a:pt x="823" y="87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11876760" y="5542200"/>
            <a:ext cx="297000" cy="296640"/>
          </a:xfrm>
          <a:custGeom>
            <a:avLst/>
            <a:gdLst/>
            <a:ahLst/>
            <a:rect l="0" t="0" r="r" b="b"/>
            <a:pathLst>
              <a:path w="825" h="824">
                <a:moveTo>
                  <a:pt x="413" y="824"/>
                </a:moveTo>
                <a:lnTo>
                  <a:pt x="0" y="412"/>
                </a:lnTo>
                <a:lnTo>
                  <a:pt x="413" y="0"/>
                </a:lnTo>
                <a:lnTo>
                  <a:pt x="825" y="412"/>
                </a:lnTo>
                <a:lnTo>
                  <a:pt x="413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12025080" y="5524200"/>
            <a:ext cx="167040" cy="166680"/>
          </a:xfrm>
          <a:custGeom>
            <a:avLst/>
            <a:gdLst/>
            <a:ahLst/>
            <a:rect l="0" t="0" r="r" b="b"/>
            <a:pathLst>
              <a:path w="464" h="463">
                <a:moveTo>
                  <a:pt x="413" y="463"/>
                </a:moveTo>
                <a:lnTo>
                  <a:pt x="0" y="50"/>
                </a:lnTo>
                <a:lnTo>
                  <a:pt x="50" y="0"/>
                </a:lnTo>
                <a:lnTo>
                  <a:pt x="464" y="0"/>
                </a:lnTo>
                <a:lnTo>
                  <a:pt x="464" y="411"/>
                </a:lnTo>
                <a:lnTo>
                  <a:pt x="413" y="46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11728800" y="5524200"/>
            <a:ext cx="296640" cy="166680"/>
          </a:xfrm>
          <a:custGeom>
            <a:avLst/>
            <a:gdLst/>
            <a:ahLst/>
            <a:rect l="0" t="0" r="r" b="b"/>
            <a:pathLst>
              <a:path w="824" h="463">
                <a:moveTo>
                  <a:pt x="411" y="463"/>
                </a:moveTo>
                <a:lnTo>
                  <a:pt x="0" y="50"/>
                </a:lnTo>
                <a:lnTo>
                  <a:pt x="49" y="0"/>
                </a:lnTo>
                <a:lnTo>
                  <a:pt x="775" y="0"/>
                </a:lnTo>
                <a:lnTo>
                  <a:pt x="824" y="50"/>
                </a:lnTo>
                <a:lnTo>
                  <a:pt x="411" y="46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12007440" y="5524200"/>
            <a:ext cx="36000" cy="18360"/>
          </a:xfrm>
          <a:custGeom>
            <a:avLst/>
            <a:gdLst/>
            <a:ahLst/>
            <a:rect l="0" t="0" r="r" b="b"/>
            <a:pathLst>
              <a:path w="100" h="51">
                <a:moveTo>
                  <a:pt x="49" y="51"/>
                </a:moveTo>
                <a:lnTo>
                  <a:pt x="0" y="0"/>
                </a:lnTo>
                <a:lnTo>
                  <a:pt x="100" y="0"/>
                </a:lnTo>
                <a:lnTo>
                  <a:pt x="49" y="5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11710800" y="5524200"/>
            <a:ext cx="36000" cy="18360"/>
          </a:xfrm>
          <a:custGeom>
            <a:avLst/>
            <a:gdLst/>
            <a:ahLst/>
            <a:rect l="0" t="0" r="r" b="b"/>
            <a:pathLst>
              <a:path w="100" h="51">
                <a:moveTo>
                  <a:pt x="50" y="51"/>
                </a:moveTo>
                <a:lnTo>
                  <a:pt x="0" y="0"/>
                </a:lnTo>
                <a:lnTo>
                  <a:pt x="100" y="0"/>
                </a:lnTo>
                <a:lnTo>
                  <a:pt x="50" y="5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10858320" y="5524200"/>
            <a:ext cx="295560" cy="295920"/>
          </a:xfrm>
          <a:custGeom>
            <a:avLst/>
            <a:gdLst/>
            <a:ahLst/>
            <a:rect l="0" t="0" r="r" b="b"/>
            <a:pathLst>
              <a:path w="821" h="822">
                <a:moveTo>
                  <a:pt x="0" y="0"/>
                </a:moveTo>
                <a:lnTo>
                  <a:pt x="821" y="0"/>
                </a:lnTo>
                <a:lnTo>
                  <a:pt x="0" y="82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11688840" y="6269400"/>
            <a:ext cx="247320" cy="293040"/>
          </a:xfrm>
          <a:custGeom>
            <a:avLst/>
            <a:gdLst/>
            <a:ahLst/>
            <a:rect l="0" t="0" r="r" b="b"/>
            <a:pathLst>
              <a:path w="687" h="814">
                <a:moveTo>
                  <a:pt x="0" y="0"/>
                </a:moveTo>
                <a:lnTo>
                  <a:pt x="687" y="0"/>
                </a:lnTo>
                <a:lnTo>
                  <a:pt x="687" y="814"/>
                </a:lnTo>
                <a:lnTo>
                  <a:pt x="0" y="814"/>
                </a:lnTo>
                <a:lnTo>
                  <a:pt x="0" y="0"/>
                </a:lnTo>
                <a:close/>
              </a:path>
            </a:pathLst>
          </a:custGeom>
          <a:solidFill>
            <a:srgbClr val="FDFC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8811360" y="6540120"/>
            <a:ext cx="2113920" cy="41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46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no KYC needed</a:t>
            </a:r>
            <a:endParaRPr lang="en-IN" sz="24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11754360" y="624924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SegoeUI"/>
                <a:ea typeface="SegoeUI"/>
              </a:rPr>
              <a:t>4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11754360" y="624924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202228"/>
                </a:solidFill>
                <a:effectLst/>
                <a:uFillTx/>
                <a:latin typeface="SegoeUI"/>
                <a:ea typeface="SegoeUI"/>
              </a:rPr>
              <a:t>4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0" y="0"/>
            <a:ext cx="12192120" cy="76320"/>
          </a:xfrm>
          <a:custGeom>
            <a:avLst/>
            <a:gdLst/>
            <a:ahLst/>
            <a:rect l="0" t="0" r="r" b="b"/>
            <a:pathLst>
              <a:path w="33867" h="212">
                <a:moveTo>
                  <a:pt x="0" y="0"/>
                </a:moveTo>
                <a:lnTo>
                  <a:pt x="33867" y="0"/>
                </a:lnTo>
                <a:lnTo>
                  <a:pt x="33867" y="212"/>
                </a:lnTo>
                <a:lnTo>
                  <a:pt x="0" y="212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495000" y="1504800"/>
            <a:ext cx="11201760" cy="28800"/>
          </a:xfrm>
          <a:custGeom>
            <a:avLst/>
            <a:gdLst/>
            <a:ahLst/>
            <a:rect l="0" t="0" r="r" b="b"/>
            <a:pathLst>
              <a:path w="31116" h="80">
                <a:moveTo>
                  <a:pt x="0" y="0"/>
                </a:moveTo>
                <a:lnTo>
                  <a:pt x="31116" y="0"/>
                </a:lnTo>
                <a:lnTo>
                  <a:pt x="31116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1628640" y="1733400"/>
            <a:ext cx="1590840" cy="1009800"/>
          </a:xfrm>
          <a:custGeom>
            <a:avLst/>
            <a:gdLst/>
            <a:ahLst/>
            <a:rect l="0" t="0" r="r" b="b"/>
            <a:pathLst>
              <a:path w="4419" h="2805">
                <a:moveTo>
                  <a:pt x="0" y="2567"/>
                </a:moveTo>
                <a:lnTo>
                  <a:pt x="0" y="238"/>
                </a:lnTo>
                <a:cubicBezTo>
                  <a:pt x="0" y="222"/>
                  <a:pt x="1" y="207"/>
                  <a:pt x="4" y="192"/>
                </a:cubicBezTo>
                <a:cubicBezTo>
                  <a:pt x="8" y="176"/>
                  <a:pt x="12" y="161"/>
                  <a:pt x="18" y="147"/>
                </a:cubicBezTo>
                <a:cubicBezTo>
                  <a:pt x="24" y="132"/>
                  <a:pt x="31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1"/>
                  <a:pt x="132" y="24"/>
                  <a:pt x="147" y="18"/>
                </a:cubicBezTo>
                <a:cubicBezTo>
                  <a:pt x="161" y="12"/>
                  <a:pt x="176" y="8"/>
                  <a:pt x="192" y="4"/>
                </a:cubicBezTo>
                <a:cubicBezTo>
                  <a:pt x="207" y="1"/>
                  <a:pt x="222" y="0"/>
                  <a:pt x="238" y="0"/>
                </a:cubicBezTo>
                <a:lnTo>
                  <a:pt x="4181" y="0"/>
                </a:lnTo>
                <a:cubicBezTo>
                  <a:pt x="4197" y="0"/>
                  <a:pt x="4212" y="1"/>
                  <a:pt x="4228" y="4"/>
                </a:cubicBezTo>
                <a:cubicBezTo>
                  <a:pt x="4243" y="8"/>
                  <a:pt x="4258" y="12"/>
                  <a:pt x="4272" y="18"/>
                </a:cubicBezTo>
                <a:cubicBezTo>
                  <a:pt x="4287" y="24"/>
                  <a:pt x="4301" y="31"/>
                  <a:pt x="4314" y="40"/>
                </a:cubicBezTo>
                <a:cubicBezTo>
                  <a:pt x="4327" y="49"/>
                  <a:pt x="4339" y="59"/>
                  <a:pt x="4350" y="70"/>
                </a:cubicBezTo>
                <a:cubicBezTo>
                  <a:pt x="4361" y="81"/>
                  <a:pt x="4371" y="93"/>
                  <a:pt x="4379" y="106"/>
                </a:cubicBezTo>
                <a:cubicBezTo>
                  <a:pt x="4388" y="119"/>
                  <a:pt x="4395" y="132"/>
                  <a:pt x="4401" y="147"/>
                </a:cubicBezTo>
                <a:cubicBezTo>
                  <a:pt x="4407" y="161"/>
                  <a:pt x="4412" y="176"/>
                  <a:pt x="4415" y="192"/>
                </a:cubicBezTo>
                <a:cubicBezTo>
                  <a:pt x="4418" y="207"/>
                  <a:pt x="4419" y="222"/>
                  <a:pt x="4419" y="238"/>
                </a:cubicBezTo>
                <a:lnTo>
                  <a:pt x="4419" y="2567"/>
                </a:lnTo>
                <a:cubicBezTo>
                  <a:pt x="4419" y="2583"/>
                  <a:pt x="4418" y="2598"/>
                  <a:pt x="4415" y="2614"/>
                </a:cubicBezTo>
                <a:cubicBezTo>
                  <a:pt x="4412" y="2629"/>
                  <a:pt x="4407" y="2644"/>
                  <a:pt x="4401" y="2659"/>
                </a:cubicBezTo>
                <a:cubicBezTo>
                  <a:pt x="4395" y="2673"/>
                  <a:pt x="4388" y="2687"/>
                  <a:pt x="4379" y="2700"/>
                </a:cubicBezTo>
                <a:cubicBezTo>
                  <a:pt x="4371" y="2713"/>
                  <a:pt x="4361" y="2725"/>
                  <a:pt x="4350" y="2736"/>
                </a:cubicBezTo>
                <a:cubicBezTo>
                  <a:pt x="4339" y="2747"/>
                  <a:pt x="4327" y="2757"/>
                  <a:pt x="4314" y="2765"/>
                </a:cubicBezTo>
                <a:cubicBezTo>
                  <a:pt x="4301" y="2774"/>
                  <a:pt x="4287" y="2781"/>
                  <a:pt x="4272" y="2787"/>
                </a:cubicBezTo>
                <a:cubicBezTo>
                  <a:pt x="4258" y="2793"/>
                  <a:pt x="4243" y="2798"/>
                  <a:pt x="4228" y="2801"/>
                </a:cubicBezTo>
                <a:cubicBezTo>
                  <a:pt x="4212" y="2804"/>
                  <a:pt x="4197" y="2805"/>
                  <a:pt x="4181" y="2805"/>
                </a:cubicBezTo>
                <a:lnTo>
                  <a:pt x="238" y="2805"/>
                </a:lnTo>
                <a:cubicBezTo>
                  <a:pt x="222" y="2805"/>
                  <a:pt x="207" y="2804"/>
                  <a:pt x="192" y="2801"/>
                </a:cubicBezTo>
                <a:cubicBezTo>
                  <a:pt x="176" y="2798"/>
                  <a:pt x="161" y="2793"/>
                  <a:pt x="147" y="2787"/>
                </a:cubicBezTo>
                <a:cubicBezTo>
                  <a:pt x="132" y="2781"/>
                  <a:pt x="119" y="2774"/>
                  <a:pt x="106" y="2765"/>
                </a:cubicBezTo>
                <a:cubicBezTo>
                  <a:pt x="93" y="2757"/>
                  <a:pt x="81" y="2747"/>
                  <a:pt x="70" y="2736"/>
                </a:cubicBezTo>
                <a:cubicBezTo>
                  <a:pt x="59" y="2725"/>
                  <a:pt x="49" y="2713"/>
                  <a:pt x="40" y="2700"/>
                </a:cubicBezTo>
                <a:cubicBezTo>
                  <a:pt x="31" y="2687"/>
                  <a:pt x="24" y="2673"/>
                  <a:pt x="18" y="2659"/>
                </a:cubicBezTo>
                <a:cubicBezTo>
                  <a:pt x="12" y="2644"/>
                  <a:pt x="8" y="2629"/>
                  <a:pt x="4" y="2614"/>
                </a:cubicBezTo>
                <a:cubicBezTo>
                  <a:pt x="1" y="2598"/>
                  <a:pt x="0" y="2583"/>
                  <a:pt x="0" y="2567"/>
                </a:cubicBezTo>
                <a:close/>
              </a:path>
            </a:pathLst>
          </a:custGeom>
          <a:solidFill>
            <a:srgbClr val="FFF7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1628640" y="1733400"/>
            <a:ext cx="1590840" cy="1009800"/>
          </a:xfrm>
          <a:custGeom>
            <a:avLst/>
            <a:gdLst/>
            <a:ahLst/>
            <a:rect l="0" t="0" r="r" b="b"/>
            <a:pathLst>
              <a:path w="4419" h="2805">
                <a:moveTo>
                  <a:pt x="0" y="2567"/>
                </a:moveTo>
                <a:lnTo>
                  <a:pt x="0" y="238"/>
                </a:lnTo>
                <a:cubicBezTo>
                  <a:pt x="0" y="222"/>
                  <a:pt x="1" y="207"/>
                  <a:pt x="4" y="192"/>
                </a:cubicBezTo>
                <a:cubicBezTo>
                  <a:pt x="8" y="176"/>
                  <a:pt x="12" y="161"/>
                  <a:pt x="18" y="147"/>
                </a:cubicBezTo>
                <a:cubicBezTo>
                  <a:pt x="24" y="132"/>
                  <a:pt x="31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1"/>
                  <a:pt x="132" y="24"/>
                  <a:pt x="147" y="18"/>
                </a:cubicBezTo>
                <a:cubicBezTo>
                  <a:pt x="161" y="12"/>
                  <a:pt x="176" y="8"/>
                  <a:pt x="192" y="4"/>
                </a:cubicBezTo>
                <a:cubicBezTo>
                  <a:pt x="207" y="1"/>
                  <a:pt x="222" y="0"/>
                  <a:pt x="238" y="0"/>
                </a:cubicBezTo>
                <a:lnTo>
                  <a:pt x="4181" y="0"/>
                </a:lnTo>
                <a:cubicBezTo>
                  <a:pt x="4197" y="0"/>
                  <a:pt x="4212" y="1"/>
                  <a:pt x="4228" y="4"/>
                </a:cubicBezTo>
                <a:cubicBezTo>
                  <a:pt x="4243" y="8"/>
                  <a:pt x="4258" y="12"/>
                  <a:pt x="4272" y="18"/>
                </a:cubicBezTo>
                <a:cubicBezTo>
                  <a:pt x="4287" y="24"/>
                  <a:pt x="4301" y="31"/>
                  <a:pt x="4314" y="40"/>
                </a:cubicBezTo>
                <a:cubicBezTo>
                  <a:pt x="4327" y="49"/>
                  <a:pt x="4339" y="59"/>
                  <a:pt x="4350" y="70"/>
                </a:cubicBezTo>
                <a:cubicBezTo>
                  <a:pt x="4361" y="81"/>
                  <a:pt x="4371" y="93"/>
                  <a:pt x="4379" y="106"/>
                </a:cubicBezTo>
                <a:cubicBezTo>
                  <a:pt x="4388" y="119"/>
                  <a:pt x="4395" y="132"/>
                  <a:pt x="4401" y="147"/>
                </a:cubicBezTo>
                <a:cubicBezTo>
                  <a:pt x="4407" y="161"/>
                  <a:pt x="4412" y="176"/>
                  <a:pt x="4415" y="192"/>
                </a:cubicBezTo>
                <a:cubicBezTo>
                  <a:pt x="4418" y="207"/>
                  <a:pt x="4419" y="222"/>
                  <a:pt x="4419" y="238"/>
                </a:cubicBezTo>
                <a:lnTo>
                  <a:pt x="4419" y="2567"/>
                </a:lnTo>
                <a:cubicBezTo>
                  <a:pt x="4419" y="2583"/>
                  <a:pt x="4418" y="2598"/>
                  <a:pt x="4415" y="2614"/>
                </a:cubicBezTo>
                <a:cubicBezTo>
                  <a:pt x="4412" y="2629"/>
                  <a:pt x="4407" y="2644"/>
                  <a:pt x="4401" y="2659"/>
                </a:cubicBezTo>
                <a:cubicBezTo>
                  <a:pt x="4395" y="2673"/>
                  <a:pt x="4388" y="2687"/>
                  <a:pt x="4379" y="2700"/>
                </a:cubicBezTo>
                <a:cubicBezTo>
                  <a:pt x="4371" y="2713"/>
                  <a:pt x="4361" y="2725"/>
                  <a:pt x="4350" y="2736"/>
                </a:cubicBezTo>
                <a:cubicBezTo>
                  <a:pt x="4339" y="2747"/>
                  <a:pt x="4327" y="2757"/>
                  <a:pt x="4314" y="2765"/>
                </a:cubicBezTo>
                <a:cubicBezTo>
                  <a:pt x="4301" y="2774"/>
                  <a:pt x="4287" y="2781"/>
                  <a:pt x="4272" y="2787"/>
                </a:cubicBezTo>
                <a:cubicBezTo>
                  <a:pt x="4258" y="2793"/>
                  <a:pt x="4243" y="2798"/>
                  <a:pt x="4228" y="2801"/>
                </a:cubicBezTo>
                <a:cubicBezTo>
                  <a:pt x="4212" y="2804"/>
                  <a:pt x="4197" y="2805"/>
                  <a:pt x="4181" y="2805"/>
                </a:cubicBezTo>
                <a:lnTo>
                  <a:pt x="238" y="2805"/>
                </a:lnTo>
                <a:cubicBezTo>
                  <a:pt x="222" y="2805"/>
                  <a:pt x="207" y="2804"/>
                  <a:pt x="192" y="2801"/>
                </a:cubicBezTo>
                <a:cubicBezTo>
                  <a:pt x="176" y="2798"/>
                  <a:pt x="161" y="2793"/>
                  <a:pt x="147" y="2787"/>
                </a:cubicBezTo>
                <a:cubicBezTo>
                  <a:pt x="132" y="2781"/>
                  <a:pt x="119" y="2774"/>
                  <a:pt x="106" y="2765"/>
                </a:cubicBezTo>
                <a:cubicBezTo>
                  <a:pt x="93" y="2757"/>
                  <a:pt x="81" y="2747"/>
                  <a:pt x="70" y="2736"/>
                </a:cubicBezTo>
                <a:cubicBezTo>
                  <a:pt x="59" y="2725"/>
                  <a:pt x="49" y="2713"/>
                  <a:pt x="40" y="2700"/>
                </a:cubicBezTo>
                <a:cubicBezTo>
                  <a:pt x="31" y="2687"/>
                  <a:pt x="24" y="2673"/>
                  <a:pt x="18" y="2659"/>
                </a:cubicBezTo>
                <a:cubicBezTo>
                  <a:pt x="12" y="2644"/>
                  <a:pt x="8" y="2629"/>
                  <a:pt x="4" y="2614"/>
                </a:cubicBezTo>
                <a:cubicBezTo>
                  <a:pt x="1" y="2598"/>
                  <a:pt x="0" y="2583"/>
                  <a:pt x="0" y="2567"/>
                </a:cubicBezTo>
                <a:close/>
              </a:path>
            </a:pathLst>
          </a:custGeom>
          <a:noFill/>
          <a:ln w="18720">
            <a:solidFill>
              <a:srgbClr val="FF9933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3129840" y="669240"/>
            <a:ext cx="5413680" cy="76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50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System Architecture</a:t>
            </a:r>
            <a:endParaRPr lang="en-IN" sz="4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1865520" y="1822320"/>
            <a:ext cx="144540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4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C i t i z e n</a:t>
            </a:r>
            <a:endParaRPr lang="en-IN" sz="2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1768680" y="2345760"/>
            <a:ext cx="1224720" cy="296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40" b="0" u="none" strike="noStrike">
                <a:solidFill>
                  <a:srgbClr val="1A1A2E"/>
                </a:solidFill>
                <a:effectLst/>
                <a:uFillTx/>
                <a:latin typeface="SegoeUIEmoji"/>
                <a:ea typeface="SegoeUIEmoji"/>
              </a:rPr>
              <a:t>📱💻📞</a:t>
            </a:r>
            <a:endParaRPr lang="en-IN" sz="2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3809880" y="1733400"/>
            <a:ext cx="1619640" cy="1009800"/>
          </a:xfrm>
          <a:custGeom>
            <a:avLst/>
            <a:gdLst/>
            <a:ahLst/>
            <a:rect l="0" t="0" r="r" b="b"/>
            <a:pathLst>
              <a:path w="4499" h="2805">
                <a:moveTo>
                  <a:pt x="0" y="2567"/>
                </a:moveTo>
                <a:lnTo>
                  <a:pt x="0" y="238"/>
                </a:lnTo>
                <a:cubicBezTo>
                  <a:pt x="0" y="222"/>
                  <a:pt x="1" y="207"/>
                  <a:pt x="4" y="192"/>
                </a:cubicBezTo>
                <a:cubicBezTo>
                  <a:pt x="7" y="176"/>
                  <a:pt x="12" y="161"/>
                  <a:pt x="18" y="147"/>
                </a:cubicBezTo>
                <a:cubicBezTo>
                  <a:pt x="24" y="132"/>
                  <a:pt x="31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1"/>
                  <a:pt x="132" y="24"/>
                  <a:pt x="147" y="18"/>
                </a:cubicBezTo>
                <a:cubicBezTo>
                  <a:pt x="161" y="12"/>
                  <a:pt x="176" y="8"/>
                  <a:pt x="192" y="4"/>
                </a:cubicBezTo>
                <a:cubicBezTo>
                  <a:pt x="207" y="1"/>
                  <a:pt x="222" y="0"/>
                  <a:pt x="238" y="0"/>
                </a:cubicBezTo>
                <a:lnTo>
                  <a:pt x="4261" y="0"/>
                </a:lnTo>
                <a:cubicBezTo>
                  <a:pt x="4276" y="0"/>
                  <a:pt x="4292" y="1"/>
                  <a:pt x="4307" y="4"/>
                </a:cubicBezTo>
                <a:cubicBezTo>
                  <a:pt x="4322" y="8"/>
                  <a:pt x="4337" y="12"/>
                  <a:pt x="4352" y="18"/>
                </a:cubicBezTo>
                <a:cubicBezTo>
                  <a:pt x="4366" y="24"/>
                  <a:pt x="4380" y="31"/>
                  <a:pt x="4393" y="40"/>
                </a:cubicBezTo>
                <a:cubicBezTo>
                  <a:pt x="4406" y="49"/>
                  <a:pt x="4418" y="59"/>
                  <a:pt x="4429" y="70"/>
                </a:cubicBezTo>
                <a:cubicBezTo>
                  <a:pt x="4440" y="81"/>
                  <a:pt x="4450" y="93"/>
                  <a:pt x="4459" y="106"/>
                </a:cubicBezTo>
                <a:cubicBezTo>
                  <a:pt x="4467" y="119"/>
                  <a:pt x="4475" y="132"/>
                  <a:pt x="4481" y="147"/>
                </a:cubicBezTo>
                <a:cubicBezTo>
                  <a:pt x="4487" y="161"/>
                  <a:pt x="4491" y="176"/>
                  <a:pt x="4494" y="192"/>
                </a:cubicBezTo>
                <a:cubicBezTo>
                  <a:pt x="4497" y="207"/>
                  <a:pt x="4499" y="222"/>
                  <a:pt x="4499" y="238"/>
                </a:cubicBezTo>
                <a:lnTo>
                  <a:pt x="4499" y="2567"/>
                </a:lnTo>
                <a:cubicBezTo>
                  <a:pt x="4499" y="2583"/>
                  <a:pt x="4497" y="2598"/>
                  <a:pt x="4494" y="2614"/>
                </a:cubicBezTo>
                <a:cubicBezTo>
                  <a:pt x="4491" y="2629"/>
                  <a:pt x="4487" y="2644"/>
                  <a:pt x="4481" y="2659"/>
                </a:cubicBezTo>
                <a:cubicBezTo>
                  <a:pt x="4475" y="2673"/>
                  <a:pt x="4467" y="2687"/>
                  <a:pt x="4459" y="2700"/>
                </a:cubicBezTo>
                <a:cubicBezTo>
                  <a:pt x="4450" y="2713"/>
                  <a:pt x="4440" y="2725"/>
                  <a:pt x="4429" y="2736"/>
                </a:cubicBezTo>
                <a:cubicBezTo>
                  <a:pt x="4418" y="2747"/>
                  <a:pt x="4406" y="2757"/>
                  <a:pt x="4393" y="2765"/>
                </a:cubicBezTo>
                <a:cubicBezTo>
                  <a:pt x="4380" y="2774"/>
                  <a:pt x="4366" y="2781"/>
                  <a:pt x="4352" y="2787"/>
                </a:cubicBezTo>
                <a:cubicBezTo>
                  <a:pt x="4337" y="2793"/>
                  <a:pt x="4322" y="2798"/>
                  <a:pt x="4307" y="2801"/>
                </a:cubicBezTo>
                <a:cubicBezTo>
                  <a:pt x="4292" y="2804"/>
                  <a:pt x="4276" y="2805"/>
                  <a:pt x="4261" y="2805"/>
                </a:cubicBezTo>
                <a:lnTo>
                  <a:pt x="238" y="2805"/>
                </a:lnTo>
                <a:cubicBezTo>
                  <a:pt x="222" y="2805"/>
                  <a:pt x="207" y="2804"/>
                  <a:pt x="192" y="2801"/>
                </a:cubicBezTo>
                <a:cubicBezTo>
                  <a:pt x="176" y="2798"/>
                  <a:pt x="161" y="2793"/>
                  <a:pt x="147" y="2787"/>
                </a:cubicBezTo>
                <a:cubicBezTo>
                  <a:pt x="132" y="2781"/>
                  <a:pt x="119" y="2774"/>
                  <a:pt x="106" y="2765"/>
                </a:cubicBezTo>
                <a:cubicBezTo>
                  <a:pt x="93" y="2757"/>
                  <a:pt x="81" y="2747"/>
                  <a:pt x="70" y="2736"/>
                </a:cubicBezTo>
                <a:cubicBezTo>
                  <a:pt x="59" y="2725"/>
                  <a:pt x="49" y="2713"/>
                  <a:pt x="40" y="2700"/>
                </a:cubicBezTo>
                <a:cubicBezTo>
                  <a:pt x="31" y="2687"/>
                  <a:pt x="24" y="2673"/>
                  <a:pt x="18" y="2659"/>
                </a:cubicBezTo>
                <a:cubicBezTo>
                  <a:pt x="12" y="2644"/>
                  <a:pt x="7" y="2629"/>
                  <a:pt x="4" y="2614"/>
                </a:cubicBezTo>
                <a:cubicBezTo>
                  <a:pt x="1" y="2598"/>
                  <a:pt x="0" y="2583"/>
                  <a:pt x="0" y="2567"/>
                </a:cubicBezTo>
                <a:close/>
              </a:path>
            </a:pathLst>
          </a:custGeom>
          <a:solidFill>
            <a:srgbClr val="EEF0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3809880" y="1733400"/>
            <a:ext cx="1619640" cy="1009800"/>
          </a:xfrm>
          <a:custGeom>
            <a:avLst/>
            <a:gdLst/>
            <a:ahLst/>
            <a:rect l="0" t="0" r="r" b="b"/>
            <a:pathLst>
              <a:path w="4499" h="2805">
                <a:moveTo>
                  <a:pt x="0" y="2567"/>
                </a:moveTo>
                <a:lnTo>
                  <a:pt x="0" y="238"/>
                </a:lnTo>
                <a:cubicBezTo>
                  <a:pt x="0" y="222"/>
                  <a:pt x="1" y="207"/>
                  <a:pt x="4" y="192"/>
                </a:cubicBezTo>
                <a:cubicBezTo>
                  <a:pt x="7" y="176"/>
                  <a:pt x="12" y="161"/>
                  <a:pt x="18" y="147"/>
                </a:cubicBezTo>
                <a:cubicBezTo>
                  <a:pt x="24" y="132"/>
                  <a:pt x="31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1"/>
                  <a:pt x="132" y="24"/>
                  <a:pt x="147" y="18"/>
                </a:cubicBezTo>
                <a:cubicBezTo>
                  <a:pt x="161" y="12"/>
                  <a:pt x="176" y="8"/>
                  <a:pt x="192" y="4"/>
                </a:cubicBezTo>
                <a:cubicBezTo>
                  <a:pt x="207" y="1"/>
                  <a:pt x="222" y="0"/>
                  <a:pt x="238" y="0"/>
                </a:cubicBezTo>
                <a:lnTo>
                  <a:pt x="4261" y="0"/>
                </a:lnTo>
                <a:cubicBezTo>
                  <a:pt x="4276" y="0"/>
                  <a:pt x="4292" y="1"/>
                  <a:pt x="4307" y="4"/>
                </a:cubicBezTo>
                <a:cubicBezTo>
                  <a:pt x="4322" y="8"/>
                  <a:pt x="4337" y="12"/>
                  <a:pt x="4352" y="18"/>
                </a:cubicBezTo>
                <a:cubicBezTo>
                  <a:pt x="4366" y="24"/>
                  <a:pt x="4380" y="31"/>
                  <a:pt x="4393" y="40"/>
                </a:cubicBezTo>
                <a:cubicBezTo>
                  <a:pt x="4406" y="49"/>
                  <a:pt x="4418" y="59"/>
                  <a:pt x="4429" y="70"/>
                </a:cubicBezTo>
                <a:cubicBezTo>
                  <a:pt x="4440" y="81"/>
                  <a:pt x="4450" y="93"/>
                  <a:pt x="4459" y="106"/>
                </a:cubicBezTo>
                <a:cubicBezTo>
                  <a:pt x="4467" y="119"/>
                  <a:pt x="4475" y="132"/>
                  <a:pt x="4481" y="147"/>
                </a:cubicBezTo>
                <a:cubicBezTo>
                  <a:pt x="4487" y="161"/>
                  <a:pt x="4491" y="176"/>
                  <a:pt x="4494" y="192"/>
                </a:cubicBezTo>
                <a:cubicBezTo>
                  <a:pt x="4497" y="207"/>
                  <a:pt x="4499" y="222"/>
                  <a:pt x="4499" y="238"/>
                </a:cubicBezTo>
                <a:lnTo>
                  <a:pt x="4499" y="2567"/>
                </a:lnTo>
                <a:cubicBezTo>
                  <a:pt x="4499" y="2583"/>
                  <a:pt x="4497" y="2598"/>
                  <a:pt x="4494" y="2614"/>
                </a:cubicBezTo>
                <a:cubicBezTo>
                  <a:pt x="4491" y="2629"/>
                  <a:pt x="4487" y="2644"/>
                  <a:pt x="4481" y="2659"/>
                </a:cubicBezTo>
                <a:cubicBezTo>
                  <a:pt x="4475" y="2673"/>
                  <a:pt x="4467" y="2687"/>
                  <a:pt x="4459" y="2700"/>
                </a:cubicBezTo>
                <a:cubicBezTo>
                  <a:pt x="4450" y="2713"/>
                  <a:pt x="4440" y="2725"/>
                  <a:pt x="4429" y="2736"/>
                </a:cubicBezTo>
                <a:cubicBezTo>
                  <a:pt x="4418" y="2747"/>
                  <a:pt x="4406" y="2757"/>
                  <a:pt x="4393" y="2765"/>
                </a:cubicBezTo>
                <a:cubicBezTo>
                  <a:pt x="4380" y="2774"/>
                  <a:pt x="4366" y="2781"/>
                  <a:pt x="4352" y="2787"/>
                </a:cubicBezTo>
                <a:cubicBezTo>
                  <a:pt x="4337" y="2793"/>
                  <a:pt x="4322" y="2798"/>
                  <a:pt x="4307" y="2801"/>
                </a:cubicBezTo>
                <a:cubicBezTo>
                  <a:pt x="4292" y="2804"/>
                  <a:pt x="4276" y="2805"/>
                  <a:pt x="4261" y="2805"/>
                </a:cubicBezTo>
                <a:lnTo>
                  <a:pt x="238" y="2805"/>
                </a:lnTo>
                <a:cubicBezTo>
                  <a:pt x="222" y="2805"/>
                  <a:pt x="207" y="2804"/>
                  <a:pt x="192" y="2801"/>
                </a:cubicBezTo>
                <a:cubicBezTo>
                  <a:pt x="176" y="2798"/>
                  <a:pt x="161" y="2793"/>
                  <a:pt x="147" y="2787"/>
                </a:cubicBezTo>
                <a:cubicBezTo>
                  <a:pt x="132" y="2781"/>
                  <a:pt x="119" y="2774"/>
                  <a:pt x="106" y="2765"/>
                </a:cubicBezTo>
                <a:cubicBezTo>
                  <a:pt x="93" y="2757"/>
                  <a:pt x="81" y="2747"/>
                  <a:pt x="70" y="2736"/>
                </a:cubicBezTo>
                <a:cubicBezTo>
                  <a:pt x="59" y="2725"/>
                  <a:pt x="49" y="2713"/>
                  <a:pt x="40" y="2700"/>
                </a:cubicBezTo>
                <a:cubicBezTo>
                  <a:pt x="31" y="2687"/>
                  <a:pt x="24" y="2673"/>
                  <a:pt x="18" y="2659"/>
                </a:cubicBezTo>
                <a:cubicBezTo>
                  <a:pt x="12" y="2644"/>
                  <a:pt x="7" y="2629"/>
                  <a:pt x="4" y="2614"/>
                </a:cubicBezTo>
                <a:cubicBezTo>
                  <a:pt x="1" y="2598"/>
                  <a:pt x="0" y="2583"/>
                  <a:pt x="0" y="2567"/>
                </a:cubicBezTo>
                <a:close/>
              </a:path>
            </a:pathLst>
          </a:custGeom>
          <a:noFill/>
          <a:ln w="18720">
            <a:solidFill>
              <a:srgbClr val="00008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3288240" y="1894320"/>
            <a:ext cx="495000" cy="660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3900" b="1" u="none" strike="noStrike">
                <a:solidFill>
                  <a:srgbClr val="6C63FF"/>
                </a:solidFill>
                <a:effectLst/>
                <a:uFillTx/>
                <a:latin typeface="SegoeUI"/>
                <a:ea typeface="SegoeUI"/>
              </a:rPr>
              <a:t>→</a:t>
            </a:r>
            <a:endParaRPr lang="en-IN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4026600" y="1822320"/>
            <a:ext cx="145728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4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Fa s t A P I</a:t>
            </a:r>
            <a:endParaRPr lang="en-IN" sz="2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3953880" y="2241720"/>
            <a:ext cx="118440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4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Backend</a:t>
            </a:r>
            <a:endParaRPr lang="en-IN" sz="2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6019560" y="1733400"/>
            <a:ext cx="1838880" cy="1009800"/>
          </a:xfrm>
          <a:custGeom>
            <a:avLst/>
            <a:gdLst/>
            <a:ahLst/>
            <a:rect l="0" t="0" r="r" b="b"/>
            <a:pathLst>
              <a:path w="5108" h="2805">
                <a:moveTo>
                  <a:pt x="0" y="2567"/>
                </a:moveTo>
                <a:lnTo>
                  <a:pt x="0" y="238"/>
                </a:lnTo>
                <a:cubicBezTo>
                  <a:pt x="0" y="222"/>
                  <a:pt x="2" y="207"/>
                  <a:pt x="5" y="192"/>
                </a:cubicBezTo>
                <a:cubicBezTo>
                  <a:pt x="8" y="176"/>
                  <a:pt x="12" y="161"/>
                  <a:pt x="18" y="147"/>
                </a:cubicBezTo>
                <a:cubicBezTo>
                  <a:pt x="24" y="132"/>
                  <a:pt x="32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1"/>
                  <a:pt x="133" y="24"/>
                  <a:pt x="147" y="18"/>
                </a:cubicBezTo>
                <a:cubicBezTo>
                  <a:pt x="162" y="12"/>
                  <a:pt x="176" y="8"/>
                  <a:pt x="192" y="4"/>
                </a:cubicBezTo>
                <a:cubicBezTo>
                  <a:pt x="207" y="1"/>
                  <a:pt x="223" y="0"/>
                  <a:pt x="238" y="0"/>
                </a:cubicBezTo>
                <a:lnTo>
                  <a:pt x="4869" y="0"/>
                </a:lnTo>
                <a:cubicBezTo>
                  <a:pt x="4885" y="0"/>
                  <a:pt x="4901" y="1"/>
                  <a:pt x="4916" y="4"/>
                </a:cubicBezTo>
                <a:cubicBezTo>
                  <a:pt x="4931" y="8"/>
                  <a:pt x="4946" y="12"/>
                  <a:pt x="4961" y="18"/>
                </a:cubicBezTo>
                <a:cubicBezTo>
                  <a:pt x="4975" y="24"/>
                  <a:pt x="4989" y="31"/>
                  <a:pt x="5002" y="40"/>
                </a:cubicBezTo>
                <a:cubicBezTo>
                  <a:pt x="5015" y="49"/>
                  <a:pt x="5027" y="59"/>
                  <a:pt x="5038" y="70"/>
                </a:cubicBezTo>
                <a:cubicBezTo>
                  <a:pt x="5049" y="81"/>
                  <a:pt x="5059" y="93"/>
                  <a:pt x="5067" y="106"/>
                </a:cubicBezTo>
                <a:cubicBezTo>
                  <a:pt x="5076" y="119"/>
                  <a:pt x="5084" y="132"/>
                  <a:pt x="5089" y="147"/>
                </a:cubicBezTo>
                <a:cubicBezTo>
                  <a:pt x="5095" y="161"/>
                  <a:pt x="5100" y="176"/>
                  <a:pt x="5103" y="192"/>
                </a:cubicBezTo>
                <a:cubicBezTo>
                  <a:pt x="5106" y="207"/>
                  <a:pt x="5108" y="222"/>
                  <a:pt x="5108" y="238"/>
                </a:cubicBezTo>
                <a:lnTo>
                  <a:pt x="5108" y="2567"/>
                </a:lnTo>
                <a:cubicBezTo>
                  <a:pt x="5108" y="2583"/>
                  <a:pt x="5106" y="2598"/>
                  <a:pt x="5103" y="2614"/>
                </a:cubicBezTo>
                <a:cubicBezTo>
                  <a:pt x="5100" y="2629"/>
                  <a:pt x="5095" y="2644"/>
                  <a:pt x="5089" y="2659"/>
                </a:cubicBezTo>
                <a:cubicBezTo>
                  <a:pt x="5084" y="2673"/>
                  <a:pt x="5076" y="2687"/>
                  <a:pt x="5067" y="2700"/>
                </a:cubicBezTo>
                <a:cubicBezTo>
                  <a:pt x="5059" y="2713"/>
                  <a:pt x="5049" y="2725"/>
                  <a:pt x="5038" y="2736"/>
                </a:cubicBezTo>
                <a:cubicBezTo>
                  <a:pt x="5027" y="2747"/>
                  <a:pt x="5015" y="2757"/>
                  <a:pt x="5002" y="2765"/>
                </a:cubicBezTo>
                <a:cubicBezTo>
                  <a:pt x="4989" y="2774"/>
                  <a:pt x="4975" y="2781"/>
                  <a:pt x="4961" y="2787"/>
                </a:cubicBezTo>
                <a:cubicBezTo>
                  <a:pt x="4946" y="2793"/>
                  <a:pt x="4931" y="2798"/>
                  <a:pt x="4916" y="2801"/>
                </a:cubicBezTo>
                <a:cubicBezTo>
                  <a:pt x="4901" y="2804"/>
                  <a:pt x="4885" y="2805"/>
                  <a:pt x="4869" y="2805"/>
                </a:cubicBezTo>
                <a:lnTo>
                  <a:pt x="238" y="2805"/>
                </a:lnTo>
                <a:cubicBezTo>
                  <a:pt x="223" y="2805"/>
                  <a:pt x="207" y="2804"/>
                  <a:pt x="192" y="2801"/>
                </a:cubicBezTo>
                <a:cubicBezTo>
                  <a:pt x="176" y="2798"/>
                  <a:pt x="162" y="2793"/>
                  <a:pt x="147" y="2787"/>
                </a:cubicBezTo>
                <a:cubicBezTo>
                  <a:pt x="133" y="2781"/>
                  <a:pt x="119" y="2774"/>
                  <a:pt x="106" y="2765"/>
                </a:cubicBezTo>
                <a:cubicBezTo>
                  <a:pt x="93" y="2757"/>
                  <a:pt x="81" y="2747"/>
                  <a:pt x="70" y="2736"/>
                </a:cubicBezTo>
                <a:cubicBezTo>
                  <a:pt x="59" y="2725"/>
                  <a:pt x="49" y="2713"/>
                  <a:pt x="40" y="2700"/>
                </a:cubicBezTo>
                <a:cubicBezTo>
                  <a:pt x="32" y="2687"/>
                  <a:pt x="24" y="2673"/>
                  <a:pt x="18" y="2659"/>
                </a:cubicBezTo>
                <a:cubicBezTo>
                  <a:pt x="12" y="2644"/>
                  <a:pt x="8" y="2629"/>
                  <a:pt x="5" y="2614"/>
                </a:cubicBezTo>
                <a:cubicBezTo>
                  <a:pt x="2" y="2598"/>
                  <a:pt x="0" y="2583"/>
                  <a:pt x="0" y="2567"/>
                </a:cubicBezTo>
                <a:close/>
              </a:path>
            </a:pathLst>
          </a:custGeom>
          <a:solidFill>
            <a:srgbClr val="ECF9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6019560" y="1733400"/>
            <a:ext cx="1838880" cy="1009800"/>
          </a:xfrm>
          <a:custGeom>
            <a:avLst/>
            <a:gdLst/>
            <a:ahLst/>
            <a:rect l="0" t="0" r="r" b="b"/>
            <a:pathLst>
              <a:path w="5108" h="2805">
                <a:moveTo>
                  <a:pt x="0" y="2567"/>
                </a:moveTo>
                <a:lnTo>
                  <a:pt x="0" y="238"/>
                </a:lnTo>
                <a:cubicBezTo>
                  <a:pt x="0" y="222"/>
                  <a:pt x="2" y="207"/>
                  <a:pt x="5" y="192"/>
                </a:cubicBezTo>
                <a:cubicBezTo>
                  <a:pt x="8" y="176"/>
                  <a:pt x="12" y="161"/>
                  <a:pt x="18" y="147"/>
                </a:cubicBezTo>
                <a:cubicBezTo>
                  <a:pt x="24" y="132"/>
                  <a:pt x="32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1"/>
                  <a:pt x="133" y="24"/>
                  <a:pt x="147" y="18"/>
                </a:cubicBezTo>
                <a:cubicBezTo>
                  <a:pt x="162" y="12"/>
                  <a:pt x="176" y="8"/>
                  <a:pt x="192" y="4"/>
                </a:cubicBezTo>
                <a:cubicBezTo>
                  <a:pt x="207" y="1"/>
                  <a:pt x="223" y="0"/>
                  <a:pt x="238" y="0"/>
                </a:cubicBezTo>
                <a:lnTo>
                  <a:pt x="4869" y="0"/>
                </a:lnTo>
                <a:cubicBezTo>
                  <a:pt x="4885" y="0"/>
                  <a:pt x="4901" y="1"/>
                  <a:pt x="4916" y="4"/>
                </a:cubicBezTo>
                <a:cubicBezTo>
                  <a:pt x="4931" y="8"/>
                  <a:pt x="4946" y="12"/>
                  <a:pt x="4961" y="18"/>
                </a:cubicBezTo>
                <a:cubicBezTo>
                  <a:pt x="4975" y="24"/>
                  <a:pt x="4989" y="31"/>
                  <a:pt x="5002" y="40"/>
                </a:cubicBezTo>
                <a:cubicBezTo>
                  <a:pt x="5015" y="49"/>
                  <a:pt x="5027" y="59"/>
                  <a:pt x="5038" y="70"/>
                </a:cubicBezTo>
                <a:cubicBezTo>
                  <a:pt x="5049" y="81"/>
                  <a:pt x="5059" y="93"/>
                  <a:pt x="5067" y="106"/>
                </a:cubicBezTo>
                <a:cubicBezTo>
                  <a:pt x="5076" y="119"/>
                  <a:pt x="5084" y="132"/>
                  <a:pt x="5089" y="147"/>
                </a:cubicBezTo>
                <a:cubicBezTo>
                  <a:pt x="5095" y="161"/>
                  <a:pt x="5100" y="176"/>
                  <a:pt x="5103" y="192"/>
                </a:cubicBezTo>
                <a:cubicBezTo>
                  <a:pt x="5106" y="207"/>
                  <a:pt x="5108" y="222"/>
                  <a:pt x="5108" y="238"/>
                </a:cubicBezTo>
                <a:lnTo>
                  <a:pt x="5108" y="2567"/>
                </a:lnTo>
                <a:cubicBezTo>
                  <a:pt x="5108" y="2583"/>
                  <a:pt x="5106" y="2598"/>
                  <a:pt x="5103" y="2614"/>
                </a:cubicBezTo>
                <a:cubicBezTo>
                  <a:pt x="5100" y="2629"/>
                  <a:pt x="5095" y="2644"/>
                  <a:pt x="5089" y="2659"/>
                </a:cubicBezTo>
                <a:cubicBezTo>
                  <a:pt x="5084" y="2673"/>
                  <a:pt x="5076" y="2687"/>
                  <a:pt x="5067" y="2700"/>
                </a:cubicBezTo>
                <a:cubicBezTo>
                  <a:pt x="5059" y="2713"/>
                  <a:pt x="5049" y="2725"/>
                  <a:pt x="5038" y="2736"/>
                </a:cubicBezTo>
                <a:cubicBezTo>
                  <a:pt x="5027" y="2747"/>
                  <a:pt x="5015" y="2757"/>
                  <a:pt x="5002" y="2765"/>
                </a:cubicBezTo>
                <a:cubicBezTo>
                  <a:pt x="4989" y="2774"/>
                  <a:pt x="4975" y="2781"/>
                  <a:pt x="4961" y="2787"/>
                </a:cubicBezTo>
                <a:cubicBezTo>
                  <a:pt x="4946" y="2793"/>
                  <a:pt x="4931" y="2798"/>
                  <a:pt x="4916" y="2801"/>
                </a:cubicBezTo>
                <a:cubicBezTo>
                  <a:pt x="4901" y="2804"/>
                  <a:pt x="4885" y="2805"/>
                  <a:pt x="4869" y="2805"/>
                </a:cubicBezTo>
                <a:lnTo>
                  <a:pt x="238" y="2805"/>
                </a:lnTo>
                <a:cubicBezTo>
                  <a:pt x="223" y="2805"/>
                  <a:pt x="207" y="2804"/>
                  <a:pt x="192" y="2801"/>
                </a:cubicBezTo>
                <a:cubicBezTo>
                  <a:pt x="176" y="2798"/>
                  <a:pt x="162" y="2793"/>
                  <a:pt x="147" y="2787"/>
                </a:cubicBezTo>
                <a:cubicBezTo>
                  <a:pt x="133" y="2781"/>
                  <a:pt x="119" y="2774"/>
                  <a:pt x="106" y="2765"/>
                </a:cubicBezTo>
                <a:cubicBezTo>
                  <a:pt x="93" y="2757"/>
                  <a:pt x="81" y="2747"/>
                  <a:pt x="70" y="2736"/>
                </a:cubicBezTo>
                <a:cubicBezTo>
                  <a:pt x="59" y="2725"/>
                  <a:pt x="49" y="2713"/>
                  <a:pt x="40" y="2700"/>
                </a:cubicBezTo>
                <a:cubicBezTo>
                  <a:pt x="32" y="2687"/>
                  <a:pt x="24" y="2673"/>
                  <a:pt x="18" y="2659"/>
                </a:cubicBezTo>
                <a:cubicBezTo>
                  <a:pt x="12" y="2644"/>
                  <a:pt x="8" y="2629"/>
                  <a:pt x="5" y="2614"/>
                </a:cubicBezTo>
                <a:cubicBezTo>
                  <a:pt x="2" y="2598"/>
                  <a:pt x="0" y="2583"/>
                  <a:pt x="0" y="2567"/>
                </a:cubicBezTo>
                <a:close/>
              </a:path>
            </a:pathLst>
          </a:custGeom>
          <a:noFill/>
          <a:ln w="18720">
            <a:solidFill>
              <a:srgbClr val="138808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5499000" y="1894320"/>
            <a:ext cx="495000" cy="660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3900" b="1" u="none" strike="noStrike">
                <a:solidFill>
                  <a:srgbClr val="6C63FF"/>
                </a:solidFill>
                <a:effectLst/>
                <a:uFillTx/>
                <a:latin typeface="SegoeUI"/>
                <a:ea typeface="SegoeUI"/>
              </a:rPr>
              <a:t>→</a:t>
            </a:r>
            <a:endParaRPr lang="en-IN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 txBox="1"/>
          <p:nvPr/>
        </p:nvSpPr>
        <p:spPr>
          <a:xfrm>
            <a:off x="6164640" y="1822320"/>
            <a:ext cx="136620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4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Groq LLM</a:t>
            </a:r>
            <a:endParaRPr lang="en-IN" sz="2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6195240" y="2241720"/>
            <a:ext cx="199188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4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C l a s s i f i e r</a:t>
            </a:r>
            <a:endParaRPr lang="en-IN" sz="2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8439120" y="1733400"/>
            <a:ext cx="2124360" cy="1009800"/>
          </a:xfrm>
          <a:custGeom>
            <a:avLst/>
            <a:gdLst/>
            <a:ahLst/>
            <a:rect l="0" t="0" r="r" b="b"/>
            <a:pathLst>
              <a:path w="5901" h="2805">
                <a:moveTo>
                  <a:pt x="0" y="2567"/>
                </a:moveTo>
                <a:lnTo>
                  <a:pt x="0" y="238"/>
                </a:lnTo>
                <a:cubicBezTo>
                  <a:pt x="0" y="222"/>
                  <a:pt x="1" y="207"/>
                  <a:pt x="4" y="192"/>
                </a:cubicBezTo>
                <a:cubicBezTo>
                  <a:pt x="7" y="176"/>
                  <a:pt x="12" y="161"/>
                  <a:pt x="18" y="147"/>
                </a:cubicBezTo>
                <a:cubicBezTo>
                  <a:pt x="24" y="132"/>
                  <a:pt x="31" y="119"/>
                  <a:pt x="40" y="106"/>
                </a:cubicBezTo>
                <a:cubicBezTo>
                  <a:pt x="48" y="93"/>
                  <a:pt x="58" y="81"/>
                  <a:pt x="69" y="70"/>
                </a:cubicBezTo>
                <a:cubicBezTo>
                  <a:pt x="80" y="59"/>
                  <a:pt x="92" y="49"/>
                  <a:pt x="105" y="40"/>
                </a:cubicBezTo>
                <a:cubicBezTo>
                  <a:pt x="118" y="31"/>
                  <a:pt x="132" y="24"/>
                  <a:pt x="147" y="18"/>
                </a:cubicBezTo>
                <a:cubicBezTo>
                  <a:pt x="161" y="12"/>
                  <a:pt x="176" y="8"/>
                  <a:pt x="191" y="4"/>
                </a:cubicBezTo>
                <a:cubicBezTo>
                  <a:pt x="207" y="1"/>
                  <a:pt x="222" y="0"/>
                  <a:pt x="238" y="0"/>
                </a:cubicBezTo>
                <a:lnTo>
                  <a:pt x="5663" y="0"/>
                </a:lnTo>
                <a:cubicBezTo>
                  <a:pt x="5678" y="0"/>
                  <a:pt x="5694" y="1"/>
                  <a:pt x="5709" y="4"/>
                </a:cubicBezTo>
                <a:cubicBezTo>
                  <a:pt x="5724" y="8"/>
                  <a:pt x="5739" y="12"/>
                  <a:pt x="5754" y="18"/>
                </a:cubicBezTo>
                <a:cubicBezTo>
                  <a:pt x="5768" y="24"/>
                  <a:pt x="5782" y="31"/>
                  <a:pt x="5795" y="40"/>
                </a:cubicBezTo>
                <a:cubicBezTo>
                  <a:pt x="5808" y="49"/>
                  <a:pt x="5820" y="59"/>
                  <a:pt x="5831" y="70"/>
                </a:cubicBezTo>
                <a:cubicBezTo>
                  <a:pt x="5842" y="81"/>
                  <a:pt x="5852" y="93"/>
                  <a:pt x="5861" y="106"/>
                </a:cubicBezTo>
                <a:cubicBezTo>
                  <a:pt x="5869" y="119"/>
                  <a:pt x="5877" y="132"/>
                  <a:pt x="5883" y="147"/>
                </a:cubicBezTo>
                <a:cubicBezTo>
                  <a:pt x="5889" y="161"/>
                  <a:pt x="5893" y="176"/>
                  <a:pt x="5896" y="192"/>
                </a:cubicBezTo>
                <a:cubicBezTo>
                  <a:pt x="5899" y="207"/>
                  <a:pt x="5901" y="222"/>
                  <a:pt x="5901" y="238"/>
                </a:cubicBezTo>
                <a:lnTo>
                  <a:pt x="5901" y="2567"/>
                </a:lnTo>
                <a:cubicBezTo>
                  <a:pt x="5901" y="2583"/>
                  <a:pt x="5899" y="2598"/>
                  <a:pt x="5896" y="2614"/>
                </a:cubicBezTo>
                <a:cubicBezTo>
                  <a:pt x="5893" y="2629"/>
                  <a:pt x="5889" y="2644"/>
                  <a:pt x="5883" y="2659"/>
                </a:cubicBezTo>
                <a:cubicBezTo>
                  <a:pt x="5877" y="2673"/>
                  <a:pt x="5869" y="2687"/>
                  <a:pt x="5861" y="2700"/>
                </a:cubicBezTo>
                <a:cubicBezTo>
                  <a:pt x="5852" y="2713"/>
                  <a:pt x="5842" y="2725"/>
                  <a:pt x="5831" y="2736"/>
                </a:cubicBezTo>
                <a:cubicBezTo>
                  <a:pt x="5820" y="2747"/>
                  <a:pt x="5808" y="2757"/>
                  <a:pt x="5795" y="2765"/>
                </a:cubicBezTo>
                <a:cubicBezTo>
                  <a:pt x="5782" y="2774"/>
                  <a:pt x="5768" y="2781"/>
                  <a:pt x="5754" y="2787"/>
                </a:cubicBezTo>
                <a:cubicBezTo>
                  <a:pt x="5739" y="2793"/>
                  <a:pt x="5724" y="2798"/>
                  <a:pt x="5709" y="2801"/>
                </a:cubicBezTo>
                <a:cubicBezTo>
                  <a:pt x="5694" y="2804"/>
                  <a:pt x="5678" y="2805"/>
                  <a:pt x="5663" y="2805"/>
                </a:cubicBezTo>
                <a:lnTo>
                  <a:pt x="238" y="2805"/>
                </a:lnTo>
                <a:cubicBezTo>
                  <a:pt x="222" y="2805"/>
                  <a:pt x="207" y="2804"/>
                  <a:pt x="191" y="2801"/>
                </a:cubicBezTo>
                <a:cubicBezTo>
                  <a:pt x="176" y="2798"/>
                  <a:pt x="161" y="2793"/>
                  <a:pt x="147" y="2787"/>
                </a:cubicBezTo>
                <a:cubicBezTo>
                  <a:pt x="132" y="2781"/>
                  <a:pt x="118" y="2774"/>
                  <a:pt x="105" y="2765"/>
                </a:cubicBezTo>
                <a:cubicBezTo>
                  <a:pt x="92" y="2757"/>
                  <a:pt x="80" y="2747"/>
                  <a:pt x="69" y="2736"/>
                </a:cubicBezTo>
                <a:cubicBezTo>
                  <a:pt x="58" y="2725"/>
                  <a:pt x="48" y="2713"/>
                  <a:pt x="40" y="2700"/>
                </a:cubicBezTo>
                <a:cubicBezTo>
                  <a:pt x="31" y="2687"/>
                  <a:pt x="24" y="2673"/>
                  <a:pt x="18" y="2659"/>
                </a:cubicBezTo>
                <a:cubicBezTo>
                  <a:pt x="12" y="2644"/>
                  <a:pt x="7" y="2629"/>
                  <a:pt x="4" y="2614"/>
                </a:cubicBezTo>
                <a:cubicBezTo>
                  <a:pt x="1" y="2598"/>
                  <a:pt x="0" y="2583"/>
                  <a:pt x="0" y="2567"/>
                </a:cubicBezTo>
                <a:close/>
              </a:path>
            </a:pathLst>
          </a:custGeom>
          <a:solidFill>
            <a:srgbClr val="EEF0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8439120" y="1733400"/>
            <a:ext cx="2124360" cy="1009800"/>
          </a:xfrm>
          <a:custGeom>
            <a:avLst/>
            <a:gdLst/>
            <a:ahLst/>
            <a:rect l="0" t="0" r="r" b="b"/>
            <a:pathLst>
              <a:path w="5901" h="2805">
                <a:moveTo>
                  <a:pt x="0" y="2567"/>
                </a:moveTo>
                <a:lnTo>
                  <a:pt x="0" y="238"/>
                </a:lnTo>
                <a:cubicBezTo>
                  <a:pt x="0" y="222"/>
                  <a:pt x="1" y="207"/>
                  <a:pt x="4" y="192"/>
                </a:cubicBezTo>
                <a:cubicBezTo>
                  <a:pt x="7" y="176"/>
                  <a:pt x="12" y="161"/>
                  <a:pt x="18" y="147"/>
                </a:cubicBezTo>
                <a:cubicBezTo>
                  <a:pt x="24" y="132"/>
                  <a:pt x="31" y="119"/>
                  <a:pt x="40" y="106"/>
                </a:cubicBezTo>
                <a:cubicBezTo>
                  <a:pt x="48" y="93"/>
                  <a:pt x="58" y="81"/>
                  <a:pt x="69" y="70"/>
                </a:cubicBezTo>
                <a:cubicBezTo>
                  <a:pt x="80" y="59"/>
                  <a:pt x="92" y="49"/>
                  <a:pt x="105" y="40"/>
                </a:cubicBezTo>
                <a:cubicBezTo>
                  <a:pt x="118" y="31"/>
                  <a:pt x="132" y="24"/>
                  <a:pt x="147" y="18"/>
                </a:cubicBezTo>
                <a:cubicBezTo>
                  <a:pt x="161" y="12"/>
                  <a:pt x="176" y="8"/>
                  <a:pt x="191" y="4"/>
                </a:cubicBezTo>
                <a:cubicBezTo>
                  <a:pt x="207" y="1"/>
                  <a:pt x="222" y="0"/>
                  <a:pt x="238" y="0"/>
                </a:cubicBezTo>
                <a:lnTo>
                  <a:pt x="5663" y="0"/>
                </a:lnTo>
                <a:cubicBezTo>
                  <a:pt x="5678" y="0"/>
                  <a:pt x="5694" y="1"/>
                  <a:pt x="5709" y="4"/>
                </a:cubicBezTo>
                <a:cubicBezTo>
                  <a:pt x="5724" y="8"/>
                  <a:pt x="5739" y="12"/>
                  <a:pt x="5754" y="18"/>
                </a:cubicBezTo>
                <a:cubicBezTo>
                  <a:pt x="5768" y="24"/>
                  <a:pt x="5782" y="31"/>
                  <a:pt x="5795" y="40"/>
                </a:cubicBezTo>
                <a:cubicBezTo>
                  <a:pt x="5808" y="49"/>
                  <a:pt x="5820" y="59"/>
                  <a:pt x="5831" y="70"/>
                </a:cubicBezTo>
                <a:cubicBezTo>
                  <a:pt x="5842" y="81"/>
                  <a:pt x="5852" y="93"/>
                  <a:pt x="5861" y="106"/>
                </a:cubicBezTo>
                <a:cubicBezTo>
                  <a:pt x="5869" y="119"/>
                  <a:pt x="5877" y="132"/>
                  <a:pt x="5883" y="147"/>
                </a:cubicBezTo>
                <a:cubicBezTo>
                  <a:pt x="5889" y="161"/>
                  <a:pt x="5893" y="176"/>
                  <a:pt x="5896" y="192"/>
                </a:cubicBezTo>
                <a:cubicBezTo>
                  <a:pt x="5899" y="207"/>
                  <a:pt x="5901" y="222"/>
                  <a:pt x="5901" y="238"/>
                </a:cubicBezTo>
                <a:lnTo>
                  <a:pt x="5901" y="2567"/>
                </a:lnTo>
                <a:cubicBezTo>
                  <a:pt x="5901" y="2583"/>
                  <a:pt x="5899" y="2598"/>
                  <a:pt x="5896" y="2614"/>
                </a:cubicBezTo>
                <a:cubicBezTo>
                  <a:pt x="5893" y="2629"/>
                  <a:pt x="5889" y="2644"/>
                  <a:pt x="5883" y="2659"/>
                </a:cubicBezTo>
                <a:cubicBezTo>
                  <a:pt x="5877" y="2673"/>
                  <a:pt x="5869" y="2687"/>
                  <a:pt x="5861" y="2700"/>
                </a:cubicBezTo>
                <a:cubicBezTo>
                  <a:pt x="5852" y="2713"/>
                  <a:pt x="5842" y="2725"/>
                  <a:pt x="5831" y="2736"/>
                </a:cubicBezTo>
                <a:cubicBezTo>
                  <a:pt x="5820" y="2747"/>
                  <a:pt x="5808" y="2757"/>
                  <a:pt x="5795" y="2765"/>
                </a:cubicBezTo>
                <a:cubicBezTo>
                  <a:pt x="5782" y="2774"/>
                  <a:pt x="5768" y="2781"/>
                  <a:pt x="5754" y="2787"/>
                </a:cubicBezTo>
                <a:cubicBezTo>
                  <a:pt x="5739" y="2793"/>
                  <a:pt x="5724" y="2798"/>
                  <a:pt x="5709" y="2801"/>
                </a:cubicBezTo>
                <a:cubicBezTo>
                  <a:pt x="5694" y="2804"/>
                  <a:pt x="5678" y="2805"/>
                  <a:pt x="5663" y="2805"/>
                </a:cubicBezTo>
                <a:lnTo>
                  <a:pt x="238" y="2805"/>
                </a:lnTo>
                <a:cubicBezTo>
                  <a:pt x="222" y="2805"/>
                  <a:pt x="207" y="2804"/>
                  <a:pt x="191" y="2801"/>
                </a:cubicBezTo>
                <a:cubicBezTo>
                  <a:pt x="176" y="2798"/>
                  <a:pt x="161" y="2793"/>
                  <a:pt x="147" y="2787"/>
                </a:cubicBezTo>
                <a:cubicBezTo>
                  <a:pt x="132" y="2781"/>
                  <a:pt x="118" y="2774"/>
                  <a:pt x="105" y="2765"/>
                </a:cubicBezTo>
                <a:cubicBezTo>
                  <a:pt x="92" y="2757"/>
                  <a:pt x="80" y="2747"/>
                  <a:pt x="69" y="2736"/>
                </a:cubicBezTo>
                <a:cubicBezTo>
                  <a:pt x="58" y="2725"/>
                  <a:pt x="48" y="2713"/>
                  <a:pt x="40" y="2700"/>
                </a:cubicBezTo>
                <a:cubicBezTo>
                  <a:pt x="31" y="2687"/>
                  <a:pt x="24" y="2673"/>
                  <a:pt x="18" y="2659"/>
                </a:cubicBezTo>
                <a:cubicBezTo>
                  <a:pt x="12" y="2644"/>
                  <a:pt x="7" y="2629"/>
                  <a:pt x="4" y="2614"/>
                </a:cubicBezTo>
                <a:cubicBezTo>
                  <a:pt x="1" y="2598"/>
                  <a:pt x="0" y="2583"/>
                  <a:pt x="0" y="2567"/>
                </a:cubicBezTo>
                <a:close/>
              </a:path>
            </a:pathLst>
          </a:custGeom>
          <a:noFill/>
          <a:ln w="18720">
            <a:solidFill>
              <a:srgbClr val="00008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7920720" y="1894320"/>
            <a:ext cx="495000" cy="660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3900" b="1" u="none" strike="noStrike">
                <a:solidFill>
                  <a:srgbClr val="6C63FF"/>
                </a:solidFill>
                <a:effectLst/>
                <a:uFillTx/>
                <a:latin typeface="SegoeUI"/>
                <a:ea typeface="SegoeUI"/>
              </a:rPr>
              <a:t>→</a:t>
            </a:r>
            <a:endParaRPr lang="en-IN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8749080" y="1822320"/>
            <a:ext cx="132696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4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Supabase</a:t>
            </a:r>
            <a:endParaRPr lang="en-IN" sz="2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2381040" y="2857320"/>
            <a:ext cx="2734200" cy="1000440"/>
          </a:xfrm>
          <a:custGeom>
            <a:avLst/>
            <a:gdLst/>
            <a:ahLst/>
            <a:rect l="0" t="0" r="r" b="b"/>
            <a:pathLst>
              <a:path w="7595" h="2779">
                <a:moveTo>
                  <a:pt x="0" y="2541"/>
                </a:moveTo>
                <a:lnTo>
                  <a:pt x="0" y="238"/>
                </a:lnTo>
                <a:cubicBezTo>
                  <a:pt x="0" y="222"/>
                  <a:pt x="2" y="207"/>
                  <a:pt x="5" y="192"/>
                </a:cubicBezTo>
                <a:cubicBezTo>
                  <a:pt x="8" y="176"/>
                  <a:pt x="12" y="161"/>
                  <a:pt x="18" y="147"/>
                </a:cubicBezTo>
                <a:cubicBezTo>
                  <a:pt x="24" y="133"/>
                  <a:pt x="32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1"/>
                  <a:pt x="133" y="24"/>
                  <a:pt x="147" y="18"/>
                </a:cubicBezTo>
                <a:cubicBezTo>
                  <a:pt x="162" y="12"/>
                  <a:pt x="176" y="8"/>
                  <a:pt x="192" y="5"/>
                </a:cubicBezTo>
                <a:cubicBezTo>
                  <a:pt x="207" y="2"/>
                  <a:pt x="223" y="0"/>
                  <a:pt x="238" y="0"/>
                </a:cubicBezTo>
                <a:lnTo>
                  <a:pt x="7356" y="0"/>
                </a:lnTo>
                <a:cubicBezTo>
                  <a:pt x="7372" y="0"/>
                  <a:pt x="7388" y="2"/>
                  <a:pt x="7403" y="5"/>
                </a:cubicBezTo>
                <a:cubicBezTo>
                  <a:pt x="7418" y="8"/>
                  <a:pt x="7433" y="12"/>
                  <a:pt x="7448" y="18"/>
                </a:cubicBezTo>
                <a:cubicBezTo>
                  <a:pt x="7462" y="24"/>
                  <a:pt x="7476" y="31"/>
                  <a:pt x="7489" y="40"/>
                </a:cubicBezTo>
                <a:cubicBezTo>
                  <a:pt x="7502" y="49"/>
                  <a:pt x="7514" y="59"/>
                  <a:pt x="7525" y="70"/>
                </a:cubicBezTo>
                <a:cubicBezTo>
                  <a:pt x="7536" y="81"/>
                  <a:pt x="7546" y="93"/>
                  <a:pt x="7554" y="106"/>
                </a:cubicBezTo>
                <a:cubicBezTo>
                  <a:pt x="7563" y="119"/>
                  <a:pt x="7571" y="133"/>
                  <a:pt x="7576" y="147"/>
                </a:cubicBezTo>
                <a:cubicBezTo>
                  <a:pt x="7582" y="161"/>
                  <a:pt x="7587" y="176"/>
                  <a:pt x="7590" y="192"/>
                </a:cubicBezTo>
                <a:cubicBezTo>
                  <a:pt x="7593" y="207"/>
                  <a:pt x="7595" y="222"/>
                  <a:pt x="7595" y="238"/>
                </a:cubicBezTo>
                <a:lnTo>
                  <a:pt x="7595" y="2541"/>
                </a:lnTo>
                <a:cubicBezTo>
                  <a:pt x="7595" y="2557"/>
                  <a:pt x="7593" y="2572"/>
                  <a:pt x="7590" y="2587"/>
                </a:cubicBezTo>
                <a:cubicBezTo>
                  <a:pt x="7587" y="2603"/>
                  <a:pt x="7582" y="2618"/>
                  <a:pt x="7576" y="2632"/>
                </a:cubicBezTo>
                <a:cubicBezTo>
                  <a:pt x="7571" y="2647"/>
                  <a:pt x="7563" y="2660"/>
                  <a:pt x="7554" y="2673"/>
                </a:cubicBezTo>
                <a:cubicBezTo>
                  <a:pt x="7546" y="2686"/>
                  <a:pt x="7536" y="2698"/>
                  <a:pt x="7525" y="2709"/>
                </a:cubicBezTo>
                <a:cubicBezTo>
                  <a:pt x="7514" y="2720"/>
                  <a:pt x="7502" y="2730"/>
                  <a:pt x="7489" y="2739"/>
                </a:cubicBezTo>
                <a:cubicBezTo>
                  <a:pt x="7476" y="2748"/>
                  <a:pt x="7462" y="2755"/>
                  <a:pt x="7448" y="2761"/>
                </a:cubicBezTo>
                <a:cubicBezTo>
                  <a:pt x="7433" y="2767"/>
                  <a:pt x="7418" y="2771"/>
                  <a:pt x="7403" y="2775"/>
                </a:cubicBezTo>
                <a:cubicBezTo>
                  <a:pt x="7388" y="2778"/>
                  <a:pt x="7372" y="2779"/>
                  <a:pt x="7356" y="2779"/>
                </a:cubicBezTo>
                <a:lnTo>
                  <a:pt x="238" y="2779"/>
                </a:lnTo>
                <a:cubicBezTo>
                  <a:pt x="223" y="2779"/>
                  <a:pt x="207" y="2778"/>
                  <a:pt x="192" y="2775"/>
                </a:cubicBezTo>
                <a:cubicBezTo>
                  <a:pt x="176" y="2771"/>
                  <a:pt x="162" y="2767"/>
                  <a:pt x="147" y="2761"/>
                </a:cubicBezTo>
                <a:cubicBezTo>
                  <a:pt x="133" y="2755"/>
                  <a:pt x="119" y="2748"/>
                  <a:pt x="106" y="2739"/>
                </a:cubicBezTo>
                <a:cubicBezTo>
                  <a:pt x="93" y="2730"/>
                  <a:pt x="81" y="2720"/>
                  <a:pt x="70" y="2709"/>
                </a:cubicBezTo>
                <a:cubicBezTo>
                  <a:pt x="59" y="2698"/>
                  <a:pt x="49" y="2686"/>
                  <a:pt x="40" y="2673"/>
                </a:cubicBezTo>
                <a:cubicBezTo>
                  <a:pt x="32" y="2660"/>
                  <a:pt x="24" y="2647"/>
                  <a:pt x="18" y="2632"/>
                </a:cubicBezTo>
                <a:cubicBezTo>
                  <a:pt x="12" y="2618"/>
                  <a:pt x="8" y="2603"/>
                  <a:pt x="5" y="2587"/>
                </a:cubicBezTo>
                <a:cubicBezTo>
                  <a:pt x="2" y="2572"/>
                  <a:pt x="0" y="2557"/>
                  <a:pt x="0" y="2541"/>
                </a:cubicBezTo>
                <a:close/>
              </a:path>
            </a:pathLst>
          </a:custGeom>
          <a:solidFill>
            <a:srgbClr val="EEF0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/>
          <p:nvPr/>
        </p:nvSpPr>
        <p:spPr>
          <a:xfrm>
            <a:off x="2381040" y="2857320"/>
            <a:ext cx="2734200" cy="1000440"/>
          </a:xfrm>
          <a:custGeom>
            <a:avLst/>
            <a:gdLst/>
            <a:ahLst/>
            <a:rect l="0" t="0" r="r" b="b"/>
            <a:pathLst>
              <a:path w="7595" h="2779">
                <a:moveTo>
                  <a:pt x="0" y="2541"/>
                </a:moveTo>
                <a:lnTo>
                  <a:pt x="0" y="238"/>
                </a:lnTo>
                <a:cubicBezTo>
                  <a:pt x="0" y="222"/>
                  <a:pt x="2" y="207"/>
                  <a:pt x="5" y="192"/>
                </a:cubicBezTo>
                <a:cubicBezTo>
                  <a:pt x="8" y="176"/>
                  <a:pt x="12" y="161"/>
                  <a:pt x="18" y="147"/>
                </a:cubicBezTo>
                <a:cubicBezTo>
                  <a:pt x="24" y="133"/>
                  <a:pt x="32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1"/>
                  <a:pt x="133" y="24"/>
                  <a:pt x="147" y="18"/>
                </a:cubicBezTo>
                <a:cubicBezTo>
                  <a:pt x="162" y="12"/>
                  <a:pt x="176" y="8"/>
                  <a:pt x="192" y="5"/>
                </a:cubicBezTo>
                <a:cubicBezTo>
                  <a:pt x="207" y="2"/>
                  <a:pt x="223" y="0"/>
                  <a:pt x="238" y="0"/>
                </a:cubicBezTo>
                <a:lnTo>
                  <a:pt x="7356" y="0"/>
                </a:lnTo>
                <a:cubicBezTo>
                  <a:pt x="7372" y="0"/>
                  <a:pt x="7388" y="2"/>
                  <a:pt x="7403" y="5"/>
                </a:cubicBezTo>
                <a:cubicBezTo>
                  <a:pt x="7418" y="8"/>
                  <a:pt x="7433" y="12"/>
                  <a:pt x="7448" y="18"/>
                </a:cubicBezTo>
                <a:cubicBezTo>
                  <a:pt x="7462" y="24"/>
                  <a:pt x="7476" y="31"/>
                  <a:pt x="7489" y="40"/>
                </a:cubicBezTo>
                <a:cubicBezTo>
                  <a:pt x="7502" y="49"/>
                  <a:pt x="7514" y="59"/>
                  <a:pt x="7525" y="70"/>
                </a:cubicBezTo>
                <a:cubicBezTo>
                  <a:pt x="7536" y="81"/>
                  <a:pt x="7546" y="93"/>
                  <a:pt x="7554" y="106"/>
                </a:cubicBezTo>
                <a:cubicBezTo>
                  <a:pt x="7563" y="119"/>
                  <a:pt x="7571" y="133"/>
                  <a:pt x="7576" y="147"/>
                </a:cubicBezTo>
                <a:cubicBezTo>
                  <a:pt x="7582" y="161"/>
                  <a:pt x="7587" y="176"/>
                  <a:pt x="7590" y="192"/>
                </a:cubicBezTo>
                <a:cubicBezTo>
                  <a:pt x="7593" y="207"/>
                  <a:pt x="7595" y="222"/>
                  <a:pt x="7595" y="238"/>
                </a:cubicBezTo>
                <a:lnTo>
                  <a:pt x="7595" y="2541"/>
                </a:lnTo>
                <a:cubicBezTo>
                  <a:pt x="7595" y="2557"/>
                  <a:pt x="7593" y="2572"/>
                  <a:pt x="7590" y="2587"/>
                </a:cubicBezTo>
                <a:cubicBezTo>
                  <a:pt x="7587" y="2603"/>
                  <a:pt x="7582" y="2618"/>
                  <a:pt x="7576" y="2632"/>
                </a:cubicBezTo>
                <a:cubicBezTo>
                  <a:pt x="7571" y="2647"/>
                  <a:pt x="7563" y="2660"/>
                  <a:pt x="7554" y="2673"/>
                </a:cubicBezTo>
                <a:cubicBezTo>
                  <a:pt x="7546" y="2686"/>
                  <a:pt x="7536" y="2698"/>
                  <a:pt x="7525" y="2709"/>
                </a:cubicBezTo>
                <a:cubicBezTo>
                  <a:pt x="7514" y="2720"/>
                  <a:pt x="7502" y="2730"/>
                  <a:pt x="7489" y="2739"/>
                </a:cubicBezTo>
                <a:cubicBezTo>
                  <a:pt x="7476" y="2748"/>
                  <a:pt x="7462" y="2755"/>
                  <a:pt x="7448" y="2761"/>
                </a:cubicBezTo>
                <a:cubicBezTo>
                  <a:pt x="7433" y="2767"/>
                  <a:pt x="7418" y="2771"/>
                  <a:pt x="7403" y="2775"/>
                </a:cubicBezTo>
                <a:cubicBezTo>
                  <a:pt x="7388" y="2778"/>
                  <a:pt x="7372" y="2779"/>
                  <a:pt x="7356" y="2779"/>
                </a:cubicBezTo>
                <a:lnTo>
                  <a:pt x="238" y="2779"/>
                </a:lnTo>
                <a:cubicBezTo>
                  <a:pt x="223" y="2779"/>
                  <a:pt x="207" y="2778"/>
                  <a:pt x="192" y="2775"/>
                </a:cubicBezTo>
                <a:cubicBezTo>
                  <a:pt x="176" y="2771"/>
                  <a:pt x="162" y="2767"/>
                  <a:pt x="147" y="2761"/>
                </a:cubicBezTo>
                <a:cubicBezTo>
                  <a:pt x="133" y="2755"/>
                  <a:pt x="119" y="2748"/>
                  <a:pt x="106" y="2739"/>
                </a:cubicBezTo>
                <a:cubicBezTo>
                  <a:pt x="93" y="2730"/>
                  <a:pt x="81" y="2720"/>
                  <a:pt x="70" y="2709"/>
                </a:cubicBezTo>
                <a:cubicBezTo>
                  <a:pt x="59" y="2698"/>
                  <a:pt x="49" y="2686"/>
                  <a:pt x="40" y="2673"/>
                </a:cubicBezTo>
                <a:cubicBezTo>
                  <a:pt x="32" y="2660"/>
                  <a:pt x="24" y="2647"/>
                  <a:pt x="18" y="2632"/>
                </a:cubicBezTo>
                <a:cubicBezTo>
                  <a:pt x="12" y="2618"/>
                  <a:pt x="8" y="2603"/>
                  <a:pt x="5" y="2587"/>
                </a:cubicBezTo>
                <a:cubicBezTo>
                  <a:pt x="2" y="2572"/>
                  <a:pt x="0" y="2557"/>
                  <a:pt x="0" y="2541"/>
                </a:cubicBezTo>
                <a:close/>
              </a:path>
            </a:pathLst>
          </a:custGeom>
          <a:noFill/>
          <a:ln w="18720">
            <a:solidFill>
              <a:srgbClr val="00008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8586360" y="2241720"/>
            <a:ext cx="161820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4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PostgreSQL</a:t>
            </a:r>
            <a:endParaRPr lang="en-IN" sz="2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2526840" y="2946240"/>
            <a:ext cx="213012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4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React Frontend</a:t>
            </a:r>
            <a:endParaRPr lang="en-IN" sz="2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2845440" y="3355920"/>
            <a:ext cx="158724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4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Vercel CDN</a:t>
            </a:r>
            <a:endParaRPr lang="en-IN" sz="2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5705280" y="2857320"/>
            <a:ext cx="1715040" cy="1000440"/>
          </a:xfrm>
          <a:custGeom>
            <a:avLst/>
            <a:gdLst/>
            <a:ahLst/>
            <a:rect l="0" t="0" r="r" b="b"/>
            <a:pathLst>
              <a:path w="4764" h="2779">
                <a:moveTo>
                  <a:pt x="0" y="2541"/>
                </a:moveTo>
                <a:lnTo>
                  <a:pt x="0" y="238"/>
                </a:lnTo>
                <a:cubicBezTo>
                  <a:pt x="0" y="222"/>
                  <a:pt x="2" y="207"/>
                  <a:pt x="5" y="192"/>
                </a:cubicBezTo>
                <a:cubicBezTo>
                  <a:pt x="8" y="176"/>
                  <a:pt x="12" y="161"/>
                  <a:pt x="18" y="147"/>
                </a:cubicBezTo>
                <a:cubicBezTo>
                  <a:pt x="24" y="133"/>
                  <a:pt x="31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1"/>
                  <a:pt x="133" y="24"/>
                  <a:pt x="147" y="18"/>
                </a:cubicBezTo>
                <a:cubicBezTo>
                  <a:pt x="161" y="12"/>
                  <a:pt x="176" y="8"/>
                  <a:pt x="192" y="5"/>
                </a:cubicBezTo>
                <a:cubicBezTo>
                  <a:pt x="207" y="2"/>
                  <a:pt x="223" y="0"/>
                  <a:pt x="238" y="0"/>
                </a:cubicBezTo>
                <a:lnTo>
                  <a:pt x="4525" y="0"/>
                </a:lnTo>
                <a:cubicBezTo>
                  <a:pt x="4541" y="0"/>
                  <a:pt x="4557" y="2"/>
                  <a:pt x="4572" y="5"/>
                </a:cubicBezTo>
                <a:cubicBezTo>
                  <a:pt x="4587" y="8"/>
                  <a:pt x="4602" y="12"/>
                  <a:pt x="4617" y="18"/>
                </a:cubicBezTo>
                <a:cubicBezTo>
                  <a:pt x="4631" y="24"/>
                  <a:pt x="4645" y="31"/>
                  <a:pt x="4658" y="40"/>
                </a:cubicBezTo>
                <a:cubicBezTo>
                  <a:pt x="4671" y="49"/>
                  <a:pt x="4683" y="59"/>
                  <a:pt x="4694" y="70"/>
                </a:cubicBezTo>
                <a:cubicBezTo>
                  <a:pt x="4705" y="81"/>
                  <a:pt x="4715" y="93"/>
                  <a:pt x="4723" y="106"/>
                </a:cubicBezTo>
                <a:cubicBezTo>
                  <a:pt x="4732" y="119"/>
                  <a:pt x="4739" y="133"/>
                  <a:pt x="4745" y="147"/>
                </a:cubicBezTo>
                <a:cubicBezTo>
                  <a:pt x="4751" y="161"/>
                  <a:pt x="4756" y="176"/>
                  <a:pt x="4759" y="192"/>
                </a:cubicBezTo>
                <a:cubicBezTo>
                  <a:pt x="4762" y="207"/>
                  <a:pt x="4764" y="222"/>
                  <a:pt x="4764" y="238"/>
                </a:cubicBezTo>
                <a:lnTo>
                  <a:pt x="4764" y="2541"/>
                </a:lnTo>
                <a:cubicBezTo>
                  <a:pt x="4764" y="2557"/>
                  <a:pt x="4762" y="2572"/>
                  <a:pt x="4759" y="2587"/>
                </a:cubicBezTo>
                <a:cubicBezTo>
                  <a:pt x="4756" y="2603"/>
                  <a:pt x="4751" y="2618"/>
                  <a:pt x="4745" y="2632"/>
                </a:cubicBezTo>
                <a:cubicBezTo>
                  <a:pt x="4739" y="2647"/>
                  <a:pt x="4732" y="2660"/>
                  <a:pt x="4723" y="2673"/>
                </a:cubicBezTo>
                <a:cubicBezTo>
                  <a:pt x="4715" y="2686"/>
                  <a:pt x="4705" y="2698"/>
                  <a:pt x="4694" y="2709"/>
                </a:cubicBezTo>
                <a:cubicBezTo>
                  <a:pt x="4683" y="2720"/>
                  <a:pt x="4671" y="2730"/>
                  <a:pt x="4658" y="2739"/>
                </a:cubicBezTo>
                <a:cubicBezTo>
                  <a:pt x="4645" y="2748"/>
                  <a:pt x="4631" y="2755"/>
                  <a:pt x="4617" y="2761"/>
                </a:cubicBezTo>
                <a:cubicBezTo>
                  <a:pt x="4602" y="2767"/>
                  <a:pt x="4587" y="2771"/>
                  <a:pt x="4572" y="2775"/>
                </a:cubicBezTo>
                <a:cubicBezTo>
                  <a:pt x="4557" y="2778"/>
                  <a:pt x="4541" y="2779"/>
                  <a:pt x="4525" y="2779"/>
                </a:cubicBezTo>
                <a:lnTo>
                  <a:pt x="238" y="2779"/>
                </a:lnTo>
                <a:cubicBezTo>
                  <a:pt x="223" y="2779"/>
                  <a:pt x="207" y="2778"/>
                  <a:pt x="192" y="2775"/>
                </a:cubicBezTo>
                <a:cubicBezTo>
                  <a:pt x="176" y="2771"/>
                  <a:pt x="161" y="2767"/>
                  <a:pt x="147" y="2761"/>
                </a:cubicBezTo>
                <a:cubicBezTo>
                  <a:pt x="133" y="2755"/>
                  <a:pt x="119" y="2748"/>
                  <a:pt x="106" y="2739"/>
                </a:cubicBezTo>
                <a:cubicBezTo>
                  <a:pt x="93" y="2730"/>
                  <a:pt x="81" y="2720"/>
                  <a:pt x="70" y="2709"/>
                </a:cubicBezTo>
                <a:cubicBezTo>
                  <a:pt x="59" y="2698"/>
                  <a:pt x="49" y="2686"/>
                  <a:pt x="40" y="2673"/>
                </a:cubicBezTo>
                <a:cubicBezTo>
                  <a:pt x="31" y="2660"/>
                  <a:pt x="24" y="2647"/>
                  <a:pt x="18" y="2632"/>
                </a:cubicBezTo>
                <a:cubicBezTo>
                  <a:pt x="12" y="2618"/>
                  <a:pt x="8" y="2603"/>
                  <a:pt x="5" y="2587"/>
                </a:cubicBezTo>
                <a:cubicBezTo>
                  <a:pt x="2" y="2572"/>
                  <a:pt x="0" y="2557"/>
                  <a:pt x="0" y="2541"/>
                </a:cubicBezTo>
                <a:close/>
              </a:path>
            </a:pathLst>
          </a:custGeom>
          <a:solidFill>
            <a:srgbClr val="EEF0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5705280" y="2857320"/>
            <a:ext cx="1715040" cy="1000440"/>
          </a:xfrm>
          <a:custGeom>
            <a:avLst/>
            <a:gdLst/>
            <a:ahLst/>
            <a:rect l="0" t="0" r="r" b="b"/>
            <a:pathLst>
              <a:path w="4764" h="2779">
                <a:moveTo>
                  <a:pt x="0" y="2541"/>
                </a:moveTo>
                <a:lnTo>
                  <a:pt x="0" y="238"/>
                </a:lnTo>
                <a:cubicBezTo>
                  <a:pt x="0" y="222"/>
                  <a:pt x="2" y="207"/>
                  <a:pt x="5" y="192"/>
                </a:cubicBezTo>
                <a:cubicBezTo>
                  <a:pt x="8" y="176"/>
                  <a:pt x="12" y="161"/>
                  <a:pt x="18" y="147"/>
                </a:cubicBezTo>
                <a:cubicBezTo>
                  <a:pt x="24" y="133"/>
                  <a:pt x="31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1"/>
                  <a:pt x="133" y="24"/>
                  <a:pt x="147" y="18"/>
                </a:cubicBezTo>
                <a:cubicBezTo>
                  <a:pt x="161" y="12"/>
                  <a:pt x="176" y="8"/>
                  <a:pt x="192" y="5"/>
                </a:cubicBezTo>
                <a:cubicBezTo>
                  <a:pt x="207" y="2"/>
                  <a:pt x="223" y="0"/>
                  <a:pt x="238" y="0"/>
                </a:cubicBezTo>
                <a:lnTo>
                  <a:pt x="4525" y="0"/>
                </a:lnTo>
                <a:cubicBezTo>
                  <a:pt x="4541" y="0"/>
                  <a:pt x="4557" y="2"/>
                  <a:pt x="4572" y="5"/>
                </a:cubicBezTo>
                <a:cubicBezTo>
                  <a:pt x="4587" y="8"/>
                  <a:pt x="4602" y="12"/>
                  <a:pt x="4617" y="18"/>
                </a:cubicBezTo>
                <a:cubicBezTo>
                  <a:pt x="4631" y="24"/>
                  <a:pt x="4645" y="31"/>
                  <a:pt x="4658" y="40"/>
                </a:cubicBezTo>
                <a:cubicBezTo>
                  <a:pt x="4671" y="49"/>
                  <a:pt x="4683" y="59"/>
                  <a:pt x="4694" y="70"/>
                </a:cubicBezTo>
                <a:cubicBezTo>
                  <a:pt x="4705" y="81"/>
                  <a:pt x="4715" y="93"/>
                  <a:pt x="4723" y="106"/>
                </a:cubicBezTo>
                <a:cubicBezTo>
                  <a:pt x="4732" y="119"/>
                  <a:pt x="4739" y="133"/>
                  <a:pt x="4745" y="147"/>
                </a:cubicBezTo>
                <a:cubicBezTo>
                  <a:pt x="4751" y="161"/>
                  <a:pt x="4756" y="176"/>
                  <a:pt x="4759" y="192"/>
                </a:cubicBezTo>
                <a:cubicBezTo>
                  <a:pt x="4762" y="207"/>
                  <a:pt x="4764" y="222"/>
                  <a:pt x="4764" y="238"/>
                </a:cubicBezTo>
                <a:lnTo>
                  <a:pt x="4764" y="2541"/>
                </a:lnTo>
                <a:cubicBezTo>
                  <a:pt x="4764" y="2557"/>
                  <a:pt x="4762" y="2572"/>
                  <a:pt x="4759" y="2587"/>
                </a:cubicBezTo>
                <a:cubicBezTo>
                  <a:pt x="4756" y="2603"/>
                  <a:pt x="4751" y="2618"/>
                  <a:pt x="4745" y="2632"/>
                </a:cubicBezTo>
                <a:cubicBezTo>
                  <a:pt x="4739" y="2647"/>
                  <a:pt x="4732" y="2660"/>
                  <a:pt x="4723" y="2673"/>
                </a:cubicBezTo>
                <a:cubicBezTo>
                  <a:pt x="4715" y="2686"/>
                  <a:pt x="4705" y="2698"/>
                  <a:pt x="4694" y="2709"/>
                </a:cubicBezTo>
                <a:cubicBezTo>
                  <a:pt x="4683" y="2720"/>
                  <a:pt x="4671" y="2730"/>
                  <a:pt x="4658" y="2739"/>
                </a:cubicBezTo>
                <a:cubicBezTo>
                  <a:pt x="4645" y="2748"/>
                  <a:pt x="4631" y="2755"/>
                  <a:pt x="4617" y="2761"/>
                </a:cubicBezTo>
                <a:cubicBezTo>
                  <a:pt x="4602" y="2767"/>
                  <a:pt x="4587" y="2771"/>
                  <a:pt x="4572" y="2775"/>
                </a:cubicBezTo>
                <a:cubicBezTo>
                  <a:pt x="4557" y="2778"/>
                  <a:pt x="4541" y="2779"/>
                  <a:pt x="4525" y="2779"/>
                </a:cubicBezTo>
                <a:lnTo>
                  <a:pt x="238" y="2779"/>
                </a:lnTo>
                <a:cubicBezTo>
                  <a:pt x="223" y="2779"/>
                  <a:pt x="207" y="2778"/>
                  <a:pt x="192" y="2775"/>
                </a:cubicBezTo>
                <a:cubicBezTo>
                  <a:pt x="176" y="2771"/>
                  <a:pt x="161" y="2767"/>
                  <a:pt x="147" y="2761"/>
                </a:cubicBezTo>
                <a:cubicBezTo>
                  <a:pt x="133" y="2755"/>
                  <a:pt x="119" y="2748"/>
                  <a:pt x="106" y="2739"/>
                </a:cubicBezTo>
                <a:cubicBezTo>
                  <a:pt x="93" y="2730"/>
                  <a:pt x="81" y="2720"/>
                  <a:pt x="70" y="2709"/>
                </a:cubicBezTo>
                <a:cubicBezTo>
                  <a:pt x="59" y="2698"/>
                  <a:pt x="49" y="2686"/>
                  <a:pt x="40" y="2673"/>
                </a:cubicBezTo>
                <a:cubicBezTo>
                  <a:pt x="31" y="2660"/>
                  <a:pt x="24" y="2647"/>
                  <a:pt x="18" y="2632"/>
                </a:cubicBezTo>
                <a:cubicBezTo>
                  <a:pt x="12" y="2618"/>
                  <a:pt x="8" y="2603"/>
                  <a:pt x="5" y="2587"/>
                </a:cubicBezTo>
                <a:cubicBezTo>
                  <a:pt x="2" y="2572"/>
                  <a:pt x="0" y="2557"/>
                  <a:pt x="0" y="2541"/>
                </a:cubicBezTo>
                <a:close/>
              </a:path>
            </a:pathLst>
          </a:custGeom>
          <a:noFill/>
          <a:ln w="18720">
            <a:solidFill>
              <a:srgbClr val="00008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 txBox="1"/>
          <p:nvPr/>
        </p:nvSpPr>
        <p:spPr>
          <a:xfrm>
            <a:off x="5178960" y="3018240"/>
            <a:ext cx="495000" cy="660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3900" b="1" u="none" strike="noStrike">
                <a:solidFill>
                  <a:srgbClr val="6C63FF"/>
                </a:solidFill>
                <a:effectLst/>
                <a:uFillTx/>
                <a:latin typeface="SegoeUI"/>
                <a:ea typeface="SegoeUI"/>
              </a:rPr>
              <a:t>↔</a:t>
            </a:r>
            <a:endParaRPr lang="en-IN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5844240" y="2946240"/>
            <a:ext cx="126144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4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REST API</a:t>
            </a:r>
            <a:endParaRPr lang="en-IN" sz="2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6082560" y="3355920"/>
            <a:ext cx="123804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4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/ a p i / *</a:t>
            </a:r>
            <a:endParaRPr lang="en-IN" sz="2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8010360" y="2857320"/>
            <a:ext cx="1800720" cy="1000440"/>
          </a:xfrm>
          <a:custGeom>
            <a:avLst/>
            <a:gdLst/>
            <a:ahLst/>
            <a:rect l="0" t="0" r="r" b="b"/>
            <a:pathLst>
              <a:path w="5002" h="2779">
                <a:moveTo>
                  <a:pt x="0" y="2541"/>
                </a:moveTo>
                <a:lnTo>
                  <a:pt x="0" y="238"/>
                </a:lnTo>
                <a:cubicBezTo>
                  <a:pt x="0" y="222"/>
                  <a:pt x="1" y="207"/>
                  <a:pt x="5" y="192"/>
                </a:cubicBezTo>
                <a:cubicBezTo>
                  <a:pt x="8" y="176"/>
                  <a:pt x="12" y="161"/>
                  <a:pt x="18" y="147"/>
                </a:cubicBezTo>
                <a:cubicBezTo>
                  <a:pt x="24" y="133"/>
                  <a:pt x="31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1"/>
                  <a:pt x="133" y="24"/>
                  <a:pt x="147" y="18"/>
                </a:cubicBezTo>
                <a:cubicBezTo>
                  <a:pt x="161" y="12"/>
                  <a:pt x="176" y="8"/>
                  <a:pt x="192" y="5"/>
                </a:cubicBezTo>
                <a:cubicBezTo>
                  <a:pt x="207" y="2"/>
                  <a:pt x="222" y="0"/>
                  <a:pt x="238" y="0"/>
                </a:cubicBezTo>
                <a:lnTo>
                  <a:pt x="4763" y="0"/>
                </a:lnTo>
                <a:cubicBezTo>
                  <a:pt x="4779" y="0"/>
                  <a:pt x="4795" y="2"/>
                  <a:pt x="4810" y="5"/>
                </a:cubicBezTo>
                <a:cubicBezTo>
                  <a:pt x="4825" y="8"/>
                  <a:pt x="4840" y="12"/>
                  <a:pt x="4855" y="18"/>
                </a:cubicBezTo>
                <a:cubicBezTo>
                  <a:pt x="4869" y="24"/>
                  <a:pt x="4883" y="31"/>
                  <a:pt x="4896" y="40"/>
                </a:cubicBezTo>
                <a:cubicBezTo>
                  <a:pt x="4909" y="49"/>
                  <a:pt x="4921" y="59"/>
                  <a:pt x="4932" y="70"/>
                </a:cubicBezTo>
                <a:cubicBezTo>
                  <a:pt x="4943" y="81"/>
                  <a:pt x="4953" y="93"/>
                  <a:pt x="4961" y="106"/>
                </a:cubicBezTo>
                <a:cubicBezTo>
                  <a:pt x="4970" y="119"/>
                  <a:pt x="4977" y="133"/>
                  <a:pt x="4983" y="147"/>
                </a:cubicBezTo>
                <a:cubicBezTo>
                  <a:pt x="4989" y="161"/>
                  <a:pt x="4994" y="176"/>
                  <a:pt x="4997" y="192"/>
                </a:cubicBezTo>
                <a:cubicBezTo>
                  <a:pt x="5000" y="207"/>
                  <a:pt x="5002" y="222"/>
                  <a:pt x="5002" y="238"/>
                </a:cubicBezTo>
                <a:lnTo>
                  <a:pt x="5002" y="2541"/>
                </a:lnTo>
                <a:cubicBezTo>
                  <a:pt x="5002" y="2557"/>
                  <a:pt x="5000" y="2572"/>
                  <a:pt x="4997" y="2587"/>
                </a:cubicBezTo>
                <a:cubicBezTo>
                  <a:pt x="4994" y="2603"/>
                  <a:pt x="4989" y="2618"/>
                  <a:pt x="4983" y="2632"/>
                </a:cubicBezTo>
                <a:cubicBezTo>
                  <a:pt x="4977" y="2647"/>
                  <a:pt x="4970" y="2660"/>
                  <a:pt x="4961" y="2673"/>
                </a:cubicBezTo>
                <a:cubicBezTo>
                  <a:pt x="4953" y="2686"/>
                  <a:pt x="4943" y="2698"/>
                  <a:pt x="4932" y="2709"/>
                </a:cubicBezTo>
                <a:cubicBezTo>
                  <a:pt x="4921" y="2720"/>
                  <a:pt x="4909" y="2730"/>
                  <a:pt x="4896" y="2739"/>
                </a:cubicBezTo>
                <a:cubicBezTo>
                  <a:pt x="4883" y="2748"/>
                  <a:pt x="4869" y="2755"/>
                  <a:pt x="4855" y="2761"/>
                </a:cubicBezTo>
                <a:cubicBezTo>
                  <a:pt x="4840" y="2767"/>
                  <a:pt x="4825" y="2771"/>
                  <a:pt x="4810" y="2775"/>
                </a:cubicBezTo>
                <a:cubicBezTo>
                  <a:pt x="4795" y="2778"/>
                  <a:pt x="4779" y="2779"/>
                  <a:pt x="4763" y="2779"/>
                </a:cubicBezTo>
                <a:lnTo>
                  <a:pt x="238" y="2779"/>
                </a:lnTo>
                <a:cubicBezTo>
                  <a:pt x="222" y="2779"/>
                  <a:pt x="207" y="2778"/>
                  <a:pt x="192" y="2775"/>
                </a:cubicBezTo>
                <a:cubicBezTo>
                  <a:pt x="176" y="2771"/>
                  <a:pt x="161" y="2767"/>
                  <a:pt x="147" y="2761"/>
                </a:cubicBezTo>
                <a:cubicBezTo>
                  <a:pt x="133" y="2755"/>
                  <a:pt x="119" y="2748"/>
                  <a:pt x="106" y="2739"/>
                </a:cubicBezTo>
                <a:cubicBezTo>
                  <a:pt x="93" y="2730"/>
                  <a:pt x="81" y="2720"/>
                  <a:pt x="70" y="2709"/>
                </a:cubicBezTo>
                <a:cubicBezTo>
                  <a:pt x="59" y="2698"/>
                  <a:pt x="49" y="2686"/>
                  <a:pt x="40" y="2673"/>
                </a:cubicBezTo>
                <a:cubicBezTo>
                  <a:pt x="31" y="2660"/>
                  <a:pt x="24" y="2647"/>
                  <a:pt x="18" y="2632"/>
                </a:cubicBezTo>
                <a:cubicBezTo>
                  <a:pt x="12" y="2618"/>
                  <a:pt x="8" y="2603"/>
                  <a:pt x="5" y="2587"/>
                </a:cubicBezTo>
                <a:cubicBezTo>
                  <a:pt x="1" y="2572"/>
                  <a:pt x="0" y="2557"/>
                  <a:pt x="0" y="2541"/>
                </a:cubicBezTo>
                <a:close/>
              </a:path>
            </a:pathLst>
          </a:custGeom>
          <a:solidFill>
            <a:srgbClr val="ECF9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8010360" y="2857320"/>
            <a:ext cx="1800720" cy="1000440"/>
          </a:xfrm>
          <a:custGeom>
            <a:avLst/>
            <a:gdLst/>
            <a:ahLst/>
            <a:rect l="0" t="0" r="r" b="b"/>
            <a:pathLst>
              <a:path w="5002" h="2779">
                <a:moveTo>
                  <a:pt x="0" y="2541"/>
                </a:moveTo>
                <a:lnTo>
                  <a:pt x="0" y="238"/>
                </a:lnTo>
                <a:cubicBezTo>
                  <a:pt x="0" y="222"/>
                  <a:pt x="1" y="207"/>
                  <a:pt x="5" y="192"/>
                </a:cubicBezTo>
                <a:cubicBezTo>
                  <a:pt x="8" y="176"/>
                  <a:pt x="12" y="161"/>
                  <a:pt x="18" y="147"/>
                </a:cubicBezTo>
                <a:cubicBezTo>
                  <a:pt x="24" y="133"/>
                  <a:pt x="31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1"/>
                  <a:pt x="133" y="24"/>
                  <a:pt x="147" y="18"/>
                </a:cubicBezTo>
                <a:cubicBezTo>
                  <a:pt x="161" y="12"/>
                  <a:pt x="176" y="8"/>
                  <a:pt x="192" y="5"/>
                </a:cubicBezTo>
                <a:cubicBezTo>
                  <a:pt x="207" y="2"/>
                  <a:pt x="222" y="0"/>
                  <a:pt x="238" y="0"/>
                </a:cubicBezTo>
                <a:lnTo>
                  <a:pt x="4763" y="0"/>
                </a:lnTo>
                <a:cubicBezTo>
                  <a:pt x="4779" y="0"/>
                  <a:pt x="4795" y="2"/>
                  <a:pt x="4810" y="5"/>
                </a:cubicBezTo>
                <a:cubicBezTo>
                  <a:pt x="4825" y="8"/>
                  <a:pt x="4840" y="12"/>
                  <a:pt x="4855" y="18"/>
                </a:cubicBezTo>
                <a:cubicBezTo>
                  <a:pt x="4869" y="24"/>
                  <a:pt x="4883" y="31"/>
                  <a:pt x="4896" y="40"/>
                </a:cubicBezTo>
                <a:cubicBezTo>
                  <a:pt x="4909" y="49"/>
                  <a:pt x="4921" y="59"/>
                  <a:pt x="4932" y="70"/>
                </a:cubicBezTo>
                <a:cubicBezTo>
                  <a:pt x="4943" y="81"/>
                  <a:pt x="4953" y="93"/>
                  <a:pt x="4961" y="106"/>
                </a:cubicBezTo>
                <a:cubicBezTo>
                  <a:pt x="4970" y="119"/>
                  <a:pt x="4977" y="133"/>
                  <a:pt x="4983" y="147"/>
                </a:cubicBezTo>
                <a:cubicBezTo>
                  <a:pt x="4989" y="161"/>
                  <a:pt x="4994" y="176"/>
                  <a:pt x="4997" y="192"/>
                </a:cubicBezTo>
                <a:cubicBezTo>
                  <a:pt x="5000" y="207"/>
                  <a:pt x="5002" y="222"/>
                  <a:pt x="5002" y="238"/>
                </a:cubicBezTo>
                <a:lnTo>
                  <a:pt x="5002" y="2541"/>
                </a:lnTo>
                <a:cubicBezTo>
                  <a:pt x="5002" y="2557"/>
                  <a:pt x="5000" y="2572"/>
                  <a:pt x="4997" y="2587"/>
                </a:cubicBezTo>
                <a:cubicBezTo>
                  <a:pt x="4994" y="2603"/>
                  <a:pt x="4989" y="2618"/>
                  <a:pt x="4983" y="2632"/>
                </a:cubicBezTo>
                <a:cubicBezTo>
                  <a:pt x="4977" y="2647"/>
                  <a:pt x="4970" y="2660"/>
                  <a:pt x="4961" y="2673"/>
                </a:cubicBezTo>
                <a:cubicBezTo>
                  <a:pt x="4953" y="2686"/>
                  <a:pt x="4943" y="2698"/>
                  <a:pt x="4932" y="2709"/>
                </a:cubicBezTo>
                <a:cubicBezTo>
                  <a:pt x="4921" y="2720"/>
                  <a:pt x="4909" y="2730"/>
                  <a:pt x="4896" y="2739"/>
                </a:cubicBezTo>
                <a:cubicBezTo>
                  <a:pt x="4883" y="2748"/>
                  <a:pt x="4869" y="2755"/>
                  <a:pt x="4855" y="2761"/>
                </a:cubicBezTo>
                <a:cubicBezTo>
                  <a:pt x="4840" y="2767"/>
                  <a:pt x="4825" y="2771"/>
                  <a:pt x="4810" y="2775"/>
                </a:cubicBezTo>
                <a:cubicBezTo>
                  <a:pt x="4795" y="2778"/>
                  <a:pt x="4779" y="2779"/>
                  <a:pt x="4763" y="2779"/>
                </a:cubicBezTo>
                <a:lnTo>
                  <a:pt x="238" y="2779"/>
                </a:lnTo>
                <a:cubicBezTo>
                  <a:pt x="222" y="2779"/>
                  <a:pt x="207" y="2778"/>
                  <a:pt x="192" y="2775"/>
                </a:cubicBezTo>
                <a:cubicBezTo>
                  <a:pt x="176" y="2771"/>
                  <a:pt x="161" y="2767"/>
                  <a:pt x="147" y="2761"/>
                </a:cubicBezTo>
                <a:cubicBezTo>
                  <a:pt x="133" y="2755"/>
                  <a:pt x="119" y="2748"/>
                  <a:pt x="106" y="2739"/>
                </a:cubicBezTo>
                <a:cubicBezTo>
                  <a:pt x="93" y="2730"/>
                  <a:pt x="81" y="2720"/>
                  <a:pt x="70" y="2709"/>
                </a:cubicBezTo>
                <a:cubicBezTo>
                  <a:pt x="59" y="2698"/>
                  <a:pt x="49" y="2686"/>
                  <a:pt x="40" y="2673"/>
                </a:cubicBezTo>
                <a:cubicBezTo>
                  <a:pt x="31" y="2660"/>
                  <a:pt x="24" y="2647"/>
                  <a:pt x="18" y="2632"/>
                </a:cubicBezTo>
                <a:cubicBezTo>
                  <a:pt x="12" y="2618"/>
                  <a:pt x="8" y="2603"/>
                  <a:pt x="5" y="2587"/>
                </a:cubicBezTo>
                <a:cubicBezTo>
                  <a:pt x="1" y="2572"/>
                  <a:pt x="0" y="2557"/>
                  <a:pt x="0" y="2541"/>
                </a:cubicBezTo>
                <a:close/>
              </a:path>
            </a:pathLst>
          </a:custGeom>
          <a:noFill/>
          <a:ln w="18720">
            <a:solidFill>
              <a:srgbClr val="138808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7488720" y="3018240"/>
            <a:ext cx="495000" cy="660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3900" b="1" u="none" strike="noStrike">
                <a:solidFill>
                  <a:srgbClr val="6C63FF"/>
                </a:solidFill>
                <a:effectLst/>
                <a:uFillTx/>
                <a:latin typeface="SegoeUI"/>
                <a:ea typeface="SegoeUI"/>
              </a:rPr>
              <a:t>↔</a:t>
            </a:r>
            <a:endParaRPr lang="en-IN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 txBox="1"/>
          <p:nvPr/>
        </p:nvSpPr>
        <p:spPr>
          <a:xfrm>
            <a:off x="8153640" y="2946240"/>
            <a:ext cx="132696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4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Supabase</a:t>
            </a:r>
            <a:endParaRPr lang="en-IN" sz="2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518760" y="4019400"/>
            <a:ext cx="5510880" cy="2210040"/>
          </a:xfrm>
          <a:custGeom>
            <a:avLst/>
            <a:gdLst/>
            <a:ahLst/>
            <a:rect l="0" t="0" r="r" b="b"/>
            <a:pathLst>
              <a:path w="15308" h="6139">
                <a:moveTo>
                  <a:pt x="0" y="5822"/>
                </a:moveTo>
                <a:lnTo>
                  <a:pt x="0" y="317"/>
                </a:lnTo>
                <a:cubicBezTo>
                  <a:pt x="0" y="297"/>
                  <a:pt x="2" y="276"/>
                  <a:pt x="5" y="255"/>
                </a:cubicBezTo>
                <a:cubicBezTo>
                  <a:pt x="9" y="235"/>
                  <a:pt x="13" y="215"/>
                  <a:pt x="20" y="196"/>
                </a:cubicBezTo>
                <a:cubicBezTo>
                  <a:pt x="26" y="177"/>
                  <a:pt x="34" y="158"/>
                  <a:pt x="43" y="141"/>
                </a:cubicBezTo>
                <a:cubicBezTo>
                  <a:pt x="52" y="124"/>
                  <a:pt x="62" y="108"/>
                  <a:pt x="74" y="93"/>
                </a:cubicBezTo>
                <a:cubicBezTo>
                  <a:pt x="86" y="78"/>
                  <a:pt x="98" y="65"/>
                  <a:pt x="112" y="53"/>
                </a:cubicBezTo>
                <a:cubicBezTo>
                  <a:pt x="126" y="42"/>
                  <a:pt x="140" y="32"/>
                  <a:pt x="156" y="24"/>
                </a:cubicBezTo>
                <a:cubicBezTo>
                  <a:pt x="171" y="16"/>
                  <a:pt x="187" y="10"/>
                  <a:pt x="203" y="6"/>
                </a:cubicBezTo>
                <a:cubicBezTo>
                  <a:pt x="219" y="2"/>
                  <a:pt x="235" y="0"/>
                  <a:pt x="252" y="0"/>
                </a:cubicBezTo>
                <a:lnTo>
                  <a:pt x="14990" y="0"/>
                </a:lnTo>
                <a:cubicBezTo>
                  <a:pt x="15011" y="0"/>
                  <a:pt x="15032" y="2"/>
                  <a:pt x="15052" y="6"/>
                </a:cubicBezTo>
                <a:cubicBezTo>
                  <a:pt x="15073" y="10"/>
                  <a:pt x="15092" y="16"/>
                  <a:pt x="15112" y="24"/>
                </a:cubicBezTo>
                <a:cubicBezTo>
                  <a:pt x="15131" y="32"/>
                  <a:pt x="15149" y="42"/>
                  <a:pt x="15167" y="53"/>
                </a:cubicBezTo>
                <a:cubicBezTo>
                  <a:pt x="15184" y="65"/>
                  <a:pt x="15200" y="78"/>
                  <a:pt x="15215" y="93"/>
                </a:cubicBezTo>
                <a:cubicBezTo>
                  <a:pt x="15229" y="108"/>
                  <a:pt x="15243" y="124"/>
                  <a:pt x="15254" y="141"/>
                </a:cubicBezTo>
                <a:cubicBezTo>
                  <a:pt x="15266" y="158"/>
                  <a:pt x="15275" y="177"/>
                  <a:pt x="15283" y="196"/>
                </a:cubicBezTo>
                <a:cubicBezTo>
                  <a:pt x="15291" y="215"/>
                  <a:pt x="15297" y="235"/>
                  <a:pt x="15302" y="255"/>
                </a:cubicBezTo>
                <a:cubicBezTo>
                  <a:pt x="15306" y="276"/>
                  <a:pt x="15308" y="297"/>
                  <a:pt x="15308" y="317"/>
                </a:cubicBezTo>
                <a:lnTo>
                  <a:pt x="15308" y="5822"/>
                </a:lnTo>
                <a:cubicBezTo>
                  <a:pt x="15308" y="5843"/>
                  <a:pt x="15306" y="5863"/>
                  <a:pt x="15302" y="5884"/>
                </a:cubicBezTo>
                <a:cubicBezTo>
                  <a:pt x="15297" y="5904"/>
                  <a:pt x="15291" y="5924"/>
                  <a:pt x="15283" y="5943"/>
                </a:cubicBezTo>
                <a:cubicBezTo>
                  <a:pt x="15275" y="5963"/>
                  <a:pt x="15266" y="5981"/>
                  <a:pt x="15254" y="5998"/>
                </a:cubicBezTo>
                <a:cubicBezTo>
                  <a:pt x="15243" y="6015"/>
                  <a:pt x="15229" y="6032"/>
                  <a:pt x="15215" y="6046"/>
                </a:cubicBezTo>
                <a:cubicBezTo>
                  <a:pt x="15200" y="6061"/>
                  <a:pt x="15184" y="6074"/>
                  <a:pt x="15167" y="6086"/>
                </a:cubicBezTo>
                <a:cubicBezTo>
                  <a:pt x="15149" y="6097"/>
                  <a:pt x="15131" y="6107"/>
                  <a:pt x="15112" y="6115"/>
                </a:cubicBezTo>
                <a:cubicBezTo>
                  <a:pt x="15092" y="6123"/>
                  <a:pt x="15073" y="6129"/>
                  <a:pt x="15052" y="6133"/>
                </a:cubicBezTo>
                <a:cubicBezTo>
                  <a:pt x="15032" y="6137"/>
                  <a:pt x="15011" y="6139"/>
                  <a:pt x="14990" y="6139"/>
                </a:cubicBezTo>
                <a:lnTo>
                  <a:pt x="252" y="6139"/>
                </a:lnTo>
                <a:cubicBezTo>
                  <a:pt x="235" y="6139"/>
                  <a:pt x="219" y="6137"/>
                  <a:pt x="203" y="6133"/>
                </a:cubicBezTo>
                <a:cubicBezTo>
                  <a:pt x="187" y="6129"/>
                  <a:pt x="171" y="6123"/>
                  <a:pt x="156" y="6115"/>
                </a:cubicBezTo>
                <a:cubicBezTo>
                  <a:pt x="140" y="6107"/>
                  <a:pt x="126" y="6097"/>
                  <a:pt x="112" y="6086"/>
                </a:cubicBezTo>
                <a:cubicBezTo>
                  <a:pt x="98" y="6074"/>
                  <a:pt x="86" y="6061"/>
                  <a:pt x="74" y="6046"/>
                </a:cubicBezTo>
                <a:cubicBezTo>
                  <a:pt x="62" y="6032"/>
                  <a:pt x="52" y="6015"/>
                  <a:pt x="43" y="5998"/>
                </a:cubicBezTo>
                <a:cubicBezTo>
                  <a:pt x="34" y="5981"/>
                  <a:pt x="26" y="5963"/>
                  <a:pt x="20" y="5943"/>
                </a:cubicBezTo>
                <a:cubicBezTo>
                  <a:pt x="13" y="5924"/>
                  <a:pt x="9" y="5904"/>
                  <a:pt x="5" y="5884"/>
                </a:cubicBezTo>
                <a:cubicBezTo>
                  <a:pt x="2" y="5863"/>
                  <a:pt x="0" y="5843"/>
                  <a:pt x="0" y="5822"/>
                </a:cubicBezTo>
                <a:close/>
              </a:path>
            </a:pathLst>
          </a:custGeom>
          <a:solidFill>
            <a:srgbClr val="EEF0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495000" y="4019400"/>
            <a:ext cx="114840" cy="2210040"/>
          </a:xfrm>
          <a:custGeom>
            <a:avLst/>
            <a:gdLst/>
            <a:ahLst/>
            <a:rect l="0" t="0" r="r" b="b"/>
            <a:pathLst>
              <a:path w="319" h="6139">
                <a:moveTo>
                  <a:pt x="0" y="0"/>
                </a:moveTo>
                <a:lnTo>
                  <a:pt x="319" y="0"/>
                </a:lnTo>
                <a:lnTo>
                  <a:pt x="319" y="6139"/>
                </a:lnTo>
                <a:lnTo>
                  <a:pt x="0" y="6139"/>
                </a:lnTo>
                <a:lnTo>
                  <a:pt x="0" y="0"/>
                </a:ln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 txBox="1"/>
          <p:nvPr/>
        </p:nvSpPr>
        <p:spPr>
          <a:xfrm>
            <a:off x="8208000" y="3355920"/>
            <a:ext cx="123300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4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Realtime</a:t>
            </a:r>
            <a:endParaRPr lang="en-IN" sz="2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 txBox="1"/>
          <p:nvPr/>
        </p:nvSpPr>
        <p:spPr>
          <a:xfrm>
            <a:off x="2248560" y="4174920"/>
            <a:ext cx="176580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Channels In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1408320" y="4660560"/>
            <a:ext cx="323352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Web Form · WhatsApp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 txBox="1"/>
          <p:nvPr/>
        </p:nvSpPr>
        <p:spPr>
          <a:xfrm>
            <a:off x="1390320" y="5146560"/>
            <a:ext cx="322812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(+14155238886) · SMS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6186240" y="4019400"/>
            <a:ext cx="5510520" cy="2210040"/>
          </a:xfrm>
          <a:custGeom>
            <a:avLst/>
            <a:gdLst/>
            <a:ahLst/>
            <a:rect l="0" t="0" r="r" b="b"/>
            <a:pathLst>
              <a:path w="15307" h="6139">
                <a:moveTo>
                  <a:pt x="0" y="5822"/>
                </a:moveTo>
                <a:lnTo>
                  <a:pt x="0" y="317"/>
                </a:lnTo>
                <a:cubicBezTo>
                  <a:pt x="0" y="297"/>
                  <a:pt x="2" y="276"/>
                  <a:pt x="5" y="255"/>
                </a:cubicBezTo>
                <a:cubicBezTo>
                  <a:pt x="8" y="235"/>
                  <a:pt x="13" y="215"/>
                  <a:pt x="19" y="196"/>
                </a:cubicBezTo>
                <a:cubicBezTo>
                  <a:pt x="26" y="177"/>
                  <a:pt x="33" y="158"/>
                  <a:pt x="43" y="141"/>
                </a:cubicBezTo>
                <a:cubicBezTo>
                  <a:pt x="52" y="124"/>
                  <a:pt x="62" y="108"/>
                  <a:pt x="74" y="93"/>
                </a:cubicBezTo>
                <a:cubicBezTo>
                  <a:pt x="85" y="78"/>
                  <a:pt x="98" y="65"/>
                  <a:pt x="112" y="53"/>
                </a:cubicBezTo>
                <a:cubicBezTo>
                  <a:pt x="126" y="42"/>
                  <a:pt x="140" y="32"/>
                  <a:pt x="155" y="24"/>
                </a:cubicBezTo>
                <a:cubicBezTo>
                  <a:pt x="171" y="16"/>
                  <a:pt x="186" y="10"/>
                  <a:pt x="203" y="6"/>
                </a:cubicBezTo>
                <a:cubicBezTo>
                  <a:pt x="219" y="2"/>
                  <a:pt x="235" y="0"/>
                  <a:pt x="252" y="0"/>
                </a:cubicBezTo>
                <a:lnTo>
                  <a:pt x="14990" y="0"/>
                </a:lnTo>
                <a:cubicBezTo>
                  <a:pt x="15011" y="0"/>
                  <a:pt x="15031" y="2"/>
                  <a:pt x="15052" y="6"/>
                </a:cubicBezTo>
                <a:cubicBezTo>
                  <a:pt x="15072" y="10"/>
                  <a:pt x="15092" y="16"/>
                  <a:pt x="15111" y="24"/>
                </a:cubicBezTo>
                <a:cubicBezTo>
                  <a:pt x="15131" y="32"/>
                  <a:pt x="15149" y="42"/>
                  <a:pt x="15166" y="53"/>
                </a:cubicBezTo>
                <a:cubicBezTo>
                  <a:pt x="15184" y="65"/>
                  <a:pt x="15200" y="78"/>
                  <a:pt x="15214" y="93"/>
                </a:cubicBezTo>
                <a:cubicBezTo>
                  <a:pt x="15229" y="108"/>
                  <a:pt x="15242" y="124"/>
                  <a:pt x="15254" y="141"/>
                </a:cubicBezTo>
                <a:cubicBezTo>
                  <a:pt x="15265" y="158"/>
                  <a:pt x="15275" y="177"/>
                  <a:pt x="15283" y="196"/>
                </a:cubicBezTo>
                <a:cubicBezTo>
                  <a:pt x="15291" y="215"/>
                  <a:pt x="15297" y="235"/>
                  <a:pt x="15301" y="255"/>
                </a:cubicBezTo>
                <a:cubicBezTo>
                  <a:pt x="15305" y="276"/>
                  <a:pt x="15307" y="297"/>
                  <a:pt x="15307" y="317"/>
                </a:cubicBezTo>
                <a:lnTo>
                  <a:pt x="15307" y="5822"/>
                </a:lnTo>
                <a:cubicBezTo>
                  <a:pt x="15307" y="5843"/>
                  <a:pt x="15305" y="5863"/>
                  <a:pt x="15301" y="5884"/>
                </a:cubicBezTo>
                <a:cubicBezTo>
                  <a:pt x="15297" y="5904"/>
                  <a:pt x="15291" y="5924"/>
                  <a:pt x="15283" y="5943"/>
                </a:cubicBezTo>
                <a:cubicBezTo>
                  <a:pt x="15275" y="5963"/>
                  <a:pt x="15265" y="5981"/>
                  <a:pt x="15254" y="5998"/>
                </a:cubicBezTo>
                <a:cubicBezTo>
                  <a:pt x="15242" y="6015"/>
                  <a:pt x="15229" y="6032"/>
                  <a:pt x="15214" y="6046"/>
                </a:cubicBezTo>
                <a:cubicBezTo>
                  <a:pt x="15200" y="6061"/>
                  <a:pt x="15184" y="6074"/>
                  <a:pt x="15166" y="6086"/>
                </a:cubicBezTo>
                <a:cubicBezTo>
                  <a:pt x="15149" y="6097"/>
                  <a:pt x="15131" y="6107"/>
                  <a:pt x="15111" y="6115"/>
                </a:cubicBezTo>
                <a:cubicBezTo>
                  <a:pt x="15092" y="6123"/>
                  <a:pt x="15072" y="6129"/>
                  <a:pt x="15052" y="6133"/>
                </a:cubicBezTo>
                <a:cubicBezTo>
                  <a:pt x="15031" y="6137"/>
                  <a:pt x="15011" y="6139"/>
                  <a:pt x="14990" y="6139"/>
                </a:cubicBezTo>
                <a:lnTo>
                  <a:pt x="252" y="6139"/>
                </a:lnTo>
                <a:cubicBezTo>
                  <a:pt x="235" y="6139"/>
                  <a:pt x="219" y="6137"/>
                  <a:pt x="203" y="6133"/>
                </a:cubicBezTo>
                <a:cubicBezTo>
                  <a:pt x="186" y="6129"/>
                  <a:pt x="171" y="6123"/>
                  <a:pt x="155" y="6115"/>
                </a:cubicBezTo>
                <a:cubicBezTo>
                  <a:pt x="140" y="6107"/>
                  <a:pt x="126" y="6097"/>
                  <a:pt x="112" y="6086"/>
                </a:cubicBezTo>
                <a:cubicBezTo>
                  <a:pt x="98" y="6074"/>
                  <a:pt x="85" y="6061"/>
                  <a:pt x="74" y="6046"/>
                </a:cubicBezTo>
                <a:cubicBezTo>
                  <a:pt x="62" y="6032"/>
                  <a:pt x="52" y="6015"/>
                  <a:pt x="43" y="5998"/>
                </a:cubicBezTo>
                <a:cubicBezTo>
                  <a:pt x="33" y="5981"/>
                  <a:pt x="26" y="5963"/>
                  <a:pt x="19" y="5943"/>
                </a:cubicBezTo>
                <a:cubicBezTo>
                  <a:pt x="13" y="5924"/>
                  <a:pt x="8" y="5904"/>
                  <a:pt x="5" y="5884"/>
                </a:cubicBezTo>
                <a:cubicBezTo>
                  <a:pt x="2" y="5863"/>
                  <a:pt x="0" y="5843"/>
                  <a:pt x="0" y="5822"/>
                </a:cubicBezTo>
                <a:close/>
              </a:path>
            </a:pathLst>
          </a:custGeom>
          <a:solidFill>
            <a:srgbClr val="F3F2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/>
          <p:nvPr/>
        </p:nvSpPr>
        <p:spPr>
          <a:xfrm>
            <a:off x="6162480" y="4019400"/>
            <a:ext cx="114840" cy="2210040"/>
          </a:xfrm>
          <a:custGeom>
            <a:avLst/>
            <a:gdLst/>
            <a:ahLst/>
            <a:rect l="0" t="0" r="r" b="b"/>
            <a:pathLst>
              <a:path w="319" h="6139">
                <a:moveTo>
                  <a:pt x="0" y="0"/>
                </a:moveTo>
                <a:lnTo>
                  <a:pt x="319" y="0"/>
                </a:lnTo>
                <a:lnTo>
                  <a:pt x="319" y="6139"/>
                </a:lnTo>
                <a:lnTo>
                  <a:pt x="0" y="6139"/>
                </a:lnTo>
                <a:lnTo>
                  <a:pt x="0" y="0"/>
                </a:lnTo>
                <a:close/>
              </a:path>
            </a:pathLst>
          </a:custGeom>
          <a:solidFill>
            <a:srgbClr val="6C63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953280" y="5632200"/>
            <a:ext cx="395280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(+12362043968) · Voice IVR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7767000" y="4174920"/>
            <a:ext cx="203508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Channels Out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 txBox="1"/>
          <p:nvPr/>
        </p:nvSpPr>
        <p:spPr>
          <a:xfrm>
            <a:off x="6428160" y="4660560"/>
            <a:ext cx="428940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SMS confirmation · WhatsApp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 txBox="1"/>
          <p:nvPr/>
        </p:nvSpPr>
        <p:spPr>
          <a:xfrm>
            <a:off x="6896880" y="5146560"/>
            <a:ext cx="340704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reply · Dashboard alert ·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11005920" y="6431400"/>
            <a:ext cx="852840" cy="426600"/>
          </a:xfrm>
          <a:custGeom>
            <a:avLst/>
            <a:gdLst/>
            <a:ahLst/>
            <a:rect l="0" t="0" r="r" b="b"/>
            <a:pathLst>
              <a:path w="2369" h="1185">
                <a:moveTo>
                  <a:pt x="0" y="1185"/>
                </a:moveTo>
                <a:lnTo>
                  <a:pt x="1184" y="0"/>
                </a:lnTo>
                <a:lnTo>
                  <a:pt x="2369" y="1185"/>
                </a:lnTo>
                <a:lnTo>
                  <a:pt x="0" y="1185"/>
                </a:ln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10858320" y="6747120"/>
            <a:ext cx="111240" cy="110880"/>
          </a:xfrm>
          <a:custGeom>
            <a:avLst/>
            <a:gdLst/>
            <a:ahLst/>
            <a:rect l="0" t="0" r="r" b="b"/>
            <a:pathLst>
              <a:path w="309" h="308">
                <a:moveTo>
                  <a:pt x="0" y="0"/>
                </a:moveTo>
                <a:lnTo>
                  <a:pt x="309" y="308"/>
                </a:lnTo>
                <a:lnTo>
                  <a:pt x="0" y="30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10858320" y="6579720"/>
            <a:ext cx="277920" cy="278280"/>
          </a:xfrm>
          <a:custGeom>
            <a:avLst/>
            <a:gdLst/>
            <a:ahLst/>
            <a:rect l="0" t="0" r="r" b="b"/>
            <a:pathLst>
              <a:path w="772" h="773">
                <a:moveTo>
                  <a:pt x="309" y="773"/>
                </a:moveTo>
                <a:lnTo>
                  <a:pt x="0" y="465"/>
                </a:lnTo>
                <a:lnTo>
                  <a:pt x="0" y="359"/>
                </a:lnTo>
                <a:lnTo>
                  <a:pt x="360" y="0"/>
                </a:lnTo>
                <a:lnTo>
                  <a:pt x="772" y="412"/>
                </a:lnTo>
                <a:lnTo>
                  <a:pt x="411" y="773"/>
                </a:lnTo>
                <a:lnTo>
                  <a:pt x="309" y="77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>
            <a:off x="10858320" y="6450480"/>
            <a:ext cx="129600" cy="258840"/>
          </a:xfrm>
          <a:custGeom>
            <a:avLst/>
            <a:gdLst/>
            <a:ahLst/>
            <a:rect l="0" t="0" r="r" b="b"/>
            <a:pathLst>
              <a:path w="360" h="719">
                <a:moveTo>
                  <a:pt x="0" y="0"/>
                </a:moveTo>
                <a:lnTo>
                  <a:pt x="360" y="359"/>
                </a:lnTo>
                <a:lnTo>
                  <a:pt x="0" y="71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/>
          <p:nvPr/>
        </p:nvSpPr>
        <p:spPr>
          <a:xfrm>
            <a:off x="10987560" y="6431400"/>
            <a:ext cx="296640" cy="297000"/>
          </a:xfrm>
          <a:custGeom>
            <a:avLst/>
            <a:gdLst/>
            <a:ahLst/>
            <a:rect l="0" t="0" r="r" b="b"/>
            <a:pathLst>
              <a:path w="824" h="825">
                <a:moveTo>
                  <a:pt x="413" y="825"/>
                </a:moveTo>
                <a:lnTo>
                  <a:pt x="0" y="412"/>
                </a:lnTo>
                <a:lnTo>
                  <a:pt x="413" y="0"/>
                </a:lnTo>
                <a:lnTo>
                  <a:pt x="824" y="412"/>
                </a:lnTo>
                <a:lnTo>
                  <a:pt x="413" y="8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11135880" y="6283440"/>
            <a:ext cx="296640" cy="296640"/>
          </a:xfrm>
          <a:custGeom>
            <a:avLst/>
            <a:gdLst/>
            <a:ahLst/>
            <a:rect l="0" t="0" r="r" b="b"/>
            <a:pathLst>
              <a:path w="824" h="824">
                <a:moveTo>
                  <a:pt x="411" y="824"/>
                </a:moveTo>
                <a:lnTo>
                  <a:pt x="0" y="412"/>
                </a:lnTo>
                <a:lnTo>
                  <a:pt x="411" y="0"/>
                </a:lnTo>
                <a:lnTo>
                  <a:pt x="824" y="412"/>
                </a:lnTo>
                <a:lnTo>
                  <a:pt x="411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/>
          <p:nvPr/>
        </p:nvSpPr>
        <p:spPr>
          <a:xfrm>
            <a:off x="10858320" y="6283440"/>
            <a:ext cx="277920" cy="296640"/>
          </a:xfrm>
          <a:custGeom>
            <a:avLst/>
            <a:gdLst/>
            <a:ahLst/>
            <a:rect l="0" t="0" r="r" b="b"/>
            <a:pathLst>
              <a:path w="772" h="824">
                <a:moveTo>
                  <a:pt x="360" y="824"/>
                </a:moveTo>
                <a:lnTo>
                  <a:pt x="0" y="465"/>
                </a:lnTo>
                <a:lnTo>
                  <a:pt x="0" y="360"/>
                </a:lnTo>
                <a:lnTo>
                  <a:pt x="360" y="0"/>
                </a:lnTo>
                <a:lnTo>
                  <a:pt x="772" y="412"/>
                </a:lnTo>
                <a:lnTo>
                  <a:pt x="360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>
            <a:off x="10987560" y="6135120"/>
            <a:ext cx="296640" cy="296640"/>
          </a:xfrm>
          <a:custGeom>
            <a:avLst/>
            <a:gdLst/>
            <a:ahLst/>
            <a:rect l="0" t="0" r="r" b="b"/>
            <a:pathLst>
              <a:path w="824" h="824">
                <a:moveTo>
                  <a:pt x="413" y="824"/>
                </a:moveTo>
                <a:lnTo>
                  <a:pt x="0" y="412"/>
                </a:lnTo>
                <a:lnTo>
                  <a:pt x="413" y="0"/>
                </a:lnTo>
                <a:lnTo>
                  <a:pt x="824" y="412"/>
                </a:lnTo>
                <a:lnTo>
                  <a:pt x="413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/>
          <p:nvPr/>
        </p:nvSpPr>
        <p:spPr>
          <a:xfrm>
            <a:off x="10858320" y="5857560"/>
            <a:ext cx="277920" cy="555480"/>
          </a:xfrm>
          <a:custGeom>
            <a:avLst/>
            <a:gdLst/>
            <a:ahLst/>
            <a:rect l="0" t="0" r="r" b="b"/>
            <a:pathLst>
              <a:path w="772" h="1543">
                <a:moveTo>
                  <a:pt x="0" y="0"/>
                </a:moveTo>
                <a:lnTo>
                  <a:pt x="772" y="771"/>
                </a:lnTo>
                <a:lnTo>
                  <a:pt x="0" y="154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/>
          <p:nvPr/>
        </p:nvSpPr>
        <p:spPr>
          <a:xfrm>
            <a:off x="11432160" y="5838480"/>
            <a:ext cx="759960" cy="1019520"/>
          </a:xfrm>
          <a:custGeom>
            <a:avLst/>
            <a:gdLst/>
            <a:ahLst/>
            <a:rect l="0" t="0" r="r" b="b"/>
            <a:pathLst>
              <a:path w="2111" h="2832">
                <a:moveTo>
                  <a:pt x="1185" y="2832"/>
                </a:moveTo>
                <a:lnTo>
                  <a:pt x="0" y="1647"/>
                </a:lnTo>
                <a:lnTo>
                  <a:pt x="1648" y="0"/>
                </a:lnTo>
                <a:lnTo>
                  <a:pt x="2111" y="463"/>
                </a:lnTo>
                <a:lnTo>
                  <a:pt x="2111" y="2832"/>
                </a:lnTo>
                <a:lnTo>
                  <a:pt x="1185" y="2832"/>
                </a:ln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/>
          <p:nvPr/>
        </p:nvSpPr>
        <p:spPr>
          <a:xfrm>
            <a:off x="12025080" y="5671800"/>
            <a:ext cx="167040" cy="333720"/>
          </a:xfrm>
          <a:custGeom>
            <a:avLst/>
            <a:gdLst/>
            <a:ahLst/>
            <a:rect l="0" t="0" r="r" b="b"/>
            <a:pathLst>
              <a:path w="464" h="927">
                <a:moveTo>
                  <a:pt x="464" y="927"/>
                </a:moveTo>
                <a:lnTo>
                  <a:pt x="0" y="464"/>
                </a:lnTo>
                <a:lnTo>
                  <a:pt x="464" y="0"/>
                </a:lnTo>
                <a:lnTo>
                  <a:pt x="464" y="927"/>
                </a:ln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/>
          <p:nvPr/>
        </p:nvSpPr>
        <p:spPr>
          <a:xfrm>
            <a:off x="11283840" y="6135120"/>
            <a:ext cx="297000" cy="296640"/>
          </a:xfrm>
          <a:custGeom>
            <a:avLst/>
            <a:gdLst/>
            <a:ahLst/>
            <a:rect l="0" t="0" r="r" b="b"/>
            <a:pathLst>
              <a:path w="825" h="824">
                <a:moveTo>
                  <a:pt x="413" y="824"/>
                </a:moveTo>
                <a:lnTo>
                  <a:pt x="0" y="412"/>
                </a:lnTo>
                <a:lnTo>
                  <a:pt x="413" y="0"/>
                </a:lnTo>
                <a:lnTo>
                  <a:pt x="825" y="412"/>
                </a:lnTo>
                <a:lnTo>
                  <a:pt x="413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/>
          <p:nvPr/>
        </p:nvSpPr>
        <p:spPr>
          <a:xfrm>
            <a:off x="11432160" y="5986800"/>
            <a:ext cx="297000" cy="297000"/>
          </a:xfrm>
          <a:custGeom>
            <a:avLst/>
            <a:gdLst/>
            <a:ahLst/>
            <a:rect l="0" t="0" r="r" b="b"/>
            <a:pathLst>
              <a:path w="825" h="825">
                <a:moveTo>
                  <a:pt x="412" y="825"/>
                </a:moveTo>
                <a:lnTo>
                  <a:pt x="0" y="413"/>
                </a:lnTo>
                <a:lnTo>
                  <a:pt x="412" y="0"/>
                </a:lnTo>
                <a:lnTo>
                  <a:pt x="825" y="413"/>
                </a:lnTo>
                <a:lnTo>
                  <a:pt x="412" y="8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/>
          <p:nvPr/>
        </p:nvSpPr>
        <p:spPr>
          <a:xfrm>
            <a:off x="11135880" y="5986800"/>
            <a:ext cx="296640" cy="297000"/>
          </a:xfrm>
          <a:custGeom>
            <a:avLst/>
            <a:gdLst/>
            <a:ahLst/>
            <a:rect l="0" t="0" r="r" b="b"/>
            <a:pathLst>
              <a:path w="824" h="825">
                <a:moveTo>
                  <a:pt x="411" y="825"/>
                </a:moveTo>
                <a:lnTo>
                  <a:pt x="0" y="413"/>
                </a:lnTo>
                <a:lnTo>
                  <a:pt x="411" y="0"/>
                </a:lnTo>
                <a:lnTo>
                  <a:pt x="824" y="413"/>
                </a:lnTo>
                <a:lnTo>
                  <a:pt x="411" y="8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/>
          <p:nvPr/>
        </p:nvSpPr>
        <p:spPr>
          <a:xfrm>
            <a:off x="11283840" y="5838480"/>
            <a:ext cx="297000" cy="297000"/>
          </a:xfrm>
          <a:custGeom>
            <a:avLst/>
            <a:gdLst/>
            <a:ahLst/>
            <a:rect l="0" t="0" r="r" b="b"/>
            <a:pathLst>
              <a:path w="825" h="825">
                <a:moveTo>
                  <a:pt x="413" y="825"/>
                </a:moveTo>
                <a:lnTo>
                  <a:pt x="0" y="412"/>
                </a:lnTo>
                <a:lnTo>
                  <a:pt x="413" y="0"/>
                </a:lnTo>
                <a:lnTo>
                  <a:pt x="825" y="412"/>
                </a:lnTo>
                <a:lnTo>
                  <a:pt x="413" y="8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>
            <a:off x="11580480" y="5838480"/>
            <a:ext cx="296640" cy="297000"/>
          </a:xfrm>
          <a:custGeom>
            <a:avLst/>
            <a:gdLst/>
            <a:ahLst/>
            <a:rect l="0" t="0" r="r" b="b"/>
            <a:pathLst>
              <a:path w="824" h="825">
                <a:moveTo>
                  <a:pt x="413" y="825"/>
                </a:moveTo>
                <a:lnTo>
                  <a:pt x="0" y="412"/>
                </a:lnTo>
                <a:lnTo>
                  <a:pt x="413" y="0"/>
                </a:lnTo>
                <a:lnTo>
                  <a:pt x="824" y="412"/>
                </a:lnTo>
                <a:lnTo>
                  <a:pt x="413" y="8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>
            <a:off x="11728800" y="5690520"/>
            <a:ext cx="296640" cy="296640"/>
          </a:xfrm>
          <a:custGeom>
            <a:avLst/>
            <a:gdLst/>
            <a:ahLst/>
            <a:rect l="0" t="0" r="r" b="b"/>
            <a:pathLst>
              <a:path w="824" h="824">
                <a:moveTo>
                  <a:pt x="411" y="824"/>
                </a:moveTo>
                <a:lnTo>
                  <a:pt x="0" y="412"/>
                </a:lnTo>
                <a:lnTo>
                  <a:pt x="411" y="0"/>
                </a:lnTo>
                <a:lnTo>
                  <a:pt x="824" y="412"/>
                </a:lnTo>
                <a:lnTo>
                  <a:pt x="411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11432160" y="5690520"/>
            <a:ext cx="297000" cy="296640"/>
          </a:xfrm>
          <a:custGeom>
            <a:avLst/>
            <a:gdLst/>
            <a:ahLst/>
            <a:rect l="0" t="0" r="r" b="b"/>
            <a:pathLst>
              <a:path w="825" h="824">
                <a:moveTo>
                  <a:pt x="412" y="824"/>
                </a:moveTo>
                <a:lnTo>
                  <a:pt x="0" y="412"/>
                </a:lnTo>
                <a:lnTo>
                  <a:pt x="412" y="0"/>
                </a:lnTo>
                <a:lnTo>
                  <a:pt x="825" y="412"/>
                </a:lnTo>
                <a:lnTo>
                  <a:pt x="412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/>
          <p:nvPr/>
        </p:nvSpPr>
        <p:spPr>
          <a:xfrm>
            <a:off x="11580480" y="5542200"/>
            <a:ext cx="296640" cy="296640"/>
          </a:xfrm>
          <a:custGeom>
            <a:avLst/>
            <a:gdLst/>
            <a:ahLst/>
            <a:rect l="0" t="0" r="r" b="b"/>
            <a:pathLst>
              <a:path w="824" h="824">
                <a:moveTo>
                  <a:pt x="413" y="824"/>
                </a:moveTo>
                <a:lnTo>
                  <a:pt x="0" y="412"/>
                </a:lnTo>
                <a:lnTo>
                  <a:pt x="413" y="0"/>
                </a:lnTo>
                <a:lnTo>
                  <a:pt x="824" y="412"/>
                </a:lnTo>
                <a:lnTo>
                  <a:pt x="413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10858320" y="5542200"/>
            <a:ext cx="574200" cy="593280"/>
          </a:xfrm>
          <a:custGeom>
            <a:avLst/>
            <a:gdLst/>
            <a:ahLst/>
            <a:rect l="0" t="0" r="r" b="b"/>
            <a:pathLst>
              <a:path w="1595" h="1648">
                <a:moveTo>
                  <a:pt x="771" y="1648"/>
                </a:moveTo>
                <a:lnTo>
                  <a:pt x="0" y="877"/>
                </a:lnTo>
                <a:lnTo>
                  <a:pt x="0" y="772"/>
                </a:lnTo>
                <a:lnTo>
                  <a:pt x="771" y="0"/>
                </a:lnTo>
                <a:lnTo>
                  <a:pt x="1595" y="824"/>
                </a:lnTo>
                <a:lnTo>
                  <a:pt x="771" y="164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11135880" y="5524200"/>
            <a:ext cx="593280" cy="314640"/>
          </a:xfrm>
          <a:custGeom>
            <a:avLst/>
            <a:gdLst/>
            <a:ahLst/>
            <a:rect l="0" t="0" r="r" b="b"/>
            <a:pathLst>
              <a:path w="1648" h="874">
                <a:moveTo>
                  <a:pt x="823" y="874"/>
                </a:moveTo>
                <a:lnTo>
                  <a:pt x="0" y="50"/>
                </a:lnTo>
                <a:lnTo>
                  <a:pt x="49" y="0"/>
                </a:lnTo>
                <a:lnTo>
                  <a:pt x="1598" y="0"/>
                </a:lnTo>
                <a:lnTo>
                  <a:pt x="1648" y="50"/>
                </a:lnTo>
                <a:lnTo>
                  <a:pt x="823" y="87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/>
          <p:nvPr/>
        </p:nvSpPr>
        <p:spPr>
          <a:xfrm>
            <a:off x="11876760" y="5542200"/>
            <a:ext cx="297000" cy="296640"/>
          </a:xfrm>
          <a:custGeom>
            <a:avLst/>
            <a:gdLst/>
            <a:ahLst/>
            <a:rect l="0" t="0" r="r" b="b"/>
            <a:pathLst>
              <a:path w="825" h="824">
                <a:moveTo>
                  <a:pt x="413" y="824"/>
                </a:moveTo>
                <a:lnTo>
                  <a:pt x="0" y="412"/>
                </a:lnTo>
                <a:lnTo>
                  <a:pt x="413" y="0"/>
                </a:lnTo>
                <a:lnTo>
                  <a:pt x="825" y="412"/>
                </a:lnTo>
                <a:lnTo>
                  <a:pt x="413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/>
          <p:nvPr/>
        </p:nvSpPr>
        <p:spPr>
          <a:xfrm>
            <a:off x="12025080" y="5524200"/>
            <a:ext cx="167040" cy="166680"/>
          </a:xfrm>
          <a:custGeom>
            <a:avLst/>
            <a:gdLst/>
            <a:ahLst/>
            <a:rect l="0" t="0" r="r" b="b"/>
            <a:pathLst>
              <a:path w="464" h="463">
                <a:moveTo>
                  <a:pt x="413" y="463"/>
                </a:moveTo>
                <a:lnTo>
                  <a:pt x="0" y="50"/>
                </a:lnTo>
                <a:lnTo>
                  <a:pt x="50" y="0"/>
                </a:lnTo>
                <a:lnTo>
                  <a:pt x="464" y="0"/>
                </a:lnTo>
                <a:lnTo>
                  <a:pt x="464" y="411"/>
                </a:lnTo>
                <a:lnTo>
                  <a:pt x="413" y="46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/>
          <p:nvPr/>
        </p:nvSpPr>
        <p:spPr>
          <a:xfrm>
            <a:off x="11728800" y="5524200"/>
            <a:ext cx="296640" cy="166680"/>
          </a:xfrm>
          <a:custGeom>
            <a:avLst/>
            <a:gdLst/>
            <a:ahLst/>
            <a:rect l="0" t="0" r="r" b="b"/>
            <a:pathLst>
              <a:path w="824" h="463">
                <a:moveTo>
                  <a:pt x="411" y="463"/>
                </a:moveTo>
                <a:lnTo>
                  <a:pt x="0" y="50"/>
                </a:lnTo>
                <a:lnTo>
                  <a:pt x="49" y="0"/>
                </a:lnTo>
                <a:lnTo>
                  <a:pt x="775" y="0"/>
                </a:lnTo>
                <a:lnTo>
                  <a:pt x="824" y="50"/>
                </a:lnTo>
                <a:lnTo>
                  <a:pt x="411" y="46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/>
          <p:nvPr/>
        </p:nvSpPr>
        <p:spPr>
          <a:xfrm>
            <a:off x="12007440" y="5524200"/>
            <a:ext cx="36000" cy="18360"/>
          </a:xfrm>
          <a:custGeom>
            <a:avLst/>
            <a:gdLst/>
            <a:ahLst/>
            <a:rect l="0" t="0" r="r" b="b"/>
            <a:pathLst>
              <a:path w="100" h="51">
                <a:moveTo>
                  <a:pt x="49" y="51"/>
                </a:moveTo>
                <a:lnTo>
                  <a:pt x="0" y="0"/>
                </a:lnTo>
                <a:lnTo>
                  <a:pt x="100" y="0"/>
                </a:lnTo>
                <a:lnTo>
                  <a:pt x="49" y="5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>
            <a:off x="11710800" y="5524200"/>
            <a:ext cx="36000" cy="18360"/>
          </a:xfrm>
          <a:custGeom>
            <a:avLst/>
            <a:gdLst/>
            <a:ahLst/>
            <a:rect l="0" t="0" r="r" b="b"/>
            <a:pathLst>
              <a:path w="100" h="51">
                <a:moveTo>
                  <a:pt x="50" y="51"/>
                </a:moveTo>
                <a:lnTo>
                  <a:pt x="0" y="0"/>
                </a:lnTo>
                <a:lnTo>
                  <a:pt x="100" y="0"/>
                </a:lnTo>
                <a:lnTo>
                  <a:pt x="50" y="5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/>
          <p:nvPr/>
        </p:nvSpPr>
        <p:spPr>
          <a:xfrm>
            <a:off x="10858320" y="5524200"/>
            <a:ext cx="295560" cy="295920"/>
          </a:xfrm>
          <a:custGeom>
            <a:avLst/>
            <a:gdLst/>
            <a:ahLst/>
            <a:rect l="0" t="0" r="r" b="b"/>
            <a:pathLst>
              <a:path w="821" h="822">
                <a:moveTo>
                  <a:pt x="0" y="0"/>
                </a:moveTo>
                <a:lnTo>
                  <a:pt x="821" y="0"/>
                </a:lnTo>
                <a:lnTo>
                  <a:pt x="0" y="82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/>
          <p:nvPr/>
        </p:nvSpPr>
        <p:spPr>
          <a:xfrm>
            <a:off x="11703960" y="6269400"/>
            <a:ext cx="226080" cy="296280"/>
          </a:xfrm>
          <a:custGeom>
            <a:avLst/>
            <a:gdLst/>
            <a:ahLst/>
            <a:rect l="0" t="0" r="r" b="b"/>
            <a:pathLst>
              <a:path w="628" h="823">
                <a:moveTo>
                  <a:pt x="0" y="0"/>
                </a:moveTo>
                <a:lnTo>
                  <a:pt x="628" y="0"/>
                </a:lnTo>
                <a:lnTo>
                  <a:pt x="628" y="823"/>
                </a:lnTo>
                <a:lnTo>
                  <a:pt x="0" y="823"/>
                </a:lnTo>
                <a:lnTo>
                  <a:pt x="0" y="0"/>
                </a:lnTo>
                <a:close/>
              </a:path>
            </a:pathLst>
          </a:custGeom>
          <a:solidFill>
            <a:srgbClr val="FDFC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 txBox="1"/>
          <p:nvPr/>
        </p:nvSpPr>
        <p:spPr>
          <a:xfrm>
            <a:off x="7931880" y="5632200"/>
            <a:ext cx="170460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Leader brief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11754360" y="624924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SegoeUI"/>
                <a:ea typeface="SegoeUI"/>
              </a:rPr>
              <a:t>5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 txBox="1"/>
          <p:nvPr/>
        </p:nvSpPr>
        <p:spPr>
          <a:xfrm>
            <a:off x="11754360" y="624924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202228"/>
                </a:solidFill>
                <a:effectLst/>
                <a:uFillTx/>
                <a:latin typeface="SegoeUI"/>
                <a:ea typeface="SegoeUI"/>
              </a:rPr>
              <a:t>5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0" y="0"/>
            <a:ext cx="12192120" cy="76320"/>
          </a:xfrm>
          <a:custGeom>
            <a:avLst/>
            <a:gdLst/>
            <a:ahLst/>
            <a:rect l="0" t="0" r="r" b="b"/>
            <a:pathLst>
              <a:path w="33867" h="212">
                <a:moveTo>
                  <a:pt x="0" y="0"/>
                </a:moveTo>
                <a:lnTo>
                  <a:pt x="33867" y="0"/>
                </a:lnTo>
                <a:lnTo>
                  <a:pt x="33867" y="212"/>
                </a:lnTo>
                <a:lnTo>
                  <a:pt x="0" y="212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/>
          <p:nvPr/>
        </p:nvSpPr>
        <p:spPr>
          <a:xfrm>
            <a:off x="495000" y="1276200"/>
            <a:ext cx="11201760" cy="28800"/>
          </a:xfrm>
          <a:custGeom>
            <a:avLst/>
            <a:gdLst/>
            <a:ahLst/>
            <a:rect l="0" t="0" r="r" b="b"/>
            <a:pathLst>
              <a:path w="31116" h="80">
                <a:moveTo>
                  <a:pt x="0" y="0"/>
                </a:moveTo>
                <a:lnTo>
                  <a:pt x="31116" y="0"/>
                </a:lnTo>
                <a:lnTo>
                  <a:pt x="31116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504720" y="1714320"/>
            <a:ext cx="1467000" cy="1419480"/>
          </a:xfrm>
          <a:custGeom>
            <a:avLst/>
            <a:gdLst/>
            <a:ahLst/>
            <a:rect l="0" t="0" r="r" b="b"/>
            <a:pathLst>
              <a:path w="4075" h="3943">
                <a:moveTo>
                  <a:pt x="0" y="3705"/>
                </a:moveTo>
                <a:lnTo>
                  <a:pt x="0" y="238"/>
                </a:lnTo>
                <a:cubicBezTo>
                  <a:pt x="0" y="222"/>
                  <a:pt x="1" y="207"/>
                  <a:pt x="4" y="192"/>
                </a:cubicBezTo>
                <a:cubicBezTo>
                  <a:pt x="7" y="176"/>
                  <a:pt x="12" y="161"/>
                  <a:pt x="18" y="147"/>
                </a:cubicBezTo>
                <a:cubicBezTo>
                  <a:pt x="24" y="133"/>
                  <a:pt x="31" y="119"/>
                  <a:pt x="40" y="106"/>
                </a:cubicBezTo>
                <a:cubicBezTo>
                  <a:pt x="49" y="93"/>
                  <a:pt x="58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1"/>
                  <a:pt x="132" y="24"/>
                  <a:pt x="147" y="18"/>
                </a:cubicBezTo>
                <a:cubicBezTo>
                  <a:pt x="161" y="12"/>
                  <a:pt x="176" y="8"/>
                  <a:pt x="191" y="5"/>
                </a:cubicBezTo>
                <a:cubicBezTo>
                  <a:pt x="207" y="2"/>
                  <a:pt x="222" y="0"/>
                  <a:pt x="238" y="0"/>
                </a:cubicBezTo>
                <a:lnTo>
                  <a:pt x="3837" y="0"/>
                </a:lnTo>
                <a:cubicBezTo>
                  <a:pt x="3853" y="0"/>
                  <a:pt x="3868" y="2"/>
                  <a:pt x="3884" y="5"/>
                </a:cubicBezTo>
                <a:cubicBezTo>
                  <a:pt x="3899" y="8"/>
                  <a:pt x="3914" y="12"/>
                  <a:pt x="3928" y="18"/>
                </a:cubicBezTo>
                <a:cubicBezTo>
                  <a:pt x="3943" y="24"/>
                  <a:pt x="3957" y="31"/>
                  <a:pt x="3970" y="40"/>
                </a:cubicBezTo>
                <a:cubicBezTo>
                  <a:pt x="3983" y="49"/>
                  <a:pt x="3995" y="59"/>
                  <a:pt x="4006" y="70"/>
                </a:cubicBezTo>
                <a:cubicBezTo>
                  <a:pt x="4017" y="81"/>
                  <a:pt x="4027" y="93"/>
                  <a:pt x="4035" y="106"/>
                </a:cubicBezTo>
                <a:cubicBezTo>
                  <a:pt x="4044" y="119"/>
                  <a:pt x="4051" y="133"/>
                  <a:pt x="4057" y="147"/>
                </a:cubicBezTo>
                <a:cubicBezTo>
                  <a:pt x="4063" y="161"/>
                  <a:pt x="4068" y="176"/>
                  <a:pt x="4071" y="192"/>
                </a:cubicBezTo>
                <a:cubicBezTo>
                  <a:pt x="4074" y="207"/>
                  <a:pt x="4075" y="222"/>
                  <a:pt x="4075" y="238"/>
                </a:cubicBezTo>
                <a:lnTo>
                  <a:pt x="4075" y="3705"/>
                </a:lnTo>
                <a:cubicBezTo>
                  <a:pt x="4075" y="3721"/>
                  <a:pt x="4074" y="3736"/>
                  <a:pt x="4071" y="3752"/>
                </a:cubicBezTo>
                <a:cubicBezTo>
                  <a:pt x="4068" y="3767"/>
                  <a:pt x="4063" y="3782"/>
                  <a:pt x="4057" y="3796"/>
                </a:cubicBezTo>
                <a:cubicBezTo>
                  <a:pt x="4051" y="3811"/>
                  <a:pt x="4044" y="3824"/>
                  <a:pt x="4035" y="3837"/>
                </a:cubicBezTo>
                <a:cubicBezTo>
                  <a:pt x="4027" y="3850"/>
                  <a:pt x="4017" y="3862"/>
                  <a:pt x="4006" y="3874"/>
                </a:cubicBezTo>
                <a:cubicBezTo>
                  <a:pt x="3995" y="3885"/>
                  <a:pt x="3983" y="3894"/>
                  <a:pt x="3970" y="3903"/>
                </a:cubicBezTo>
                <a:cubicBezTo>
                  <a:pt x="3957" y="3912"/>
                  <a:pt x="3943" y="3919"/>
                  <a:pt x="3928" y="3925"/>
                </a:cubicBezTo>
                <a:cubicBezTo>
                  <a:pt x="3914" y="3931"/>
                  <a:pt x="3899" y="3936"/>
                  <a:pt x="3884" y="3939"/>
                </a:cubicBezTo>
                <a:cubicBezTo>
                  <a:pt x="3868" y="3942"/>
                  <a:pt x="3853" y="3943"/>
                  <a:pt x="3837" y="3943"/>
                </a:cubicBezTo>
                <a:lnTo>
                  <a:pt x="238" y="3943"/>
                </a:lnTo>
                <a:cubicBezTo>
                  <a:pt x="222" y="3943"/>
                  <a:pt x="207" y="3942"/>
                  <a:pt x="191" y="3939"/>
                </a:cubicBezTo>
                <a:cubicBezTo>
                  <a:pt x="176" y="3936"/>
                  <a:pt x="161" y="3931"/>
                  <a:pt x="147" y="3925"/>
                </a:cubicBezTo>
                <a:cubicBezTo>
                  <a:pt x="132" y="3919"/>
                  <a:pt x="119" y="3912"/>
                  <a:pt x="106" y="3903"/>
                </a:cubicBezTo>
                <a:cubicBezTo>
                  <a:pt x="93" y="3894"/>
                  <a:pt x="81" y="3885"/>
                  <a:pt x="70" y="3874"/>
                </a:cubicBezTo>
                <a:cubicBezTo>
                  <a:pt x="58" y="3862"/>
                  <a:pt x="49" y="3850"/>
                  <a:pt x="40" y="3837"/>
                </a:cubicBezTo>
                <a:cubicBezTo>
                  <a:pt x="31" y="3824"/>
                  <a:pt x="24" y="3811"/>
                  <a:pt x="18" y="3796"/>
                </a:cubicBezTo>
                <a:cubicBezTo>
                  <a:pt x="12" y="3782"/>
                  <a:pt x="7" y="3767"/>
                  <a:pt x="4" y="3752"/>
                </a:cubicBezTo>
                <a:cubicBezTo>
                  <a:pt x="1" y="3736"/>
                  <a:pt x="0" y="3721"/>
                  <a:pt x="0" y="3705"/>
                </a:cubicBezTo>
                <a:close/>
              </a:path>
            </a:pathLst>
          </a:custGeom>
          <a:solidFill>
            <a:srgbClr val="FFF7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504720" y="1714320"/>
            <a:ext cx="1467000" cy="1419480"/>
          </a:xfrm>
          <a:custGeom>
            <a:avLst/>
            <a:gdLst/>
            <a:ahLst/>
            <a:rect l="0" t="0" r="r" b="b"/>
            <a:pathLst>
              <a:path w="4075" h="3943">
                <a:moveTo>
                  <a:pt x="0" y="3705"/>
                </a:moveTo>
                <a:lnTo>
                  <a:pt x="0" y="238"/>
                </a:lnTo>
                <a:cubicBezTo>
                  <a:pt x="0" y="222"/>
                  <a:pt x="1" y="207"/>
                  <a:pt x="4" y="192"/>
                </a:cubicBezTo>
                <a:cubicBezTo>
                  <a:pt x="7" y="176"/>
                  <a:pt x="12" y="161"/>
                  <a:pt x="18" y="147"/>
                </a:cubicBezTo>
                <a:cubicBezTo>
                  <a:pt x="24" y="133"/>
                  <a:pt x="31" y="119"/>
                  <a:pt x="40" y="106"/>
                </a:cubicBezTo>
                <a:cubicBezTo>
                  <a:pt x="49" y="93"/>
                  <a:pt x="58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1"/>
                  <a:pt x="132" y="24"/>
                  <a:pt x="147" y="18"/>
                </a:cubicBezTo>
                <a:cubicBezTo>
                  <a:pt x="161" y="12"/>
                  <a:pt x="176" y="8"/>
                  <a:pt x="191" y="5"/>
                </a:cubicBezTo>
                <a:cubicBezTo>
                  <a:pt x="207" y="2"/>
                  <a:pt x="222" y="0"/>
                  <a:pt x="238" y="0"/>
                </a:cubicBezTo>
                <a:lnTo>
                  <a:pt x="3837" y="0"/>
                </a:lnTo>
                <a:cubicBezTo>
                  <a:pt x="3853" y="0"/>
                  <a:pt x="3868" y="2"/>
                  <a:pt x="3884" y="5"/>
                </a:cubicBezTo>
                <a:cubicBezTo>
                  <a:pt x="3899" y="8"/>
                  <a:pt x="3914" y="12"/>
                  <a:pt x="3928" y="18"/>
                </a:cubicBezTo>
                <a:cubicBezTo>
                  <a:pt x="3943" y="24"/>
                  <a:pt x="3957" y="31"/>
                  <a:pt x="3970" y="40"/>
                </a:cubicBezTo>
                <a:cubicBezTo>
                  <a:pt x="3983" y="49"/>
                  <a:pt x="3995" y="59"/>
                  <a:pt x="4006" y="70"/>
                </a:cubicBezTo>
                <a:cubicBezTo>
                  <a:pt x="4017" y="81"/>
                  <a:pt x="4027" y="93"/>
                  <a:pt x="4035" y="106"/>
                </a:cubicBezTo>
                <a:cubicBezTo>
                  <a:pt x="4044" y="119"/>
                  <a:pt x="4051" y="133"/>
                  <a:pt x="4057" y="147"/>
                </a:cubicBezTo>
                <a:cubicBezTo>
                  <a:pt x="4063" y="161"/>
                  <a:pt x="4068" y="176"/>
                  <a:pt x="4071" y="192"/>
                </a:cubicBezTo>
                <a:cubicBezTo>
                  <a:pt x="4074" y="207"/>
                  <a:pt x="4075" y="222"/>
                  <a:pt x="4075" y="238"/>
                </a:cubicBezTo>
                <a:lnTo>
                  <a:pt x="4075" y="3705"/>
                </a:lnTo>
                <a:cubicBezTo>
                  <a:pt x="4075" y="3721"/>
                  <a:pt x="4074" y="3736"/>
                  <a:pt x="4071" y="3752"/>
                </a:cubicBezTo>
                <a:cubicBezTo>
                  <a:pt x="4068" y="3767"/>
                  <a:pt x="4063" y="3782"/>
                  <a:pt x="4057" y="3796"/>
                </a:cubicBezTo>
                <a:cubicBezTo>
                  <a:pt x="4051" y="3811"/>
                  <a:pt x="4044" y="3824"/>
                  <a:pt x="4035" y="3837"/>
                </a:cubicBezTo>
                <a:cubicBezTo>
                  <a:pt x="4027" y="3850"/>
                  <a:pt x="4017" y="3862"/>
                  <a:pt x="4006" y="3874"/>
                </a:cubicBezTo>
                <a:cubicBezTo>
                  <a:pt x="3995" y="3885"/>
                  <a:pt x="3983" y="3894"/>
                  <a:pt x="3970" y="3903"/>
                </a:cubicBezTo>
                <a:cubicBezTo>
                  <a:pt x="3957" y="3912"/>
                  <a:pt x="3943" y="3919"/>
                  <a:pt x="3928" y="3925"/>
                </a:cubicBezTo>
                <a:cubicBezTo>
                  <a:pt x="3914" y="3931"/>
                  <a:pt x="3899" y="3936"/>
                  <a:pt x="3884" y="3939"/>
                </a:cubicBezTo>
                <a:cubicBezTo>
                  <a:pt x="3868" y="3942"/>
                  <a:pt x="3853" y="3943"/>
                  <a:pt x="3837" y="3943"/>
                </a:cubicBezTo>
                <a:lnTo>
                  <a:pt x="238" y="3943"/>
                </a:lnTo>
                <a:cubicBezTo>
                  <a:pt x="222" y="3943"/>
                  <a:pt x="207" y="3942"/>
                  <a:pt x="191" y="3939"/>
                </a:cubicBezTo>
                <a:cubicBezTo>
                  <a:pt x="176" y="3936"/>
                  <a:pt x="161" y="3931"/>
                  <a:pt x="147" y="3925"/>
                </a:cubicBezTo>
                <a:cubicBezTo>
                  <a:pt x="132" y="3919"/>
                  <a:pt x="119" y="3912"/>
                  <a:pt x="106" y="3903"/>
                </a:cubicBezTo>
                <a:cubicBezTo>
                  <a:pt x="93" y="3894"/>
                  <a:pt x="81" y="3885"/>
                  <a:pt x="70" y="3874"/>
                </a:cubicBezTo>
                <a:cubicBezTo>
                  <a:pt x="58" y="3862"/>
                  <a:pt x="49" y="3850"/>
                  <a:pt x="40" y="3837"/>
                </a:cubicBezTo>
                <a:cubicBezTo>
                  <a:pt x="31" y="3824"/>
                  <a:pt x="24" y="3811"/>
                  <a:pt x="18" y="3796"/>
                </a:cubicBezTo>
                <a:cubicBezTo>
                  <a:pt x="12" y="3782"/>
                  <a:pt x="7" y="3767"/>
                  <a:pt x="4" y="3752"/>
                </a:cubicBezTo>
                <a:cubicBezTo>
                  <a:pt x="1" y="3736"/>
                  <a:pt x="0" y="3721"/>
                  <a:pt x="0" y="3705"/>
                </a:cubicBezTo>
                <a:close/>
              </a:path>
            </a:pathLst>
          </a:custGeom>
          <a:noFill/>
          <a:ln w="18720">
            <a:solidFill>
              <a:srgbClr val="FF9933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 txBox="1"/>
          <p:nvPr/>
        </p:nvSpPr>
        <p:spPr>
          <a:xfrm>
            <a:off x="1050120" y="440640"/>
            <a:ext cx="9184320" cy="76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50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GrievanceOS — Filing a Complaint</a:t>
            </a:r>
            <a:endParaRPr lang="en-IN" sz="4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 txBox="1"/>
          <p:nvPr/>
        </p:nvSpPr>
        <p:spPr>
          <a:xfrm>
            <a:off x="682200" y="1803240"/>
            <a:ext cx="144540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4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C i t i z e n</a:t>
            </a:r>
            <a:endParaRPr lang="en-IN" sz="2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 txBox="1"/>
          <p:nvPr/>
        </p:nvSpPr>
        <p:spPr>
          <a:xfrm>
            <a:off x="690120" y="2222640"/>
            <a:ext cx="96804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4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submit</a:t>
            </a:r>
            <a:endParaRPr lang="en-IN" sz="2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 txBox="1"/>
          <p:nvPr/>
        </p:nvSpPr>
        <p:spPr>
          <a:xfrm>
            <a:off x="1162080" y="2631960"/>
            <a:ext cx="29664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4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s</a:t>
            </a:r>
            <a:endParaRPr lang="en-IN" sz="2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/>
          <p:nvPr/>
        </p:nvSpPr>
        <p:spPr>
          <a:xfrm>
            <a:off x="2562120" y="1714320"/>
            <a:ext cx="1953000" cy="1419480"/>
          </a:xfrm>
          <a:custGeom>
            <a:avLst/>
            <a:gdLst/>
            <a:ahLst/>
            <a:rect l="0" t="0" r="r" b="b"/>
            <a:pathLst>
              <a:path w="5425" h="3943">
                <a:moveTo>
                  <a:pt x="0" y="3705"/>
                </a:moveTo>
                <a:lnTo>
                  <a:pt x="0" y="238"/>
                </a:lnTo>
                <a:cubicBezTo>
                  <a:pt x="0" y="222"/>
                  <a:pt x="1" y="207"/>
                  <a:pt x="4" y="192"/>
                </a:cubicBezTo>
                <a:cubicBezTo>
                  <a:pt x="7" y="176"/>
                  <a:pt x="12" y="161"/>
                  <a:pt x="18" y="147"/>
                </a:cubicBezTo>
                <a:cubicBezTo>
                  <a:pt x="24" y="133"/>
                  <a:pt x="31" y="119"/>
                  <a:pt x="40" y="106"/>
                </a:cubicBezTo>
                <a:cubicBezTo>
                  <a:pt x="49" y="93"/>
                  <a:pt x="58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1"/>
                  <a:pt x="132" y="24"/>
                  <a:pt x="147" y="18"/>
                </a:cubicBezTo>
                <a:cubicBezTo>
                  <a:pt x="161" y="12"/>
                  <a:pt x="176" y="8"/>
                  <a:pt x="191" y="5"/>
                </a:cubicBezTo>
                <a:cubicBezTo>
                  <a:pt x="207" y="2"/>
                  <a:pt x="222" y="0"/>
                  <a:pt x="238" y="0"/>
                </a:cubicBezTo>
                <a:lnTo>
                  <a:pt x="5187" y="0"/>
                </a:lnTo>
                <a:cubicBezTo>
                  <a:pt x="5202" y="0"/>
                  <a:pt x="5218" y="2"/>
                  <a:pt x="5233" y="5"/>
                </a:cubicBezTo>
                <a:cubicBezTo>
                  <a:pt x="5248" y="8"/>
                  <a:pt x="5263" y="12"/>
                  <a:pt x="5278" y="18"/>
                </a:cubicBezTo>
                <a:cubicBezTo>
                  <a:pt x="5292" y="24"/>
                  <a:pt x="5306" y="31"/>
                  <a:pt x="5319" y="40"/>
                </a:cubicBezTo>
                <a:cubicBezTo>
                  <a:pt x="5332" y="49"/>
                  <a:pt x="5344" y="59"/>
                  <a:pt x="5355" y="70"/>
                </a:cubicBezTo>
                <a:cubicBezTo>
                  <a:pt x="5366" y="81"/>
                  <a:pt x="5376" y="93"/>
                  <a:pt x="5385" y="106"/>
                </a:cubicBezTo>
                <a:cubicBezTo>
                  <a:pt x="5393" y="119"/>
                  <a:pt x="5401" y="133"/>
                  <a:pt x="5407" y="147"/>
                </a:cubicBezTo>
                <a:cubicBezTo>
                  <a:pt x="5413" y="161"/>
                  <a:pt x="5417" y="176"/>
                  <a:pt x="5420" y="192"/>
                </a:cubicBezTo>
                <a:cubicBezTo>
                  <a:pt x="5423" y="207"/>
                  <a:pt x="5425" y="222"/>
                  <a:pt x="5425" y="238"/>
                </a:cubicBezTo>
                <a:lnTo>
                  <a:pt x="5425" y="3705"/>
                </a:lnTo>
                <a:cubicBezTo>
                  <a:pt x="5425" y="3721"/>
                  <a:pt x="5423" y="3736"/>
                  <a:pt x="5420" y="3752"/>
                </a:cubicBezTo>
                <a:cubicBezTo>
                  <a:pt x="5417" y="3767"/>
                  <a:pt x="5413" y="3782"/>
                  <a:pt x="5407" y="3796"/>
                </a:cubicBezTo>
                <a:cubicBezTo>
                  <a:pt x="5401" y="3811"/>
                  <a:pt x="5393" y="3824"/>
                  <a:pt x="5385" y="3837"/>
                </a:cubicBezTo>
                <a:cubicBezTo>
                  <a:pt x="5376" y="3850"/>
                  <a:pt x="5366" y="3862"/>
                  <a:pt x="5355" y="3874"/>
                </a:cubicBezTo>
                <a:cubicBezTo>
                  <a:pt x="5344" y="3885"/>
                  <a:pt x="5332" y="3894"/>
                  <a:pt x="5319" y="3903"/>
                </a:cubicBezTo>
                <a:cubicBezTo>
                  <a:pt x="5306" y="3912"/>
                  <a:pt x="5292" y="3919"/>
                  <a:pt x="5278" y="3925"/>
                </a:cubicBezTo>
                <a:cubicBezTo>
                  <a:pt x="5263" y="3931"/>
                  <a:pt x="5248" y="3936"/>
                  <a:pt x="5233" y="3939"/>
                </a:cubicBezTo>
                <a:cubicBezTo>
                  <a:pt x="5218" y="3942"/>
                  <a:pt x="5202" y="3943"/>
                  <a:pt x="5187" y="3943"/>
                </a:cubicBezTo>
                <a:lnTo>
                  <a:pt x="238" y="3943"/>
                </a:lnTo>
                <a:cubicBezTo>
                  <a:pt x="222" y="3943"/>
                  <a:pt x="207" y="3942"/>
                  <a:pt x="191" y="3939"/>
                </a:cubicBezTo>
                <a:cubicBezTo>
                  <a:pt x="176" y="3936"/>
                  <a:pt x="161" y="3931"/>
                  <a:pt x="147" y="3925"/>
                </a:cubicBezTo>
                <a:cubicBezTo>
                  <a:pt x="132" y="3919"/>
                  <a:pt x="119" y="3912"/>
                  <a:pt x="106" y="3903"/>
                </a:cubicBezTo>
                <a:cubicBezTo>
                  <a:pt x="93" y="3894"/>
                  <a:pt x="81" y="3885"/>
                  <a:pt x="70" y="3874"/>
                </a:cubicBezTo>
                <a:cubicBezTo>
                  <a:pt x="58" y="3862"/>
                  <a:pt x="49" y="3850"/>
                  <a:pt x="40" y="3837"/>
                </a:cubicBezTo>
                <a:cubicBezTo>
                  <a:pt x="31" y="3824"/>
                  <a:pt x="24" y="3811"/>
                  <a:pt x="18" y="3796"/>
                </a:cubicBezTo>
                <a:cubicBezTo>
                  <a:pt x="12" y="3782"/>
                  <a:pt x="7" y="3767"/>
                  <a:pt x="4" y="3752"/>
                </a:cubicBezTo>
                <a:cubicBezTo>
                  <a:pt x="1" y="3736"/>
                  <a:pt x="0" y="3721"/>
                  <a:pt x="0" y="3705"/>
                </a:cubicBezTo>
                <a:close/>
              </a:path>
            </a:pathLst>
          </a:custGeom>
          <a:solidFill>
            <a:srgbClr val="EEF0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2562120" y="1714320"/>
            <a:ext cx="1953000" cy="1419480"/>
          </a:xfrm>
          <a:custGeom>
            <a:avLst/>
            <a:gdLst/>
            <a:ahLst/>
            <a:rect l="0" t="0" r="r" b="b"/>
            <a:pathLst>
              <a:path w="5425" h="3943">
                <a:moveTo>
                  <a:pt x="0" y="3705"/>
                </a:moveTo>
                <a:lnTo>
                  <a:pt x="0" y="238"/>
                </a:lnTo>
                <a:cubicBezTo>
                  <a:pt x="0" y="222"/>
                  <a:pt x="1" y="207"/>
                  <a:pt x="4" y="192"/>
                </a:cubicBezTo>
                <a:cubicBezTo>
                  <a:pt x="7" y="176"/>
                  <a:pt x="12" y="161"/>
                  <a:pt x="18" y="147"/>
                </a:cubicBezTo>
                <a:cubicBezTo>
                  <a:pt x="24" y="133"/>
                  <a:pt x="31" y="119"/>
                  <a:pt x="40" y="106"/>
                </a:cubicBezTo>
                <a:cubicBezTo>
                  <a:pt x="49" y="93"/>
                  <a:pt x="58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1"/>
                  <a:pt x="132" y="24"/>
                  <a:pt x="147" y="18"/>
                </a:cubicBezTo>
                <a:cubicBezTo>
                  <a:pt x="161" y="12"/>
                  <a:pt x="176" y="8"/>
                  <a:pt x="191" y="5"/>
                </a:cubicBezTo>
                <a:cubicBezTo>
                  <a:pt x="207" y="2"/>
                  <a:pt x="222" y="0"/>
                  <a:pt x="238" y="0"/>
                </a:cubicBezTo>
                <a:lnTo>
                  <a:pt x="5187" y="0"/>
                </a:lnTo>
                <a:cubicBezTo>
                  <a:pt x="5202" y="0"/>
                  <a:pt x="5218" y="2"/>
                  <a:pt x="5233" y="5"/>
                </a:cubicBezTo>
                <a:cubicBezTo>
                  <a:pt x="5248" y="8"/>
                  <a:pt x="5263" y="12"/>
                  <a:pt x="5278" y="18"/>
                </a:cubicBezTo>
                <a:cubicBezTo>
                  <a:pt x="5292" y="24"/>
                  <a:pt x="5306" y="31"/>
                  <a:pt x="5319" y="40"/>
                </a:cubicBezTo>
                <a:cubicBezTo>
                  <a:pt x="5332" y="49"/>
                  <a:pt x="5344" y="59"/>
                  <a:pt x="5355" y="70"/>
                </a:cubicBezTo>
                <a:cubicBezTo>
                  <a:pt x="5366" y="81"/>
                  <a:pt x="5376" y="93"/>
                  <a:pt x="5385" y="106"/>
                </a:cubicBezTo>
                <a:cubicBezTo>
                  <a:pt x="5393" y="119"/>
                  <a:pt x="5401" y="133"/>
                  <a:pt x="5407" y="147"/>
                </a:cubicBezTo>
                <a:cubicBezTo>
                  <a:pt x="5413" y="161"/>
                  <a:pt x="5417" y="176"/>
                  <a:pt x="5420" y="192"/>
                </a:cubicBezTo>
                <a:cubicBezTo>
                  <a:pt x="5423" y="207"/>
                  <a:pt x="5425" y="222"/>
                  <a:pt x="5425" y="238"/>
                </a:cubicBezTo>
                <a:lnTo>
                  <a:pt x="5425" y="3705"/>
                </a:lnTo>
                <a:cubicBezTo>
                  <a:pt x="5425" y="3721"/>
                  <a:pt x="5423" y="3736"/>
                  <a:pt x="5420" y="3752"/>
                </a:cubicBezTo>
                <a:cubicBezTo>
                  <a:pt x="5417" y="3767"/>
                  <a:pt x="5413" y="3782"/>
                  <a:pt x="5407" y="3796"/>
                </a:cubicBezTo>
                <a:cubicBezTo>
                  <a:pt x="5401" y="3811"/>
                  <a:pt x="5393" y="3824"/>
                  <a:pt x="5385" y="3837"/>
                </a:cubicBezTo>
                <a:cubicBezTo>
                  <a:pt x="5376" y="3850"/>
                  <a:pt x="5366" y="3862"/>
                  <a:pt x="5355" y="3874"/>
                </a:cubicBezTo>
                <a:cubicBezTo>
                  <a:pt x="5344" y="3885"/>
                  <a:pt x="5332" y="3894"/>
                  <a:pt x="5319" y="3903"/>
                </a:cubicBezTo>
                <a:cubicBezTo>
                  <a:pt x="5306" y="3912"/>
                  <a:pt x="5292" y="3919"/>
                  <a:pt x="5278" y="3925"/>
                </a:cubicBezTo>
                <a:cubicBezTo>
                  <a:pt x="5263" y="3931"/>
                  <a:pt x="5248" y="3936"/>
                  <a:pt x="5233" y="3939"/>
                </a:cubicBezTo>
                <a:cubicBezTo>
                  <a:pt x="5218" y="3942"/>
                  <a:pt x="5202" y="3943"/>
                  <a:pt x="5187" y="3943"/>
                </a:cubicBezTo>
                <a:lnTo>
                  <a:pt x="238" y="3943"/>
                </a:lnTo>
                <a:cubicBezTo>
                  <a:pt x="222" y="3943"/>
                  <a:pt x="207" y="3942"/>
                  <a:pt x="191" y="3939"/>
                </a:cubicBezTo>
                <a:cubicBezTo>
                  <a:pt x="176" y="3936"/>
                  <a:pt x="161" y="3931"/>
                  <a:pt x="147" y="3925"/>
                </a:cubicBezTo>
                <a:cubicBezTo>
                  <a:pt x="132" y="3919"/>
                  <a:pt x="119" y="3912"/>
                  <a:pt x="106" y="3903"/>
                </a:cubicBezTo>
                <a:cubicBezTo>
                  <a:pt x="93" y="3894"/>
                  <a:pt x="81" y="3885"/>
                  <a:pt x="70" y="3874"/>
                </a:cubicBezTo>
                <a:cubicBezTo>
                  <a:pt x="58" y="3862"/>
                  <a:pt x="49" y="3850"/>
                  <a:pt x="40" y="3837"/>
                </a:cubicBezTo>
                <a:cubicBezTo>
                  <a:pt x="31" y="3824"/>
                  <a:pt x="24" y="3811"/>
                  <a:pt x="18" y="3796"/>
                </a:cubicBezTo>
                <a:cubicBezTo>
                  <a:pt x="12" y="3782"/>
                  <a:pt x="7" y="3767"/>
                  <a:pt x="4" y="3752"/>
                </a:cubicBezTo>
                <a:cubicBezTo>
                  <a:pt x="1" y="3736"/>
                  <a:pt x="0" y="3721"/>
                  <a:pt x="0" y="3705"/>
                </a:cubicBezTo>
                <a:close/>
              </a:path>
            </a:pathLst>
          </a:custGeom>
          <a:noFill/>
          <a:ln w="18720">
            <a:solidFill>
              <a:srgbClr val="00008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 txBox="1"/>
          <p:nvPr/>
        </p:nvSpPr>
        <p:spPr>
          <a:xfrm>
            <a:off x="2042640" y="2085120"/>
            <a:ext cx="495000" cy="660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3900" b="1" u="none" strike="noStrike">
                <a:solidFill>
                  <a:srgbClr val="6C63FF"/>
                </a:solidFill>
                <a:effectLst/>
                <a:uFillTx/>
                <a:latin typeface="SegoeUI"/>
                <a:ea typeface="SegoeUI"/>
              </a:rPr>
              <a:t>→</a:t>
            </a:r>
            <a:endParaRPr lang="en-IN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 txBox="1"/>
          <p:nvPr/>
        </p:nvSpPr>
        <p:spPr>
          <a:xfrm>
            <a:off x="2810160" y="1803240"/>
            <a:ext cx="177624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4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Tr a n s l a te</a:t>
            </a:r>
            <a:endParaRPr lang="en-IN" sz="2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 txBox="1"/>
          <p:nvPr/>
        </p:nvSpPr>
        <p:spPr>
          <a:xfrm>
            <a:off x="2995920" y="2222640"/>
            <a:ext cx="94824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4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(any ↔</a:t>
            </a:r>
            <a:endParaRPr lang="en-IN" sz="2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 txBox="1"/>
          <p:nvPr/>
        </p:nvSpPr>
        <p:spPr>
          <a:xfrm>
            <a:off x="3256920" y="2631960"/>
            <a:ext cx="50328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4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EN)</a:t>
            </a:r>
            <a:endParaRPr lang="en-IN" sz="2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/>
          <p:nvPr/>
        </p:nvSpPr>
        <p:spPr>
          <a:xfrm>
            <a:off x="5105160" y="1714320"/>
            <a:ext cx="1657800" cy="1419480"/>
          </a:xfrm>
          <a:custGeom>
            <a:avLst/>
            <a:gdLst/>
            <a:ahLst/>
            <a:rect l="0" t="0" r="r" b="b"/>
            <a:pathLst>
              <a:path w="4605" h="3943">
                <a:moveTo>
                  <a:pt x="0" y="3705"/>
                </a:moveTo>
                <a:lnTo>
                  <a:pt x="0" y="238"/>
                </a:lnTo>
                <a:cubicBezTo>
                  <a:pt x="0" y="222"/>
                  <a:pt x="2" y="207"/>
                  <a:pt x="5" y="192"/>
                </a:cubicBezTo>
                <a:cubicBezTo>
                  <a:pt x="8" y="176"/>
                  <a:pt x="12" y="161"/>
                  <a:pt x="18" y="147"/>
                </a:cubicBezTo>
                <a:cubicBezTo>
                  <a:pt x="24" y="133"/>
                  <a:pt x="32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1"/>
                  <a:pt x="133" y="24"/>
                  <a:pt x="147" y="18"/>
                </a:cubicBezTo>
                <a:cubicBezTo>
                  <a:pt x="162" y="12"/>
                  <a:pt x="176" y="8"/>
                  <a:pt x="192" y="5"/>
                </a:cubicBezTo>
                <a:cubicBezTo>
                  <a:pt x="207" y="2"/>
                  <a:pt x="223" y="0"/>
                  <a:pt x="238" y="0"/>
                </a:cubicBezTo>
                <a:lnTo>
                  <a:pt x="4367" y="0"/>
                </a:lnTo>
                <a:cubicBezTo>
                  <a:pt x="4382" y="0"/>
                  <a:pt x="4398" y="2"/>
                  <a:pt x="4413" y="5"/>
                </a:cubicBezTo>
                <a:cubicBezTo>
                  <a:pt x="4429" y="8"/>
                  <a:pt x="4443" y="12"/>
                  <a:pt x="4458" y="18"/>
                </a:cubicBezTo>
                <a:cubicBezTo>
                  <a:pt x="4472" y="24"/>
                  <a:pt x="4486" y="31"/>
                  <a:pt x="4499" y="40"/>
                </a:cubicBezTo>
                <a:cubicBezTo>
                  <a:pt x="4512" y="49"/>
                  <a:pt x="4524" y="59"/>
                  <a:pt x="4535" y="70"/>
                </a:cubicBezTo>
                <a:cubicBezTo>
                  <a:pt x="4546" y="81"/>
                  <a:pt x="4556" y="93"/>
                  <a:pt x="4565" y="106"/>
                </a:cubicBezTo>
                <a:cubicBezTo>
                  <a:pt x="4573" y="119"/>
                  <a:pt x="4581" y="133"/>
                  <a:pt x="4587" y="147"/>
                </a:cubicBezTo>
                <a:cubicBezTo>
                  <a:pt x="4593" y="161"/>
                  <a:pt x="4597" y="176"/>
                  <a:pt x="4600" y="192"/>
                </a:cubicBezTo>
                <a:cubicBezTo>
                  <a:pt x="4603" y="207"/>
                  <a:pt x="4605" y="222"/>
                  <a:pt x="4605" y="238"/>
                </a:cubicBezTo>
                <a:lnTo>
                  <a:pt x="4605" y="3705"/>
                </a:lnTo>
                <a:cubicBezTo>
                  <a:pt x="4605" y="3721"/>
                  <a:pt x="4603" y="3736"/>
                  <a:pt x="4600" y="3752"/>
                </a:cubicBezTo>
                <a:cubicBezTo>
                  <a:pt x="4597" y="3767"/>
                  <a:pt x="4593" y="3782"/>
                  <a:pt x="4587" y="3796"/>
                </a:cubicBezTo>
                <a:cubicBezTo>
                  <a:pt x="4581" y="3811"/>
                  <a:pt x="4573" y="3824"/>
                  <a:pt x="4565" y="3837"/>
                </a:cubicBezTo>
                <a:cubicBezTo>
                  <a:pt x="4556" y="3850"/>
                  <a:pt x="4546" y="3862"/>
                  <a:pt x="4535" y="3874"/>
                </a:cubicBezTo>
                <a:cubicBezTo>
                  <a:pt x="4524" y="3885"/>
                  <a:pt x="4512" y="3894"/>
                  <a:pt x="4499" y="3903"/>
                </a:cubicBezTo>
                <a:cubicBezTo>
                  <a:pt x="4486" y="3912"/>
                  <a:pt x="4472" y="3919"/>
                  <a:pt x="4458" y="3925"/>
                </a:cubicBezTo>
                <a:cubicBezTo>
                  <a:pt x="4443" y="3931"/>
                  <a:pt x="4429" y="3936"/>
                  <a:pt x="4413" y="3939"/>
                </a:cubicBezTo>
                <a:cubicBezTo>
                  <a:pt x="4398" y="3942"/>
                  <a:pt x="4382" y="3943"/>
                  <a:pt x="4367" y="3943"/>
                </a:cubicBezTo>
                <a:lnTo>
                  <a:pt x="238" y="3943"/>
                </a:lnTo>
                <a:cubicBezTo>
                  <a:pt x="223" y="3943"/>
                  <a:pt x="207" y="3942"/>
                  <a:pt x="192" y="3939"/>
                </a:cubicBezTo>
                <a:cubicBezTo>
                  <a:pt x="176" y="3936"/>
                  <a:pt x="162" y="3931"/>
                  <a:pt x="147" y="3925"/>
                </a:cubicBezTo>
                <a:cubicBezTo>
                  <a:pt x="133" y="3919"/>
                  <a:pt x="119" y="3912"/>
                  <a:pt x="106" y="3903"/>
                </a:cubicBezTo>
                <a:cubicBezTo>
                  <a:pt x="93" y="3894"/>
                  <a:pt x="81" y="3885"/>
                  <a:pt x="70" y="3874"/>
                </a:cubicBezTo>
                <a:cubicBezTo>
                  <a:pt x="59" y="3862"/>
                  <a:pt x="49" y="3850"/>
                  <a:pt x="40" y="3837"/>
                </a:cubicBezTo>
                <a:cubicBezTo>
                  <a:pt x="32" y="3824"/>
                  <a:pt x="24" y="3811"/>
                  <a:pt x="18" y="3796"/>
                </a:cubicBezTo>
                <a:cubicBezTo>
                  <a:pt x="12" y="3782"/>
                  <a:pt x="8" y="3767"/>
                  <a:pt x="5" y="3752"/>
                </a:cubicBezTo>
                <a:cubicBezTo>
                  <a:pt x="2" y="3736"/>
                  <a:pt x="0" y="3721"/>
                  <a:pt x="0" y="3705"/>
                </a:cubicBezTo>
                <a:close/>
              </a:path>
            </a:pathLst>
          </a:custGeom>
          <a:solidFill>
            <a:srgbClr val="ECF9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5105160" y="1714320"/>
            <a:ext cx="1657800" cy="1419480"/>
          </a:xfrm>
          <a:custGeom>
            <a:avLst/>
            <a:gdLst/>
            <a:ahLst/>
            <a:rect l="0" t="0" r="r" b="b"/>
            <a:pathLst>
              <a:path w="4605" h="3943">
                <a:moveTo>
                  <a:pt x="0" y="3705"/>
                </a:moveTo>
                <a:lnTo>
                  <a:pt x="0" y="238"/>
                </a:lnTo>
                <a:cubicBezTo>
                  <a:pt x="0" y="222"/>
                  <a:pt x="2" y="207"/>
                  <a:pt x="5" y="192"/>
                </a:cubicBezTo>
                <a:cubicBezTo>
                  <a:pt x="8" y="176"/>
                  <a:pt x="12" y="161"/>
                  <a:pt x="18" y="147"/>
                </a:cubicBezTo>
                <a:cubicBezTo>
                  <a:pt x="24" y="133"/>
                  <a:pt x="32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1"/>
                  <a:pt x="133" y="24"/>
                  <a:pt x="147" y="18"/>
                </a:cubicBezTo>
                <a:cubicBezTo>
                  <a:pt x="162" y="12"/>
                  <a:pt x="176" y="8"/>
                  <a:pt x="192" y="5"/>
                </a:cubicBezTo>
                <a:cubicBezTo>
                  <a:pt x="207" y="2"/>
                  <a:pt x="223" y="0"/>
                  <a:pt x="238" y="0"/>
                </a:cubicBezTo>
                <a:lnTo>
                  <a:pt x="4367" y="0"/>
                </a:lnTo>
                <a:cubicBezTo>
                  <a:pt x="4382" y="0"/>
                  <a:pt x="4398" y="2"/>
                  <a:pt x="4413" y="5"/>
                </a:cubicBezTo>
                <a:cubicBezTo>
                  <a:pt x="4429" y="8"/>
                  <a:pt x="4443" y="12"/>
                  <a:pt x="4458" y="18"/>
                </a:cubicBezTo>
                <a:cubicBezTo>
                  <a:pt x="4472" y="24"/>
                  <a:pt x="4486" y="31"/>
                  <a:pt x="4499" y="40"/>
                </a:cubicBezTo>
                <a:cubicBezTo>
                  <a:pt x="4512" y="49"/>
                  <a:pt x="4524" y="59"/>
                  <a:pt x="4535" y="70"/>
                </a:cubicBezTo>
                <a:cubicBezTo>
                  <a:pt x="4546" y="81"/>
                  <a:pt x="4556" y="93"/>
                  <a:pt x="4565" y="106"/>
                </a:cubicBezTo>
                <a:cubicBezTo>
                  <a:pt x="4573" y="119"/>
                  <a:pt x="4581" y="133"/>
                  <a:pt x="4587" y="147"/>
                </a:cubicBezTo>
                <a:cubicBezTo>
                  <a:pt x="4593" y="161"/>
                  <a:pt x="4597" y="176"/>
                  <a:pt x="4600" y="192"/>
                </a:cubicBezTo>
                <a:cubicBezTo>
                  <a:pt x="4603" y="207"/>
                  <a:pt x="4605" y="222"/>
                  <a:pt x="4605" y="238"/>
                </a:cubicBezTo>
                <a:lnTo>
                  <a:pt x="4605" y="3705"/>
                </a:lnTo>
                <a:cubicBezTo>
                  <a:pt x="4605" y="3721"/>
                  <a:pt x="4603" y="3736"/>
                  <a:pt x="4600" y="3752"/>
                </a:cubicBezTo>
                <a:cubicBezTo>
                  <a:pt x="4597" y="3767"/>
                  <a:pt x="4593" y="3782"/>
                  <a:pt x="4587" y="3796"/>
                </a:cubicBezTo>
                <a:cubicBezTo>
                  <a:pt x="4581" y="3811"/>
                  <a:pt x="4573" y="3824"/>
                  <a:pt x="4565" y="3837"/>
                </a:cubicBezTo>
                <a:cubicBezTo>
                  <a:pt x="4556" y="3850"/>
                  <a:pt x="4546" y="3862"/>
                  <a:pt x="4535" y="3874"/>
                </a:cubicBezTo>
                <a:cubicBezTo>
                  <a:pt x="4524" y="3885"/>
                  <a:pt x="4512" y="3894"/>
                  <a:pt x="4499" y="3903"/>
                </a:cubicBezTo>
                <a:cubicBezTo>
                  <a:pt x="4486" y="3912"/>
                  <a:pt x="4472" y="3919"/>
                  <a:pt x="4458" y="3925"/>
                </a:cubicBezTo>
                <a:cubicBezTo>
                  <a:pt x="4443" y="3931"/>
                  <a:pt x="4429" y="3936"/>
                  <a:pt x="4413" y="3939"/>
                </a:cubicBezTo>
                <a:cubicBezTo>
                  <a:pt x="4398" y="3942"/>
                  <a:pt x="4382" y="3943"/>
                  <a:pt x="4367" y="3943"/>
                </a:cubicBezTo>
                <a:lnTo>
                  <a:pt x="238" y="3943"/>
                </a:lnTo>
                <a:cubicBezTo>
                  <a:pt x="223" y="3943"/>
                  <a:pt x="207" y="3942"/>
                  <a:pt x="192" y="3939"/>
                </a:cubicBezTo>
                <a:cubicBezTo>
                  <a:pt x="176" y="3936"/>
                  <a:pt x="162" y="3931"/>
                  <a:pt x="147" y="3925"/>
                </a:cubicBezTo>
                <a:cubicBezTo>
                  <a:pt x="133" y="3919"/>
                  <a:pt x="119" y="3912"/>
                  <a:pt x="106" y="3903"/>
                </a:cubicBezTo>
                <a:cubicBezTo>
                  <a:pt x="93" y="3894"/>
                  <a:pt x="81" y="3885"/>
                  <a:pt x="70" y="3874"/>
                </a:cubicBezTo>
                <a:cubicBezTo>
                  <a:pt x="59" y="3862"/>
                  <a:pt x="49" y="3850"/>
                  <a:pt x="40" y="3837"/>
                </a:cubicBezTo>
                <a:cubicBezTo>
                  <a:pt x="32" y="3824"/>
                  <a:pt x="24" y="3811"/>
                  <a:pt x="18" y="3796"/>
                </a:cubicBezTo>
                <a:cubicBezTo>
                  <a:pt x="12" y="3782"/>
                  <a:pt x="8" y="3767"/>
                  <a:pt x="5" y="3752"/>
                </a:cubicBezTo>
                <a:cubicBezTo>
                  <a:pt x="2" y="3736"/>
                  <a:pt x="0" y="3721"/>
                  <a:pt x="0" y="3705"/>
                </a:cubicBezTo>
                <a:close/>
              </a:path>
            </a:pathLst>
          </a:custGeom>
          <a:noFill/>
          <a:ln w="18720">
            <a:solidFill>
              <a:srgbClr val="138808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 txBox="1"/>
          <p:nvPr/>
        </p:nvSpPr>
        <p:spPr>
          <a:xfrm>
            <a:off x="4581360" y="2085120"/>
            <a:ext cx="495000" cy="660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3900" b="1" u="none" strike="noStrike">
                <a:solidFill>
                  <a:srgbClr val="6C63FF"/>
                </a:solidFill>
                <a:effectLst/>
                <a:uFillTx/>
                <a:latin typeface="SegoeUI"/>
                <a:ea typeface="SegoeUI"/>
              </a:rPr>
              <a:t>→</a:t>
            </a:r>
            <a:endParaRPr lang="en-IN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 txBox="1"/>
          <p:nvPr/>
        </p:nvSpPr>
        <p:spPr>
          <a:xfrm>
            <a:off x="5314680" y="1803240"/>
            <a:ext cx="108108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4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Groq AI</a:t>
            </a:r>
            <a:endParaRPr lang="en-IN" sz="2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 txBox="1"/>
          <p:nvPr/>
        </p:nvSpPr>
        <p:spPr>
          <a:xfrm>
            <a:off x="5283720" y="2222640"/>
            <a:ext cx="174852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4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c l a s s i f i e</a:t>
            </a:r>
            <a:endParaRPr lang="en-IN" sz="2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 txBox="1"/>
          <p:nvPr/>
        </p:nvSpPr>
        <p:spPr>
          <a:xfrm>
            <a:off x="5856120" y="2631960"/>
            <a:ext cx="29664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4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s</a:t>
            </a:r>
            <a:endParaRPr lang="en-IN" sz="2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7353000" y="1504800"/>
            <a:ext cx="2057760" cy="1838520"/>
          </a:xfrm>
          <a:custGeom>
            <a:avLst/>
            <a:gdLst/>
            <a:ahLst/>
            <a:rect l="0" t="0" r="r" b="b"/>
            <a:pathLst>
              <a:path w="5716" h="5107">
                <a:moveTo>
                  <a:pt x="0" y="4869"/>
                </a:moveTo>
                <a:lnTo>
                  <a:pt x="0" y="238"/>
                </a:lnTo>
                <a:cubicBezTo>
                  <a:pt x="0" y="222"/>
                  <a:pt x="2" y="207"/>
                  <a:pt x="5" y="192"/>
                </a:cubicBezTo>
                <a:cubicBezTo>
                  <a:pt x="8" y="176"/>
                  <a:pt x="12" y="161"/>
                  <a:pt x="18" y="147"/>
                </a:cubicBezTo>
                <a:cubicBezTo>
                  <a:pt x="24" y="132"/>
                  <a:pt x="32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1"/>
                  <a:pt x="133" y="24"/>
                  <a:pt x="147" y="18"/>
                </a:cubicBezTo>
                <a:cubicBezTo>
                  <a:pt x="162" y="12"/>
                  <a:pt x="177" y="8"/>
                  <a:pt x="192" y="4"/>
                </a:cubicBezTo>
                <a:cubicBezTo>
                  <a:pt x="207" y="1"/>
                  <a:pt x="223" y="0"/>
                  <a:pt x="238" y="0"/>
                </a:cubicBezTo>
                <a:lnTo>
                  <a:pt x="5478" y="0"/>
                </a:lnTo>
                <a:cubicBezTo>
                  <a:pt x="5494" y="0"/>
                  <a:pt x="5509" y="1"/>
                  <a:pt x="5525" y="4"/>
                </a:cubicBezTo>
                <a:cubicBezTo>
                  <a:pt x="5540" y="8"/>
                  <a:pt x="5555" y="12"/>
                  <a:pt x="5569" y="18"/>
                </a:cubicBezTo>
                <a:cubicBezTo>
                  <a:pt x="5584" y="24"/>
                  <a:pt x="5597" y="31"/>
                  <a:pt x="5610" y="40"/>
                </a:cubicBezTo>
                <a:cubicBezTo>
                  <a:pt x="5624" y="49"/>
                  <a:pt x="5636" y="59"/>
                  <a:pt x="5647" y="70"/>
                </a:cubicBezTo>
                <a:cubicBezTo>
                  <a:pt x="5658" y="81"/>
                  <a:pt x="5668" y="93"/>
                  <a:pt x="5676" y="106"/>
                </a:cubicBezTo>
                <a:cubicBezTo>
                  <a:pt x="5685" y="119"/>
                  <a:pt x="5692" y="132"/>
                  <a:pt x="5698" y="147"/>
                </a:cubicBezTo>
                <a:cubicBezTo>
                  <a:pt x="5704" y="161"/>
                  <a:pt x="5709" y="176"/>
                  <a:pt x="5712" y="192"/>
                </a:cubicBezTo>
                <a:cubicBezTo>
                  <a:pt x="5715" y="207"/>
                  <a:pt x="5716" y="222"/>
                  <a:pt x="5716" y="238"/>
                </a:cubicBezTo>
                <a:lnTo>
                  <a:pt x="5716" y="4869"/>
                </a:lnTo>
                <a:cubicBezTo>
                  <a:pt x="5716" y="4885"/>
                  <a:pt x="5715" y="4900"/>
                  <a:pt x="5712" y="4916"/>
                </a:cubicBezTo>
                <a:cubicBezTo>
                  <a:pt x="5709" y="4931"/>
                  <a:pt x="5704" y="4946"/>
                  <a:pt x="5698" y="4960"/>
                </a:cubicBezTo>
                <a:cubicBezTo>
                  <a:pt x="5692" y="4975"/>
                  <a:pt x="5685" y="4989"/>
                  <a:pt x="5676" y="5002"/>
                </a:cubicBezTo>
                <a:cubicBezTo>
                  <a:pt x="5668" y="5015"/>
                  <a:pt x="5658" y="5027"/>
                  <a:pt x="5647" y="5038"/>
                </a:cubicBezTo>
                <a:cubicBezTo>
                  <a:pt x="5636" y="5049"/>
                  <a:pt x="5624" y="5059"/>
                  <a:pt x="5611" y="5067"/>
                </a:cubicBezTo>
                <a:cubicBezTo>
                  <a:pt x="5597" y="5076"/>
                  <a:pt x="5584" y="5083"/>
                  <a:pt x="5569" y="5089"/>
                </a:cubicBezTo>
                <a:cubicBezTo>
                  <a:pt x="5555" y="5095"/>
                  <a:pt x="5540" y="5100"/>
                  <a:pt x="5525" y="5103"/>
                </a:cubicBezTo>
                <a:cubicBezTo>
                  <a:pt x="5509" y="5106"/>
                  <a:pt x="5494" y="5107"/>
                  <a:pt x="5478" y="5107"/>
                </a:cubicBezTo>
                <a:lnTo>
                  <a:pt x="238" y="5107"/>
                </a:lnTo>
                <a:cubicBezTo>
                  <a:pt x="223" y="5107"/>
                  <a:pt x="207" y="5106"/>
                  <a:pt x="192" y="5103"/>
                </a:cubicBezTo>
                <a:cubicBezTo>
                  <a:pt x="177" y="5100"/>
                  <a:pt x="162" y="5095"/>
                  <a:pt x="147" y="5089"/>
                </a:cubicBezTo>
                <a:cubicBezTo>
                  <a:pt x="133" y="5083"/>
                  <a:pt x="119" y="5076"/>
                  <a:pt x="106" y="5067"/>
                </a:cubicBezTo>
                <a:cubicBezTo>
                  <a:pt x="93" y="5059"/>
                  <a:pt x="81" y="5049"/>
                  <a:pt x="70" y="5038"/>
                </a:cubicBezTo>
                <a:cubicBezTo>
                  <a:pt x="59" y="5027"/>
                  <a:pt x="49" y="5015"/>
                  <a:pt x="40" y="5002"/>
                </a:cubicBezTo>
                <a:cubicBezTo>
                  <a:pt x="32" y="4989"/>
                  <a:pt x="24" y="4975"/>
                  <a:pt x="18" y="4960"/>
                </a:cubicBezTo>
                <a:cubicBezTo>
                  <a:pt x="12" y="4946"/>
                  <a:pt x="8" y="4931"/>
                  <a:pt x="5" y="4916"/>
                </a:cubicBezTo>
                <a:cubicBezTo>
                  <a:pt x="2" y="4900"/>
                  <a:pt x="0" y="4885"/>
                  <a:pt x="0" y="4869"/>
                </a:cubicBezTo>
                <a:close/>
              </a:path>
            </a:pathLst>
          </a:custGeom>
          <a:solidFill>
            <a:srgbClr val="EEF0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/>
          <p:nvPr/>
        </p:nvSpPr>
        <p:spPr>
          <a:xfrm>
            <a:off x="7353000" y="1504800"/>
            <a:ext cx="2057760" cy="1838520"/>
          </a:xfrm>
          <a:custGeom>
            <a:avLst/>
            <a:gdLst/>
            <a:ahLst/>
            <a:rect l="0" t="0" r="r" b="b"/>
            <a:pathLst>
              <a:path w="5716" h="5107">
                <a:moveTo>
                  <a:pt x="0" y="4869"/>
                </a:moveTo>
                <a:lnTo>
                  <a:pt x="0" y="238"/>
                </a:lnTo>
                <a:cubicBezTo>
                  <a:pt x="0" y="222"/>
                  <a:pt x="2" y="207"/>
                  <a:pt x="5" y="192"/>
                </a:cubicBezTo>
                <a:cubicBezTo>
                  <a:pt x="8" y="176"/>
                  <a:pt x="12" y="161"/>
                  <a:pt x="18" y="147"/>
                </a:cubicBezTo>
                <a:cubicBezTo>
                  <a:pt x="24" y="132"/>
                  <a:pt x="32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1"/>
                  <a:pt x="133" y="24"/>
                  <a:pt x="147" y="18"/>
                </a:cubicBezTo>
                <a:cubicBezTo>
                  <a:pt x="162" y="12"/>
                  <a:pt x="177" y="8"/>
                  <a:pt x="192" y="4"/>
                </a:cubicBezTo>
                <a:cubicBezTo>
                  <a:pt x="207" y="1"/>
                  <a:pt x="223" y="0"/>
                  <a:pt x="238" y="0"/>
                </a:cubicBezTo>
                <a:lnTo>
                  <a:pt x="5478" y="0"/>
                </a:lnTo>
                <a:cubicBezTo>
                  <a:pt x="5494" y="0"/>
                  <a:pt x="5509" y="1"/>
                  <a:pt x="5525" y="4"/>
                </a:cubicBezTo>
                <a:cubicBezTo>
                  <a:pt x="5540" y="8"/>
                  <a:pt x="5555" y="12"/>
                  <a:pt x="5569" y="18"/>
                </a:cubicBezTo>
                <a:cubicBezTo>
                  <a:pt x="5584" y="24"/>
                  <a:pt x="5597" y="31"/>
                  <a:pt x="5610" y="40"/>
                </a:cubicBezTo>
                <a:cubicBezTo>
                  <a:pt x="5624" y="49"/>
                  <a:pt x="5636" y="59"/>
                  <a:pt x="5647" y="70"/>
                </a:cubicBezTo>
                <a:cubicBezTo>
                  <a:pt x="5658" y="81"/>
                  <a:pt x="5668" y="93"/>
                  <a:pt x="5676" y="106"/>
                </a:cubicBezTo>
                <a:cubicBezTo>
                  <a:pt x="5685" y="119"/>
                  <a:pt x="5692" y="132"/>
                  <a:pt x="5698" y="147"/>
                </a:cubicBezTo>
                <a:cubicBezTo>
                  <a:pt x="5704" y="161"/>
                  <a:pt x="5709" y="176"/>
                  <a:pt x="5712" y="192"/>
                </a:cubicBezTo>
                <a:cubicBezTo>
                  <a:pt x="5715" y="207"/>
                  <a:pt x="5716" y="222"/>
                  <a:pt x="5716" y="238"/>
                </a:cubicBezTo>
                <a:lnTo>
                  <a:pt x="5716" y="4869"/>
                </a:lnTo>
                <a:cubicBezTo>
                  <a:pt x="5716" y="4885"/>
                  <a:pt x="5715" y="4900"/>
                  <a:pt x="5712" y="4916"/>
                </a:cubicBezTo>
                <a:cubicBezTo>
                  <a:pt x="5709" y="4931"/>
                  <a:pt x="5704" y="4946"/>
                  <a:pt x="5698" y="4960"/>
                </a:cubicBezTo>
                <a:cubicBezTo>
                  <a:pt x="5692" y="4975"/>
                  <a:pt x="5685" y="4989"/>
                  <a:pt x="5676" y="5002"/>
                </a:cubicBezTo>
                <a:cubicBezTo>
                  <a:pt x="5668" y="5015"/>
                  <a:pt x="5658" y="5027"/>
                  <a:pt x="5647" y="5038"/>
                </a:cubicBezTo>
                <a:cubicBezTo>
                  <a:pt x="5636" y="5049"/>
                  <a:pt x="5624" y="5059"/>
                  <a:pt x="5611" y="5067"/>
                </a:cubicBezTo>
                <a:cubicBezTo>
                  <a:pt x="5597" y="5076"/>
                  <a:pt x="5584" y="5083"/>
                  <a:pt x="5569" y="5089"/>
                </a:cubicBezTo>
                <a:cubicBezTo>
                  <a:pt x="5555" y="5095"/>
                  <a:pt x="5540" y="5100"/>
                  <a:pt x="5525" y="5103"/>
                </a:cubicBezTo>
                <a:cubicBezTo>
                  <a:pt x="5509" y="5106"/>
                  <a:pt x="5494" y="5107"/>
                  <a:pt x="5478" y="5107"/>
                </a:cubicBezTo>
                <a:lnTo>
                  <a:pt x="238" y="5107"/>
                </a:lnTo>
                <a:cubicBezTo>
                  <a:pt x="223" y="5107"/>
                  <a:pt x="207" y="5106"/>
                  <a:pt x="192" y="5103"/>
                </a:cubicBezTo>
                <a:cubicBezTo>
                  <a:pt x="177" y="5100"/>
                  <a:pt x="162" y="5095"/>
                  <a:pt x="147" y="5089"/>
                </a:cubicBezTo>
                <a:cubicBezTo>
                  <a:pt x="133" y="5083"/>
                  <a:pt x="119" y="5076"/>
                  <a:pt x="106" y="5067"/>
                </a:cubicBezTo>
                <a:cubicBezTo>
                  <a:pt x="93" y="5059"/>
                  <a:pt x="81" y="5049"/>
                  <a:pt x="70" y="5038"/>
                </a:cubicBezTo>
                <a:cubicBezTo>
                  <a:pt x="59" y="5027"/>
                  <a:pt x="49" y="5015"/>
                  <a:pt x="40" y="5002"/>
                </a:cubicBezTo>
                <a:cubicBezTo>
                  <a:pt x="32" y="4989"/>
                  <a:pt x="24" y="4975"/>
                  <a:pt x="18" y="4960"/>
                </a:cubicBezTo>
                <a:cubicBezTo>
                  <a:pt x="12" y="4946"/>
                  <a:pt x="8" y="4931"/>
                  <a:pt x="5" y="4916"/>
                </a:cubicBezTo>
                <a:cubicBezTo>
                  <a:pt x="2" y="4900"/>
                  <a:pt x="0" y="4885"/>
                  <a:pt x="0" y="4869"/>
                </a:cubicBezTo>
                <a:close/>
              </a:path>
            </a:pathLst>
          </a:custGeom>
          <a:noFill/>
          <a:ln w="18720">
            <a:solidFill>
              <a:srgbClr val="00008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 txBox="1"/>
          <p:nvPr/>
        </p:nvSpPr>
        <p:spPr>
          <a:xfrm>
            <a:off x="6831360" y="2085120"/>
            <a:ext cx="495000" cy="660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3900" b="1" u="none" strike="noStrike">
                <a:solidFill>
                  <a:srgbClr val="6C63FF"/>
                </a:solidFill>
                <a:effectLst/>
                <a:uFillTx/>
                <a:latin typeface="SegoeUI"/>
                <a:ea typeface="SegoeUI"/>
              </a:rPr>
              <a:t>→</a:t>
            </a:r>
            <a:endParaRPr lang="en-IN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 txBox="1"/>
          <p:nvPr/>
        </p:nvSpPr>
        <p:spPr>
          <a:xfrm>
            <a:off x="7924680" y="1593720"/>
            <a:ext cx="80676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4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Auto-</a:t>
            </a:r>
            <a:endParaRPr lang="en-IN" sz="2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 txBox="1"/>
          <p:nvPr/>
        </p:nvSpPr>
        <p:spPr>
          <a:xfrm>
            <a:off x="7951680" y="2013120"/>
            <a:ext cx="75672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4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route</a:t>
            </a:r>
            <a:endParaRPr lang="en-IN" sz="2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 txBox="1"/>
          <p:nvPr/>
        </p:nvSpPr>
        <p:spPr>
          <a:xfrm>
            <a:off x="7511400" y="2422440"/>
            <a:ext cx="161820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4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depar tmen</a:t>
            </a:r>
            <a:endParaRPr lang="en-IN" sz="2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 txBox="1"/>
          <p:nvPr/>
        </p:nvSpPr>
        <p:spPr>
          <a:xfrm>
            <a:off x="8316000" y="2841480"/>
            <a:ext cx="29664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4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t</a:t>
            </a:r>
            <a:endParaRPr lang="en-IN" sz="2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10001160" y="1714320"/>
            <a:ext cx="1686240" cy="1419480"/>
          </a:xfrm>
          <a:custGeom>
            <a:avLst/>
            <a:gdLst/>
            <a:ahLst/>
            <a:rect l="0" t="0" r="r" b="b"/>
            <a:pathLst>
              <a:path w="4684" h="3943">
                <a:moveTo>
                  <a:pt x="0" y="3705"/>
                </a:moveTo>
                <a:lnTo>
                  <a:pt x="0" y="238"/>
                </a:lnTo>
                <a:cubicBezTo>
                  <a:pt x="0" y="222"/>
                  <a:pt x="1" y="207"/>
                  <a:pt x="4" y="192"/>
                </a:cubicBezTo>
                <a:cubicBezTo>
                  <a:pt x="7" y="176"/>
                  <a:pt x="12" y="161"/>
                  <a:pt x="18" y="147"/>
                </a:cubicBezTo>
                <a:cubicBezTo>
                  <a:pt x="24" y="133"/>
                  <a:pt x="31" y="119"/>
                  <a:pt x="40" y="106"/>
                </a:cubicBezTo>
                <a:cubicBezTo>
                  <a:pt x="49" y="93"/>
                  <a:pt x="58" y="81"/>
                  <a:pt x="69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1"/>
                  <a:pt x="132" y="24"/>
                  <a:pt x="147" y="18"/>
                </a:cubicBezTo>
                <a:cubicBezTo>
                  <a:pt x="161" y="12"/>
                  <a:pt x="176" y="8"/>
                  <a:pt x="191" y="5"/>
                </a:cubicBezTo>
                <a:cubicBezTo>
                  <a:pt x="207" y="2"/>
                  <a:pt x="222" y="0"/>
                  <a:pt x="238" y="0"/>
                </a:cubicBezTo>
                <a:lnTo>
                  <a:pt x="4446" y="0"/>
                </a:lnTo>
                <a:cubicBezTo>
                  <a:pt x="4461" y="0"/>
                  <a:pt x="4477" y="2"/>
                  <a:pt x="4492" y="5"/>
                </a:cubicBezTo>
                <a:cubicBezTo>
                  <a:pt x="4508" y="8"/>
                  <a:pt x="4522" y="12"/>
                  <a:pt x="4537" y="18"/>
                </a:cubicBezTo>
                <a:cubicBezTo>
                  <a:pt x="4551" y="24"/>
                  <a:pt x="4565" y="31"/>
                  <a:pt x="4578" y="40"/>
                </a:cubicBezTo>
                <a:cubicBezTo>
                  <a:pt x="4591" y="49"/>
                  <a:pt x="4603" y="59"/>
                  <a:pt x="4614" y="70"/>
                </a:cubicBezTo>
                <a:cubicBezTo>
                  <a:pt x="4625" y="81"/>
                  <a:pt x="4635" y="93"/>
                  <a:pt x="4644" y="106"/>
                </a:cubicBezTo>
                <a:cubicBezTo>
                  <a:pt x="4652" y="119"/>
                  <a:pt x="4660" y="133"/>
                  <a:pt x="4666" y="147"/>
                </a:cubicBezTo>
                <a:cubicBezTo>
                  <a:pt x="4672" y="161"/>
                  <a:pt x="4676" y="176"/>
                  <a:pt x="4679" y="192"/>
                </a:cubicBezTo>
                <a:cubicBezTo>
                  <a:pt x="4682" y="207"/>
                  <a:pt x="4684" y="222"/>
                  <a:pt x="4684" y="238"/>
                </a:cubicBezTo>
                <a:lnTo>
                  <a:pt x="4684" y="3705"/>
                </a:lnTo>
                <a:cubicBezTo>
                  <a:pt x="4684" y="3721"/>
                  <a:pt x="4682" y="3736"/>
                  <a:pt x="4679" y="3752"/>
                </a:cubicBezTo>
                <a:cubicBezTo>
                  <a:pt x="4676" y="3767"/>
                  <a:pt x="4672" y="3782"/>
                  <a:pt x="4666" y="3796"/>
                </a:cubicBezTo>
                <a:cubicBezTo>
                  <a:pt x="4660" y="3811"/>
                  <a:pt x="4652" y="3824"/>
                  <a:pt x="4644" y="3837"/>
                </a:cubicBezTo>
                <a:cubicBezTo>
                  <a:pt x="4635" y="3850"/>
                  <a:pt x="4625" y="3862"/>
                  <a:pt x="4614" y="3874"/>
                </a:cubicBezTo>
                <a:cubicBezTo>
                  <a:pt x="4603" y="3885"/>
                  <a:pt x="4591" y="3894"/>
                  <a:pt x="4578" y="3903"/>
                </a:cubicBezTo>
                <a:cubicBezTo>
                  <a:pt x="4565" y="3912"/>
                  <a:pt x="4551" y="3919"/>
                  <a:pt x="4537" y="3925"/>
                </a:cubicBezTo>
                <a:cubicBezTo>
                  <a:pt x="4522" y="3931"/>
                  <a:pt x="4508" y="3936"/>
                  <a:pt x="4492" y="3939"/>
                </a:cubicBezTo>
                <a:cubicBezTo>
                  <a:pt x="4477" y="3942"/>
                  <a:pt x="4461" y="3943"/>
                  <a:pt x="4446" y="3943"/>
                </a:cubicBezTo>
                <a:lnTo>
                  <a:pt x="238" y="3943"/>
                </a:lnTo>
                <a:cubicBezTo>
                  <a:pt x="222" y="3943"/>
                  <a:pt x="207" y="3942"/>
                  <a:pt x="191" y="3939"/>
                </a:cubicBezTo>
                <a:cubicBezTo>
                  <a:pt x="176" y="3936"/>
                  <a:pt x="161" y="3931"/>
                  <a:pt x="147" y="3925"/>
                </a:cubicBezTo>
                <a:cubicBezTo>
                  <a:pt x="132" y="3919"/>
                  <a:pt x="119" y="3912"/>
                  <a:pt x="106" y="3903"/>
                </a:cubicBezTo>
                <a:cubicBezTo>
                  <a:pt x="93" y="3894"/>
                  <a:pt x="81" y="3885"/>
                  <a:pt x="69" y="3874"/>
                </a:cubicBezTo>
                <a:cubicBezTo>
                  <a:pt x="58" y="3862"/>
                  <a:pt x="49" y="3850"/>
                  <a:pt x="40" y="3837"/>
                </a:cubicBezTo>
                <a:cubicBezTo>
                  <a:pt x="31" y="3824"/>
                  <a:pt x="24" y="3811"/>
                  <a:pt x="18" y="3796"/>
                </a:cubicBezTo>
                <a:cubicBezTo>
                  <a:pt x="12" y="3782"/>
                  <a:pt x="7" y="3767"/>
                  <a:pt x="4" y="3752"/>
                </a:cubicBezTo>
                <a:cubicBezTo>
                  <a:pt x="1" y="3736"/>
                  <a:pt x="0" y="3721"/>
                  <a:pt x="0" y="3705"/>
                </a:cubicBezTo>
                <a:close/>
              </a:path>
            </a:pathLst>
          </a:custGeom>
          <a:solidFill>
            <a:srgbClr val="FF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10001160" y="1714320"/>
            <a:ext cx="1686240" cy="1419480"/>
          </a:xfrm>
          <a:custGeom>
            <a:avLst/>
            <a:gdLst/>
            <a:ahLst/>
            <a:rect l="0" t="0" r="r" b="b"/>
            <a:pathLst>
              <a:path w="4684" h="3943">
                <a:moveTo>
                  <a:pt x="0" y="3705"/>
                </a:moveTo>
                <a:lnTo>
                  <a:pt x="0" y="238"/>
                </a:lnTo>
                <a:cubicBezTo>
                  <a:pt x="0" y="222"/>
                  <a:pt x="1" y="207"/>
                  <a:pt x="4" y="192"/>
                </a:cubicBezTo>
                <a:cubicBezTo>
                  <a:pt x="7" y="176"/>
                  <a:pt x="12" y="161"/>
                  <a:pt x="18" y="147"/>
                </a:cubicBezTo>
                <a:cubicBezTo>
                  <a:pt x="24" y="133"/>
                  <a:pt x="31" y="119"/>
                  <a:pt x="40" y="106"/>
                </a:cubicBezTo>
                <a:cubicBezTo>
                  <a:pt x="49" y="93"/>
                  <a:pt x="58" y="81"/>
                  <a:pt x="69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1"/>
                  <a:pt x="132" y="24"/>
                  <a:pt x="147" y="18"/>
                </a:cubicBezTo>
                <a:cubicBezTo>
                  <a:pt x="161" y="12"/>
                  <a:pt x="176" y="8"/>
                  <a:pt x="191" y="5"/>
                </a:cubicBezTo>
                <a:cubicBezTo>
                  <a:pt x="207" y="2"/>
                  <a:pt x="222" y="0"/>
                  <a:pt x="238" y="0"/>
                </a:cubicBezTo>
                <a:lnTo>
                  <a:pt x="4446" y="0"/>
                </a:lnTo>
                <a:cubicBezTo>
                  <a:pt x="4461" y="0"/>
                  <a:pt x="4477" y="2"/>
                  <a:pt x="4492" y="5"/>
                </a:cubicBezTo>
                <a:cubicBezTo>
                  <a:pt x="4508" y="8"/>
                  <a:pt x="4522" y="12"/>
                  <a:pt x="4537" y="18"/>
                </a:cubicBezTo>
                <a:cubicBezTo>
                  <a:pt x="4551" y="24"/>
                  <a:pt x="4565" y="31"/>
                  <a:pt x="4578" y="40"/>
                </a:cubicBezTo>
                <a:cubicBezTo>
                  <a:pt x="4591" y="49"/>
                  <a:pt x="4603" y="59"/>
                  <a:pt x="4614" y="70"/>
                </a:cubicBezTo>
                <a:cubicBezTo>
                  <a:pt x="4625" y="81"/>
                  <a:pt x="4635" y="93"/>
                  <a:pt x="4644" y="106"/>
                </a:cubicBezTo>
                <a:cubicBezTo>
                  <a:pt x="4652" y="119"/>
                  <a:pt x="4660" y="133"/>
                  <a:pt x="4666" y="147"/>
                </a:cubicBezTo>
                <a:cubicBezTo>
                  <a:pt x="4672" y="161"/>
                  <a:pt x="4676" y="176"/>
                  <a:pt x="4679" y="192"/>
                </a:cubicBezTo>
                <a:cubicBezTo>
                  <a:pt x="4682" y="207"/>
                  <a:pt x="4684" y="222"/>
                  <a:pt x="4684" y="238"/>
                </a:cubicBezTo>
                <a:lnTo>
                  <a:pt x="4684" y="3705"/>
                </a:lnTo>
                <a:cubicBezTo>
                  <a:pt x="4684" y="3721"/>
                  <a:pt x="4682" y="3736"/>
                  <a:pt x="4679" y="3752"/>
                </a:cubicBezTo>
                <a:cubicBezTo>
                  <a:pt x="4676" y="3767"/>
                  <a:pt x="4672" y="3782"/>
                  <a:pt x="4666" y="3796"/>
                </a:cubicBezTo>
                <a:cubicBezTo>
                  <a:pt x="4660" y="3811"/>
                  <a:pt x="4652" y="3824"/>
                  <a:pt x="4644" y="3837"/>
                </a:cubicBezTo>
                <a:cubicBezTo>
                  <a:pt x="4635" y="3850"/>
                  <a:pt x="4625" y="3862"/>
                  <a:pt x="4614" y="3874"/>
                </a:cubicBezTo>
                <a:cubicBezTo>
                  <a:pt x="4603" y="3885"/>
                  <a:pt x="4591" y="3894"/>
                  <a:pt x="4578" y="3903"/>
                </a:cubicBezTo>
                <a:cubicBezTo>
                  <a:pt x="4565" y="3912"/>
                  <a:pt x="4551" y="3919"/>
                  <a:pt x="4537" y="3925"/>
                </a:cubicBezTo>
                <a:cubicBezTo>
                  <a:pt x="4522" y="3931"/>
                  <a:pt x="4508" y="3936"/>
                  <a:pt x="4492" y="3939"/>
                </a:cubicBezTo>
                <a:cubicBezTo>
                  <a:pt x="4477" y="3942"/>
                  <a:pt x="4461" y="3943"/>
                  <a:pt x="4446" y="3943"/>
                </a:cubicBezTo>
                <a:lnTo>
                  <a:pt x="238" y="3943"/>
                </a:lnTo>
                <a:cubicBezTo>
                  <a:pt x="222" y="3943"/>
                  <a:pt x="207" y="3942"/>
                  <a:pt x="191" y="3939"/>
                </a:cubicBezTo>
                <a:cubicBezTo>
                  <a:pt x="176" y="3936"/>
                  <a:pt x="161" y="3931"/>
                  <a:pt x="147" y="3925"/>
                </a:cubicBezTo>
                <a:cubicBezTo>
                  <a:pt x="132" y="3919"/>
                  <a:pt x="119" y="3912"/>
                  <a:pt x="106" y="3903"/>
                </a:cubicBezTo>
                <a:cubicBezTo>
                  <a:pt x="93" y="3894"/>
                  <a:pt x="81" y="3885"/>
                  <a:pt x="69" y="3874"/>
                </a:cubicBezTo>
                <a:cubicBezTo>
                  <a:pt x="58" y="3862"/>
                  <a:pt x="49" y="3850"/>
                  <a:pt x="40" y="3837"/>
                </a:cubicBezTo>
                <a:cubicBezTo>
                  <a:pt x="31" y="3824"/>
                  <a:pt x="24" y="3811"/>
                  <a:pt x="18" y="3796"/>
                </a:cubicBezTo>
                <a:cubicBezTo>
                  <a:pt x="12" y="3782"/>
                  <a:pt x="7" y="3767"/>
                  <a:pt x="4" y="3752"/>
                </a:cubicBezTo>
                <a:cubicBezTo>
                  <a:pt x="1" y="3736"/>
                  <a:pt x="0" y="3721"/>
                  <a:pt x="0" y="3705"/>
                </a:cubicBezTo>
                <a:close/>
              </a:path>
            </a:pathLst>
          </a:custGeom>
          <a:noFill/>
          <a:ln w="18720">
            <a:solidFill>
              <a:srgbClr val="E63946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 txBox="1"/>
          <p:nvPr/>
        </p:nvSpPr>
        <p:spPr>
          <a:xfrm>
            <a:off x="9480600" y="2085120"/>
            <a:ext cx="495000" cy="660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3900" b="1" u="none" strike="noStrike">
                <a:solidFill>
                  <a:srgbClr val="6C63FF"/>
                </a:solidFill>
                <a:effectLst/>
                <a:uFillTx/>
                <a:latin typeface="SegoeUI"/>
                <a:ea typeface="SegoeUI"/>
              </a:rPr>
              <a:t>→</a:t>
            </a:r>
            <a:endParaRPr lang="en-IN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 txBox="1"/>
          <p:nvPr/>
        </p:nvSpPr>
        <p:spPr>
          <a:xfrm>
            <a:off x="10238400" y="1803240"/>
            <a:ext cx="162000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4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P r i o r i t y</a:t>
            </a:r>
            <a:endParaRPr lang="en-IN" sz="2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 txBox="1"/>
          <p:nvPr/>
        </p:nvSpPr>
        <p:spPr>
          <a:xfrm>
            <a:off x="10585800" y="2222640"/>
            <a:ext cx="49104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4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1–5</a:t>
            </a:r>
            <a:endParaRPr lang="en-IN" sz="2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/>
          <p:nvPr/>
        </p:nvSpPr>
        <p:spPr>
          <a:xfrm>
            <a:off x="518760" y="3504960"/>
            <a:ext cx="5510880" cy="3181680"/>
          </a:xfrm>
          <a:custGeom>
            <a:avLst/>
            <a:gdLst/>
            <a:ahLst/>
            <a:rect l="0" t="0" r="r" b="b"/>
            <a:pathLst>
              <a:path w="15308" h="8838">
                <a:moveTo>
                  <a:pt x="0" y="8521"/>
                </a:moveTo>
                <a:lnTo>
                  <a:pt x="0" y="318"/>
                </a:lnTo>
                <a:cubicBezTo>
                  <a:pt x="0" y="297"/>
                  <a:pt x="2" y="276"/>
                  <a:pt x="5" y="256"/>
                </a:cubicBezTo>
                <a:cubicBezTo>
                  <a:pt x="9" y="235"/>
                  <a:pt x="13" y="215"/>
                  <a:pt x="20" y="196"/>
                </a:cubicBezTo>
                <a:cubicBezTo>
                  <a:pt x="26" y="177"/>
                  <a:pt x="34" y="159"/>
                  <a:pt x="43" y="141"/>
                </a:cubicBezTo>
                <a:cubicBezTo>
                  <a:pt x="52" y="124"/>
                  <a:pt x="62" y="108"/>
                  <a:pt x="74" y="93"/>
                </a:cubicBezTo>
                <a:cubicBezTo>
                  <a:pt x="86" y="78"/>
                  <a:pt x="98" y="65"/>
                  <a:pt x="112" y="54"/>
                </a:cubicBezTo>
                <a:cubicBezTo>
                  <a:pt x="126" y="42"/>
                  <a:pt x="140" y="32"/>
                  <a:pt x="156" y="24"/>
                </a:cubicBezTo>
                <a:cubicBezTo>
                  <a:pt x="171" y="16"/>
                  <a:pt x="187" y="10"/>
                  <a:pt x="203" y="6"/>
                </a:cubicBezTo>
                <a:cubicBezTo>
                  <a:pt x="219" y="2"/>
                  <a:pt x="235" y="0"/>
                  <a:pt x="252" y="0"/>
                </a:cubicBezTo>
                <a:lnTo>
                  <a:pt x="14990" y="0"/>
                </a:lnTo>
                <a:cubicBezTo>
                  <a:pt x="15011" y="0"/>
                  <a:pt x="15032" y="2"/>
                  <a:pt x="15052" y="6"/>
                </a:cubicBezTo>
                <a:cubicBezTo>
                  <a:pt x="15073" y="10"/>
                  <a:pt x="15092" y="16"/>
                  <a:pt x="15112" y="24"/>
                </a:cubicBezTo>
                <a:cubicBezTo>
                  <a:pt x="15131" y="32"/>
                  <a:pt x="15149" y="42"/>
                  <a:pt x="15167" y="54"/>
                </a:cubicBezTo>
                <a:cubicBezTo>
                  <a:pt x="15184" y="65"/>
                  <a:pt x="15200" y="78"/>
                  <a:pt x="15215" y="93"/>
                </a:cubicBezTo>
                <a:cubicBezTo>
                  <a:pt x="15229" y="108"/>
                  <a:pt x="15243" y="124"/>
                  <a:pt x="15254" y="141"/>
                </a:cubicBezTo>
                <a:cubicBezTo>
                  <a:pt x="15266" y="159"/>
                  <a:pt x="15275" y="177"/>
                  <a:pt x="15283" y="196"/>
                </a:cubicBezTo>
                <a:cubicBezTo>
                  <a:pt x="15291" y="215"/>
                  <a:pt x="15297" y="235"/>
                  <a:pt x="15302" y="256"/>
                </a:cubicBezTo>
                <a:cubicBezTo>
                  <a:pt x="15306" y="276"/>
                  <a:pt x="15308" y="297"/>
                  <a:pt x="15308" y="318"/>
                </a:cubicBezTo>
                <a:lnTo>
                  <a:pt x="15308" y="8521"/>
                </a:lnTo>
                <a:cubicBezTo>
                  <a:pt x="15308" y="8542"/>
                  <a:pt x="15306" y="8562"/>
                  <a:pt x="15302" y="8583"/>
                </a:cubicBezTo>
                <a:cubicBezTo>
                  <a:pt x="15297" y="8603"/>
                  <a:pt x="15291" y="8623"/>
                  <a:pt x="15283" y="8642"/>
                </a:cubicBezTo>
                <a:cubicBezTo>
                  <a:pt x="15275" y="8662"/>
                  <a:pt x="15266" y="8680"/>
                  <a:pt x="15254" y="8697"/>
                </a:cubicBezTo>
                <a:cubicBezTo>
                  <a:pt x="15243" y="8714"/>
                  <a:pt x="15229" y="8731"/>
                  <a:pt x="15215" y="8745"/>
                </a:cubicBezTo>
                <a:cubicBezTo>
                  <a:pt x="15200" y="8760"/>
                  <a:pt x="15184" y="8773"/>
                  <a:pt x="15167" y="8785"/>
                </a:cubicBezTo>
                <a:cubicBezTo>
                  <a:pt x="15149" y="8796"/>
                  <a:pt x="15131" y="8806"/>
                  <a:pt x="15112" y="8814"/>
                </a:cubicBezTo>
                <a:cubicBezTo>
                  <a:pt x="15092" y="8822"/>
                  <a:pt x="15073" y="8828"/>
                  <a:pt x="15052" y="8832"/>
                </a:cubicBezTo>
                <a:cubicBezTo>
                  <a:pt x="15032" y="8836"/>
                  <a:pt x="15011" y="8838"/>
                  <a:pt x="14990" y="8838"/>
                </a:cubicBezTo>
                <a:lnTo>
                  <a:pt x="252" y="8838"/>
                </a:lnTo>
                <a:cubicBezTo>
                  <a:pt x="235" y="8838"/>
                  <a:pt x="219" y="8836"/>
                  <a:pt x="203" y="8832"/>
                </a:cubicBezTo>
                <a:cubicBezTo>
                  <a:pt x="187" y="8828"/>
                  <a:pt x="171" y="8822"/>
                  <a:pt x="156" y="8814"/>
                </a:cubicBezTo>
                <a:cubicBezTo>
                  <a:pt x="140" y="8806"/>
                  <a:pt x="126" y="8796"/>
                  <a:pt x="112" y="8785"/>
                </a:cubicBezTo>
                <a:cubicBezTo>
                  <a:pt x="98" y="8773"/>
                  <a:pt x="86" y="8760"/>
                  <a:pt x="74" y="8745"/>
                </a:cubicBezTo>
                <a:cubicBezTo>
                  <a:pt x="62" y="8731"/>
                  <a:pt x="52" y="8714"/>
                  <a:pt x="43" y="8697"/>
                </a:cubicBezTo>
                <a:cubicBezTo>
                  <a:pt x="34" y="8680"/>
                  <a:pt x="26" y="8662"/>
                  <a:pt x="20" y="8642"/>
                </a:cubicBezTo>
                <a:cubicBezTo>
                  <a:pt x="13" y="8623"/>
                  <a:pt x="9" y="8603"/>
                  <a:pt x="5" y="8583"/>
                </a:cubicBezTo>
                <a:cubicBezTo>
                  <a:pt x="2" y="8562"/>
                  <a:pt x="0" y="8542"/>
                  <a:pt x="0" y="8521"/>
                </a:cubicBezTo>
                <a:close/>
              </a:path>
            </a:pathLst>
          </a:custGeom>
          <a:solidFill>
            <a:srgbClr val="FFF7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/>
          <p:nvPr/>
        </p:nvSpPr>
        <p:spPr>
          <a:xfrm>
            <a:off x="495000" y="3504960"/>
            <a:ext cx="114840" cy="3181680"/>
          </a:xfrm>
          <a:custGeom>
            <a:avLst/>
            <a:gdLst/>
            <a:ahLst/>
            <a:rect l="0" t="0" r="r" b="b"/>
            <a:pathLst>
              <a:path w="319" h="8838">
                <a:moveTo>
                  <a:pt x="0" y="0"/>
                </a:moveTo>
                <a:lnTo>
                  <a:pt x="319" y="0"/>
                </a:lnTo>
                <a:lnTo>
                  <a:pt x="319" y="8838"/>
                </a:lnTo>
                <a:lnTo>
                  <a:pt x="0" y="8838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518760" y="6743520"/>
            <a:ext cx="5510880" cy="114480"/>
          </a:xfrm>
          <a:custGeom>
            <a:avLst/>
            <a:gdLst/>
            <a:ahLst/>
            <a:rect l="0" t="0" r="r" b="b"/>
            <a:pathLst>
              <a:path w="15308" h="318">
                <a:moveTo>
                  <a:pt x="0" y="318"/>
                </a:moveTo>
                <a:cubicBezTo>
                  <a:pt x="0" y="298"/>
                  <a:pt x="2" y="277"/>
                  <a:pt x="5" y="257"/>
                </a:cubicBezTo>
                <a:cubicBezTo>
                  <a:pt x="9" y="236"/>
                  <a:pt x="13" y="216"/>
                  <a:pt x="20" y="197"/>
                </a:cubicBezTo>
                <a:cubicBezTo>
                  <a:pt x="26" y="178"/>
                  <a:pt x="34" y="159"/>
                  <a:pt x="43" y="142"/>
                </a:cubicBezTo>
                <a:cubicBezTo>
                  <a:pt x="52" y="124"/>
                  <a:pt x="62" y="108"/>
                  <a:pt x="74" y="93"/>
                </a:cubicBezTo>
                <a:cubicBezTo>
                  <a:pt x="86" y="78"/>
                  <a:pt x="98" y="65"/>
                  <a:pt x="112" y="54"/>
                </a:cubicBezTo>
                <a:cubicBezTo>
                  <a:pt x="126" y="42"/>
                  <a:pt x="140" y="32"/>
                  <a:pt x="156" y="24"/>
                </a:cubicBezTo>
                <a:cubicBezTo>
                  <a:pt x="171" y="16"/>
                  <a:pt x="187" y="10"/>
                  <a:pt x="203" y="6"/>
                </a:cubicBezTo>
                <a:cubicBezTo>
                  <a:pt x="219" y="2"/>
                  <a:pt x="235" y="0"/>
                  <a:pt x="252" y="0"/>
                </a:cubicBezTo>
                <a:lnTo>
                  <a:pt x="14990" y="0"/>
                </a:lnTo>
                <a:cubicBezTo>
                  <a:pt x="15011" y="0"/>
                  <a:pt x="15032" y="2"/>
                  <a:pt x="15052" y="6"/>
                </a:cubicBezTo>
                <a:cubicBezTo>
                  <a:pt x="15073" y="10"/>
                  <a:pt x="15092" y="16"/>
                  <a:pt x="15112" y="24"/>
                </a:cubicBezTo>
                <a:cubicBezTo>
                  <a:pt x="15131" y="32"/>
                  <a:pt x="15149" y="42"/>
                  <a:pt x="15167" y="54"/>
                </a:cubicBezTo>
                <a:cubicBezTo>
                  <a:pt x="15184" y="65"/>
                  <a:pt x="15200" y="78"/>
                  <a:pt x="15215" y="93"/>
                </a:cubicBezTo>
                <a:cubicBezTo>
                  <a:pt x="15229" y="108"/>
                  <a:pt x="15243" y="124"/>
                  <a:pt x="15254" y="142"/>
                </a:cubicBezTo>
                <a:cubicBezTo>
                  <a:pt x="15266" y="159"/>
                  <a:pt x="15275" y="178"/>
                  <a:pt x="15283" y="197"/>
                </a:cubicBezTo>
                <a:cubicBezTo>
                  <a:pt x="15291" y="216"/>
                  <a:pt x="15297" y="236"/>
                  <a:pt x="15302" y="257"/>
                </a:cubicBezTo>
                <a:cubicBezTo>
                  <a:pt x="15306" y="277"/>
                  <a:pt x="15308" y="298"/>
                  <a:pt x="15308" y="318"/>
                </a:cubicBezTo>
                <a:lnTo>
                  <a:pt x="0" y="318"/>
                </a:lnTo>
                <a:close/>
              </a:path>
            </a:pathLst>
          </a:custGeom>
          <a:solidFill>
            <a:srgbClr val="EEF0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/>
          <p:nvPr/>
        </p:nvSpPr>
        <p:spPr>
          <a:xfrm>
            <a:off x="495000" y="6743520"/>
            <a:ext cx="114840" cy="2724480"/>
          </a:xfrm>
          <a:custGeom>
            <a:avLst/>
            <a:gdLst/>
            <a:ahLst/>
            <a:rect l="0" t="0" r="r" b="b"/>
            <a:pathLst>
              <a:path w="319" h="7568">
                <a:moveTo>
                  <a:pt x="0" y="0"/>
                </a:moveTo>
                <a:lnTo>
                  <a:pt x="319" y="0"/>
                </a:lnTo>
                <a:lnTo>
                  <a:pt x="319" y="7568"/>
                </a:lnTo>
                <a:lnTo>
                  <a:pt x="0" y="7568"/>
                </a:lnTo>
                <a:lnTo>
                  <a:pt x="0" y="0"/>
                </a:ln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 txBox="1"/>
          <p:nvPr/>
        </p:nvSpPr>
        <p:spPr>
          <a:xfrm>
            <a:off x="10418400" y="2631960"/>
            <a:ext cx="98064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4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s c o re</a:t>
            </a:r>
            <a:endParaRPr lang="en-IN" sz="2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 txBox="1"/>
          <p:nvPr/>
        </p:nvSpPr>
        <p:spPr>
          <a:xfrm>
            <a:off x="833040" y="3774240"/>
            <a:ext cx="446400" cy="32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Emoji"/>
                <a:ea typeface="SegoeUIEmoji"/>
              </a:rPr>
              <a:t>🌐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 txBox="1"/>
          <p:nvPr/>
        </p:nvSpPr>
        <p:spPr>
          <a:xfrm>
            <a:off x="1306440" y="3660480"/>
            <a:ext cx="377568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 Multi-language Support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 txBox="1"/>
          <p:nvPr/>
        </p:nvSpPr>
        <p:spPr>
          <a:xfrm>
            <a:off x="1397160" y="4146480"/>
            <a:ext cx="316800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Tamil · Hindi · Telugu ·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 txBox="1"/>
          <p:nvPr/>
        </p:nvSpPr>
        <p:spPr>
          <a:xfrm>
            <a:off x="1391760" y="4632120"/>
            <a:ext cx="319644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Kannada · Malayalam ·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 txBox="1"/>
          <p:nvPr/>
        </p:nvSpPr>
        <p:spPr>
          <a:xfrm>
            <a:off x="1136520" y="5117760"/>
            <a:ext cx="362232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Bengali → auto-detected,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 txBox="1"/>
          <p:nvPr/>
        </p:nvSpPr>
        <p:spPr>
          <a:xfrm>
            <a:off x="1467720" y="5603760"/>
            <a:ext cx="304452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translated via Google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6186240" y="3504960"/>
            <a:ext cx="5510520" cy="2838960"/>
          </a:xfrm>
          <a:custGeom>
            <a:avLst/>
            <a:gdLst/>
            <a:ahLst/>
            <a:rect l="0" t="0" r="r" b="b"/>
            <a:pathLst>
              <a:path w="15307" h="7886">
                <a:moveTo>
                  <a:pt x="0" y="7568"/>
                </a:moveTo>
                <a:lnTo>
                  <a:pt x="0" y="318"/>
                </a:lnTo>
                <a:cubicBezTo>
                  <a:pt x="0" y="297"/>
                  <a:pt x="2" y="276"/>
                  <a:pt x="5" y="256"/>
                </a:cubicBezTo>
                <a:cubicBezTo>
                  <a:pt x="8" y="235"/>
                  <a:pt x="13" y="215"/>
                  <a:pt x="19" y="196"/>
                </a:cubicBezTo>
                <a:cubicBezTo>
                  <a:pt x="26" y="177"/>
                  <a:pt x="33" y="159"/>
                  <a:pt x="43" y="141"/>
                </a:cubicBezTo>
                <a:cubicBezTo>
                  <a:pt x="52" y="124"/>
                  <a:pt x="62" y="108"/>
                  <a:pt x="74" y="93"/>
                </a:cubicBezTo>
                <a:cubicBezTo>
                  <a:pt x="85" y="78"/>
                  <a:pt x="98" y="65"/>
                  <a:pt x="112" y="54"/>
                </a:cubicBezTo>
                <a:cubicBezTo>
                  <a:pt x="126" y="42"/>
                  <a:pt x="140" y="32"/>
                  <a:pt x="155" y="24"/>
                </a:cubicBezTo>
                <a:cubicBezTo>
                  <a:pt x="171" y="16"/>
                  <a:pt x="186" y="10"/>
                  <a:pt x="203" y="6"/>
                </a:cubicBezTo>
                <a:cubicBezTo>
                  <a:pt x="219" y="2"/>
                  <a:pt x="235" y="0"/>
                  <a:pt x="252" y="0"/>
                </a:cubicBezTo>
                <a:lnTo>
                  <a:pt x="14990" y="0"/>
                </a:lnTo>
                <a:cubicBezTo>
                  <a:pt x="15011" y="0"/>
                  <a:pt x="15031" y="2"/>
                  <a:pt x="15052" y="6"/>
                </a:cubicBezTo>
                <a:cubicBezTo>
                  <a:pt x="15072" y="10"/>
                  <a:pt x="15092" y="16"/>
                  <a:pt x="15111" y="24"/>
                </a:cubicBezTo>
                <a:cubicBezTo>
                  <a:pt x="15131" y="32"/>
                  <a:pt x="15149" y="42"/>
                  <a:pt x="15166" y="54"/>
                </a:cubicBezTo>
                <a:cubicBezTo>
                  <a:pt x="15184" y="65"/>
                  <a:pt x="15200" y="78"/>
                  <a:pt x="15214" y="93"/>
                </a:cubicBezTo>
                <a:cubicBezTo>
                  <a:pt x="15229" y="108"/>
                  <a:pt x="15242" y="124"/>
                  <a:pt x="15254" y="141"/>
                </a:cubicBezTo>
                <a:cubicBezTo>
                  <a:pt x="15265" y="159"/>
                  <a:pt x="15275" y="177"/>
                  <a:pt x="15283" y="196"/>
                </a:cubicBezTo>
                <a:cubicBezTo>
                  <a:pt x="15291" y="215"/>
                  <a:pt x="15297" y="235"/>
                  <a:pt x="15301" y="256"/>
                </a:cubicBezTo>
                <a:cubicBezTo>
                  <a:pt x="15305" y="276"/>
                  <a:pt x="15307" y="297"/>
                  <a:pt x="15307" y="318"/>
                </a:cubicBezTo>
                <a:lnTo>
                  <a:pt x="15307" y="7568"/>
                </a:lnTo>
                <a:cubicBezTo>
                  <a:pt x="15307" y="7589"/>
                  <a:pt x="15305" y="7610"/>
                  <a:pt x="15301" y="7630"/>
                </a:cubicBezTo>
                <a:cubicBezTo>
                  <a:pt x="15297" y="7651"/>
                  <a:pt x="15291" y="7670"/>
                  <a:pt x="15283" y="7690"/>
                </a:cubicBezTo>
                <a:cubicBezTo>
                  <a:pt x="15275" y="7709"/>
                  <a:pt x="15265" y="7727"/>
                  <a:pt x="15254" y="7745"/>
                </a:cubicBezTo>
                <a:cubicBezTo>
                  <a:pt x="15242" y="7762"/>
                  <a:pt x="15229" y="7778"/>
                  <a:pt x="15214" y="7793"/>
                </a:cubicBezTo>
                <a:cubicBezTo>
                  <a:pt x="15200" y="7807"/>
                  <a:pt x="15184" y="7821"/>
                  <a:pt x="15166" y="7832"/>
                </a:cubicBezTo>
                <a:cubicBezTo>
                  <a:pt x="15149" y="7844"/>
                  <a:pt x="15131" y="7854"/>
                  <a:pt x="15111" y="7862"/>
                </a:cubicBezTo>
                <a:cubicBezTo>
                  <a:pt x="15092" y="7870"/>
                  <a:pt x="15072" y="7876"/>
                  <a:pt x="15052" y="7880"/>
                </a:cubicBezTo>
                <a:cubicBezTo>
                  <a:pt x="15031" y="7884"/>
                  <a:pt x="15011" y="7886"/>
                  <a:pt x="14990" y="7886"/>
                </a:cubicBezTo>
                <a:lnTo>
                  <a:pt x="252" y="7886"/>
                </a:lnTo>
                <a:cubicBezTo>
                  <a:pt x="235" y="7886"/>
                  <a:pt x="219" y="7884"/>
                  <a:pt x="203" y="7880"/>
                </a:cubicBezTo>
                <a:cubicBezTo>
                  <a:pt x="186" y="7876"/>
                  <a:pt x="171" y="7870"/>
                  <a:pt x="155" y="7862"/>
                </a:cubicBezTo>
                <a:cubicBezTo>
                  <a:pt x="140" y="7854"/>
                  <a:pt x="126" y="7844"/>
                  <a:pt x="112" y="7832"/>
                </a:cubicBezTo>
                <a:cubicBezTo>
                  <a:pt x="98" y="7821"/>
                  <a:pt x="85" y="7807"/>
                  <a:pt x="74" y="7793"/>
                </a:cubicBezTo>
                <a:cubicBezTo>
                  <a:pt x="62" y="7778"/>
                  <a:pt x="52" y="7762"/>
                  <a:pt x="43" y="7745"/>
                </a:cubicBezTo>
                <a:cubicBezTo>
                  <a:pt x="33" y="7727"/>
                  <a:pt x="26" y="7709"/>
                  <a:pt x="19" y="7690"/>
                </a:cubicBezTo>
                <a:cubicBezTo>
                  <a:pt x="13" y="7670"/>
                  <a:pt x="8" y="7651"/>
                  <a:pt x="5" y="7630"/>
                </a:cubicBezTo>
                <a:cubicBezTo>
                  <a:pt x="2" y="7610"/>
                  <a:pt x="0" y="7589"/>
                  <a:pt x="0" y="7568"/>
                </a:cubicBezTo>
                <a:close/>
              </a:path>
            </a:pathLst>
          </a:custGeom>
          <a:solidFill>
            <a:srgbClr val="FF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/>
          <p:nvPr/>
        </p:nvSpPr>
        <p:spPr>
          <a:xfrm>
            <a:off x="6162480" y="3504960"/>
            <a:ext cx="114840" cy="2838960"/>
          </a:xfrm>
          <a:custGeom>
            <a:avLst/>
            <a:gdLst/>
            <a:ahLst/>
            <a:rect l="0" t="0" r="r" b="b"/>
            <a:pathLst>
              <a:path w="319" h="7886">
                <a:moveTo>
                  <a:pt x="0" y="0"/>
                </a:moveTo>
                <a:lnTo>
                  <a:pt x="319" y="0"/>
                </a:lnTo>
                <a:lnTo>
                  <a:pt x="319" y="7886"/>
                </a:lnTo>
                <a:lnTo>
                  <a:pt x="0" y="7886"/>
                </a:lnTo>
                <a:lnTo>
                  <a:pt x="0" y="0"/>
                </a:lnTo>
                <a:close/>
              </a:path>
            </a:pathLst>
          </a:custGeom>
          <a:solidFill>
            <a:srgbClr val="E6394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 txBox="1"/>
          <p:nvPr/>
        </p:nvSpPr>
        <p:spPr>
          <a:xfrm>
            <a:off x="2526480" y="6089400"/>
            <a:ext cx="129384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Translate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 txBox="1"/>
          <p:nvPr/>
        </p:nvSpPr>
        <p:spPr>
          <a:xfrm>
            <a:off x="7366680" y="3774240"/>
            <a:ext cx="446400" cy="32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Emoji"/>
                <a:ea typeface="SegoeUIEmoji"/>
              </a:rPr>
              <a:t>🚨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/>
          <p:nvPr/>
        </p:nvSpPr>
        <p:spPr>
          <a:xfrm>
            <a:off x="6686280" y="4181400"/>
            <a:ext cx="1743480" cy="428760"/>
          </a:xfrm>
          <a:custGeom>
            <a:avLst/>
            <a:gdLst/>
            <a:ahLst/>
            <a:rect l="0" t="0" r="r" b="b"/>
            <a:pathLst>
              <a:path w="4843" h="1191">
                <a:moveTo>
                  <a:pt x="0" y="661"/>
                </a:moveTo>
                <a:lnTo>
                  <a:pt x="0" y="529"/>
                </a:lnTo>
                <a:cubicBezTo>
                  <a:pt x="0" y="494"/>
                  <a:pt x="4" y="460"/>
                  <a:pt x="10" y="426"/>
                </a:cubicBezTo>
                <a:cubicBezTo>
                  <a:pt x="17" y="392"/>
                  <a:pt x="27" y="358"/>
                  <a:pt x="41" y="326"/>
                </a:cubicBezTo>
                <a:cubicBezTo>
                  <a:pt x="54" y="294"/>
                  <a:pt x="70" y="264"/>
                  <a:pt x="89" y="235"/>
                </a:cubicBezTo>
                <a:cubicBezTo>
                  <a:pt x="109" y="206"/>
                  <a:pt x="131" y="179"/>
                  <a:pt x="155" y="155"/>
                </a:cubicBezTo>
                <a:cubicBezTo>
                  <a:pt x="180" y="130"/>
                  <a:pt x="207" y="108"/>
                  <a:pt x="235" y="89"/>
                </a:cubicBezTo>
                <a:cubicBezTo>
                  <a:pt x="264" y="70"/>
                  <a:pt x="295" y="53"/>
                  <a:pt x="327" y="40"/>
                </a:cubicBezTo>
                <a:cubicBezTo>
                  <a:pt x="359" y="27"/>
                  <a:pt x="392" y="17"/>
                  <a:pt x="426" y="10"/>
                </a:cubicBezTo>
                <a:cubicBezTo>
                  <a:pt x="460" y="3"/>
                  <a:pt x="495" y="0"/>
                  <a:pt x="529" y="0"/>
                </a:cubicBezTo>
                <a:lnTo>
                  <a:pt x="4314" y="0"/>
                </a:lnTo>
                <a:cubicBezTo>
                  <a:pt x="4349" y="0"/>
                  <a:pt x="4383" y="3"/>
                  <a:pt x="4417" y="10"/>
                </a:cubicBezTo>
                <a:cubicBezTo>
                  <a:pt x="4451" y="17"/>
                  <a:pt x="4484" y="27"/>
                  <a:pt x="4516" y="40"/>
                </a:cubicBezTo>
                <a:cubicBezTo>
                  <a:pt x="4549" y="53"/>
                  <a:pt x="4579" y="70"/>
                  <a:pt x="4608" y="89"/>
                </a:cubicBezTo>
                <a:cubicBezTo>
                  <a:pt x="4637" y="108"/>
                  <a:pt x="4664" y="130"/>
                  <a:pt x="4688" y="155"/>
                </a:cubicBezTo>
                <a:cubicBezTo>
                  <a:pt x="4713" y="179"/>
                  <a:pt x="4735" y="206"/>
                  <a:pt x="4754" y="235"/>
                </a:cubicBezTo>
                <a:cubicBezTo>
                  <a:pt x="4773" y="264"/>
                  <a:pt x="4790" y="294"/>
                  <a:pt x="4803" y="326"/>
                </a:cubicBezTo>
                <a:cubicBezTo>
                  <a:pt x="4816" y="358"/>
                  <a:pt x="4826" y="392"/>
                  <a:pt x="4833" y="426"/>
                </a:cubicBezTo>
                <a:cubicBezTo>
                  <a:pt x="4840" y="460"/>
                  <a:pt x="4843" y="494"/>
                  <a:pt x="4843" y="529"/>
                </a:cubicBezTo>
                <a:lnTo>
                  <a:pt x="4843" y="661"/>
                </a:lnTo>
                <a:cubicBezTo>
                  <a:pt x="4843" y="696"/>
                  <a:pt x="4840" y="730"/>
                  <a:pt x="4833" y="764"/>
                </a:cubicBezTo>
                <a:cubicBezTo>
                  <a:pt x="4826" y="798"/>
                  <a:pt x="4816" y="832"/>
                  <a:pt x="4803" y="864"/>
                </a:cubicBezTo>
                <a:cubicBezTo>
                  <a:pt x="4790" y="897"/>
                  <a:pt x="4773" y="927"/>
                  <a:pt x="4754" y="956"/>
                </a:cubicBezTo>
                <a:cubicBezTo>
                  <a:pt x="4735" y="985"/>
                  <a:pt x="4713" y="1012"/>
                  <a:pt x="4688" y="1036"/>
                </a:cubicBezTo>
                <a:cubicBezTo>
                  <a:pt x="4664" y="1061"/>
                  <a:pt x="4637" y="1083"/>
                  <a:pt x="4608" y="1102"/>
                </a:cubicBezTo>
                <a:cubicBezTo>
                  <a:pt x="4579" y="1121"/>
                  <a:pt x="4549" y="1138"/>
                  <a:pt x="4516" y="1151"/>
                </a:cubicBezTo>
                <a:cubicBezTo>
                  <a:pt x="4484" y="1164"/>
                  <a:pt x="4451" y="1174"/>
                  <a:pt x="4417" y="1181"/>
                </a:cubicBezTo>
                <a:cubicBezTo>
                  <a:pt x="4383" y="1188"/>
                  <a:pt x="4349" y="1191"/>
                  <a:pt x="4314" y="1191"/>
                </a:cubicBezTo>
                <a:lnTo>
                  <a:pt x="529" y="1191"/>
                </a:lnTo>
                <a:cubicBezTo>
                  <a:pt x="495" y="1191"/>
                  <a:pt x="460" y="1188"/>
                  <a:pt x="426" y="1181"/>
                </a:cubicBezTo>
                <a:cubicBezTo>
                  <a:pt x="392" y="1174"/>
                  <a:pt x="359" y="1164"/>
                  <a:pt x="327" y="1151"/>
                </a:cubicBezTo>
                <a:cubicBezTo>
                  <a:pt x="295" y="1138"/>
                  <a:pt x="264" y="1121"/>
                  <a:pt x="235" y="1102"/>
                </a:cubicBezTo>
                <a:cubicBezTo>
                  <a:pt x="207" y="1083"/>
                  <a:pt x="180" y="1061"/>
                  <a:pt x="155" y="1036"/>
                </a:cubicBezTo>
                <a:cubicBezTo>
                  <a:pt x="131" y="1012"/>
                  <a:pt x="109" y="985"/>
                  <a:pt x="89" y="956"/>
                </a:cubicBezTo>
                <a:cubicBezTo>
                  <a:pt x="70" y="927"/>
                  <a:pt x="54" y="897"/>
                  <a:pt x="41" y="864"/>
                </a:cubicBezTo>
                <a:cubicBezTo>
                  <a:pt x="27" y="832"/>
                  <a:pt x="17" y="798"/>
                  <a:pt x="10" y="764"/>
                </a:cubicBezTo>
                <a:cubicBezTo>
                  <a:pt x="4" y="730"/>
                  <a:pt x="0" y="696"/>
                  <a:pt x="0" y="661"/>
                </a:cubicBezTo>
                <a:close/>
              </a:path>
            </a:pathLst>
          </a:custGeom>
          <a:solidFill>
            <a:srgbClr val="E6394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 txBox="1"/>
          <p:nvPr/>
        </p:nvSpPr>
        <p:spPr>
          <a:xfrm>
            <a:off x="7840080" y="3660480"/>
            <a:ext cx="224964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 Priority Levels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 txBox="1"/>
          <p:nvPr/>
        </p:nvSpPr>
        <p:spPr>
          <a:xfrm>
            <a:off x="6802200" y="4223160"/>
            <a:ext cx="1201680" cy="33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990" b="1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P1 Critical</a:t>
            </a:r>
            <a:endParaRPr lang="en-IN" sz="19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/>
          <p:nvPr/>
        </p:nvSpPr>
        <p:spPr>
          <a:xfrm>
            <a:off x="6505560" y="4695480"/>
            <a:ext cx="1371960" cy="438840"/>
          </a:xfrm>
          <a:custGeom>
            <a:avLst/>
            <a:gdLst/>
            <a:ahLst/>
            <a:rect l="0" t="0" r="r" b="b"/>
            <a:pathLst>
              <a:path w="3811" h="1219">
                <a:moveTo>
                  <a:pt x="0" y="688"/>
                </a:moveTo>
                <a:lnTo>
                  <a:pt x="0" y="530"/>
                </a:lnTo>
                <a:cubicBezTo>
                  <a:pt x="0" y="495"/>
                  <a:pt x="3" y="460"/>
                  <a:pt x="10" y="426"/>
                </a:cubicBezTo>
                <a:cubicBezTo>
                  <a:pt x="16" y="392"/>
                  <a:pt x="27" y="359"/>
                  <a:pt x="40" y="327"/>
                </a:cubicBezTo>
                <a:cubicBezTo>
                  <a:pt x="53" y="295"/>
                  <a:pt x="69" y="265"/>
                  <a:pt x="89" y="236"/>
                </a:cubicBezTo>
                <a:cubicBezTo>
                  <a:pt x="108" y="207"/>
                  <a:pt x="130" y="180"/>
                  <a:pt x="155" y="155"/>
                </a:cubicBezTo>
                <a:cubicBezTo>
                  <a:pt x="179" y="131"/>
                  <a:pt x="206" y="109"/>
                  <a:pt x="235" y="90"/>
                </a:cubicBezTo>
                <a:cubicBezTo>
                  <a:pt x="264" y="70"/>
                  <a:pt x="294" y="54"/>
                  <a:pt x="326" y="41"/>
                </a:cubicBezTo>
                <a:cubicBezTo>
                  <a:pt x="358" y="27"/>
                  <a:pt x="391" y="17"/>
                  <a:pt x="425" y="11"/>
                </a:cubicBezTo>
                <a:cubicBezTo>
                  <a:pt x="460" y="4"/>
                  <a:pt x="494" y="0"/>
                  <a:pt x="529" y="0"/>
                </a:cubicBezTo>
                <a:lnTo>
                  <a:pt x="3281" y="0"/>
                </a:lnTo>
                <a:cubicBezTo>
                  <a:pt x="3316" y="0"/>
                  <a:pt x="3351" y="4"/>
                  <a:pt x="3385" y="11"/>
                </a:cubicBezTo>
                <a:cubicBezTo>
                  <a:pt x="3419" y="17"/>
                  <a:pt x="3452" y="27"/>
                  <a:pt x="3484" y="41"/>
                </a:cubicBezTo>
                <a:cubicBezTo>
                  <a:pt x="3516" y="54"/>
                  <a:pt x="3546" y="70"/>
                  <a:pt x="3575" y="90"/>
                </a:cubicBezTo>
                <a:cubicBezTo>
                  <a:pt x="3604" y="109"/>
                  <a:pt x="3631" y="131"/>
                  <a:pt x="3656" y="155"/>
                </a:cubicBezTo>
                <a:cubicBezTo>
                  <a:pt x="3680" y="180"/>
                  <a:pt x="3702" y="207"/>
                  <a:pt x="3721" y="236"/>
                </a:cubicBezTo>
                <a:cubicBezTo>
                  <a:pt x="3741" y="265"/>
                  <a:pt x="3757" y="295"/>
                  <a:pt x="3770" y="327"/>
                </a:cubicBezTo>
                <a:cubicBezTo>
                  <a:pt x="3784" y="359"/>
                  <a:pt x="3794" y="392"/>
                  <a:pt x="3800" y="426"/>
                </a:cubicBezTo>
                <a:cubicBezTo>
                  <a:pt x="3807" y="460"/>
                  <a:pt x="3811" y="495"/>
                  <a:pt x="3811" y="530"/>
                </a:cubicBezTo>
                <a:lnTo>
                  <a:pt x="3811" y="688"/>
                </a:lnTo>
                <a:cubicBezTo>
                  <a:pt x="3811" y="723"/>
                  <a:pt x="3807" y="758"/>
                  <a:pt x="3800" y="792"/>
                </a:cubicBezTo>
                <a:cubicBezTo>
                  <a:pt x="3794" y="826"/>
                  <a:pt x="3784" y="859"/>
                  <a:pt x="3770" y="891"/>
                </a:cubicBezTo>
                <a:cubicBezTo>
                  <a:pt x="3757" y="923"/>
                  <a:pt x="3741" y="954"/>
                  <a:pt x="3721" y="983"/>
                </a:cubicBezTo>
                <a:cubicBezTo>
                  <a:pt x="3702" y="1012"/>
                  <a:pt x="3680" y="1039"/>
                  <a:pt x="3656" y="1064"/>
                </a:cubicBezTo>
                <a:cubicBezTo>
                  <a:pt x="3631" y="1088"/>
                  <a:pt x="3604" y="1110"/>
                  <a:pt x="3575" y="1129"/>
                </a:cubicBezTo>
                <a:cubicBezTo>
                  <a:pt x="3546" y="1149"/>
                  <a:pt x="3516" y="1165"/>
                  <a:pt x="3484" y="1178"/>
                </a:cubicBezTo>
                <a:cubicBezTo>
                  <a:pt x="3452" y="1192"/>
                  <a:pt x="3419" y="1202"/>
                  <a:pt x="3385" y="1208"/>
                </a:cubicBezTo>
                <a:cubicBezTo>
                  <a:pt x="3351" y="1215"/>
                  <a:pt x="3316" y="1219"/>
                  <a:pt x="3281" y="1219"/>
                </a:cubicBezTo>
                <a:lnTo>
                  <a:pt x="529" y="1219"/>
                </a:lnTo>
                <a:cubicBezTo>
                  <a:pt x="494" y="1219"/>
                  <a:pt x="460" y="1215"/>
                  <a:pt x="425" y="1208"/>
                </a:cubicBezTo>
                <a:cubicBezTo>
                  <a:pt x="391" y="1202"/>
                  <a:pt x="358" y="1192"/>
                  <a:pt x="326" y="1178"/>
                </a:cubicBezTo>
                <a:cubicBezTo>
                  <a:pt x="294" y="1165"/>
                  <a:pt x="264" y="1149"/>
                  <a:pt x="235" y="1129"/>
                </a:cubicBezTo>
                <a:cubicBezTo>
                  <a:pt x="206" y="1110"/>
                  <a:pt x="179" y="1088"/>
                  <a:pt x="155" y="1064"/>
                </a:cubicBezTo>
                <a:cubicBezTo>
                  <a:pt x="130" y="1039"/>
                  <a:pt x="108" y="1012"/>
                  <a:pt x="89" y="983"/>
                </a:cubicBezTo>
                <a:cubicBezTo>
                  <a:pt x="69" y="954"/>
                  <a:pt x="53" y="923"/>
                  <a:pt x="40" y="891"/>
                </a:cubicBezTo>
                <a:cubicBezTo>
                  <a:pt x="27" y="859"/>
                  <a:pt x="16" y="826"/>
                  <a:pt x="10" y="792"/>
                </a:cubicBezTo>
                <a:cubicBezTo>
                  <a:pt x="3" y="758"/>
                  <a:pt x="0" y="723"/>
                  <a:pt x="0" y="688"/>
                </a:cubicBez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 txBox="1"/>
          <p:nvPr/>
        </p:nvSpPr>
        <p:spPr>
          <a:xfrm>
            <a:off x="8449920" y="4146480"/>
            <a:ext cx="227952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 — life/infra risk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 txBox="1"/>
          <p:nvPr/>
        </p:nvSpPr>
        <p:spPr>
          <a:xfrm>
            <a:off x="6617880" y="4737600"/>
            <a:ext cx="946080" cy="33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990" b="1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P2 High</a:t>
            </a:r>
            <a:endParaRPr lang="en-IN" sz="19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/>
          <p:nvPr/>
        </p:nvSpPr>
        <p:spPr>
          <a:xfrm>
            <a:off x="6619680" y="5219640"/>
            <a:ext cx="1848240" cy="438480"/>
          </a:xfrm>
          <a:custGeom>
            <a:avLst/>
            <a:gdLst/>
            <a:ahLst/>
            <a:rect l="0" t="0" r="r" b="b"/>
            <a:pathLst>
              <a:path w="5134" h="1218">
                <a:moveTo>
                  <a:pt x="0" y="688"/>
                </a:moveTo>
                <a:lnTo>
                  <a:pt x="0" y="529"/>
                </a:lnTo>
                <a:cubicBezTo>
                  <a:pt x="0" y="494"/>
                  <a:pt x="3" y="460"/>
                  <a:pt x="10" y="426"/>
                </a:cubicBezTo>
                <a:cubicBezTo>
                  <a:pt x="17" y="392"/>
                  <a:pt x="27" y="358"/>
                  <a:pt x="40" y="326"/>
                </a:cubicBezTo>
                <a:cubicBezTo>
                  <a:pt x="54" y="294"/>
                  <a:pt x="70" y="264"/>
                  <a:pt x="89" y="235"/>
                </a:cubicBezTo>
                <a:cubicBezTo>
                  <a:pt x="109" y="206"/>
                  <a:pt x="130" y="179"/>
                  <a:pt x="155" y="155"/>
                </a:cubicBezTo>
                <a:cubicBezTo>
                  <a:pt x="180" y="130"/>
                  <a:pt x="206" y="108"/>
                  <a:pt x="235" y="89"/>
                </a:cubicBezTo>
                <a:cubicBezTo>
                  <a:pt x="264" y="70"/>
                  <a:pt x="295" y="53"/>
                  <a:pt x="327" y="40"/>
                </a:cubicBezTo>
                <a:cubicBezTo>
                  <a:pt x="359" y="27"/>
                  <a:pt x="392" y="17"/>
                  <a:pt x="426" y="10"/>
                </a:cubicBezTo>
                <a:cubicBezTo>
                  <a:pt x="460" y="3"/>
                  <a:pt x="494" y="0"/>
                  <a:pt x="529" y="0"/>
                </a:cubicBezTo>
                <a:lnTo>
                  <a:pt x="4604" y="0"/>
                </a:lnTo>
                <a:cubicBezTo>
                  <a:pt x="4639" y="0"/>
                  <a:pt x="4673" y="3"/>
                  <a:pt x="4708" y="10"/>
                </a:cubicBezTo>
                <a:cubicBezTo>
                  <a:pt x="4742" y="17"/>
                  <a:pt x="4775" y="27"/>
                  <a:pt x="4807" y="40"/>
                </a:cubicBezTo>
                <a:cubicBezTo>
                  <a:pt x="4839" y="53"/>
                  <a:pt x="4870" y="70"/>
                  <a:pt x="4899" y="89"/>
                </a:cubicBezTo>
                <a:cubicBezTo>
                  <a:pt x="4928" y="108"/>
                  <a:pt x="4954" y="130"/>
                  <a:pt x="4979" y="155"/>
                </a:cubicBezTo>
                <a:cubicBezTo>
                  <a:pt x="5004" y="179"/>
                  <a:pt x="5025" y="206"/>
                  <a:pt x="5045" y="235"/>
                </a:cubicBezTo>
                <a:cubicBezTo>
                  <a:pt x="5064" y="264"/>
                  <a:pt x="5080" y="294"/>
                  <a:pt x="5094" y="326"/>
                </a:cubicBezTo>
                <a:cubicBezTo>
                  <a:pt x="5107" y="358"/>
                  <a:pt x="5117" y="392"/>
                  <a:pt x="5124" y="426"/>
                </a:cubicBezTo>
                <a:cubicBezTo>
                  <a:pt x="5131" y="460"/>
                  <a:pt x="5134" y="494"/>
                  <a:pt x="5134" y="529"/>
                </a:cubicBezTo>
                <a:lnTo>
                  <a:pt x="5134" y="688"/>
                </a:lnTo>
                <a:cubicBezTo>
                  <a:pt x="5134" y="723"/>
                  <a:pt x="5131" y="758"/>
                  <a:pt x="5124" y="792"/>
                </a:cubicBezTo>
                <a:cubicBezTo>
                  <a:pt x="5117" y="826"/>
                  <a:pt x="5107" y="859"/>
                  <a:pt x="5094" y="891"/>
                </a:cubicBezTo>
                <a:cubicBezTo>
                  <a:pt x="5080" y="923"/>
                  <a:pt x="5064" y="954"/>
                  <a:pt x="5045" y="983"/>
                </a:cubicBezTo>
                <a:cubicBezTo>
                  <a:pt x="5025" y="1011"/>
                  <a:pt x="5004" y="1038"/>
                  <a:pt x="4979" y="1063"/>
                </a:cubicBezTo>
                <a:cubicBezTo>
                  <a:pt x="4954" y="1087"/>
                  <a:pt x="4928" y="1109"/>
                  <a:pt x="4899" y="1129"/>
                </a:cubicBezTo>
                <a:cubicBezTo>
                  <a:pt x="4870" y="1148"/>
                  <a:pt x="4839" y="1164"/>
                  <a:pt x="4807" y="1177"/>
                </a:cubicBezTo>
                <a:cubicBezTo>
                  <a:pt x="4775" y="1191"/>
                  <a:pt x="4742" y="1201"/>
                  <a:pt x="4708" y="1208"/>
                </a:cubicBezTo>
                <a:cubicBezTo>
                  <a:pt x="4673" y="1214"/>
                  <a:pt x="4639" y="1218"/>
                  <a:pt x="4604" y="1218"/>
                </a:cubicBezTo>
                <a:lnTo>
                  <a:pt x="529" y="1218"/>
                </a:lnTo>
                <a:cubicBezTo>
                  <a:pt x="494" y="1218"/>
                  <a:pt x="460" y="1214"/>
                  <a:pt x="426" y="1208"/>
                </a:cubicBezTo>
                <a:cubicBezTo>
                  <a:pt x="392" y="1201"/>
                  <a:pt x="359" y="1191"/>
                  <a:pt x="327" y="1177"/>
                </a:cubicBezTo>
                <a:cubicBezTo>
                  <a:pt x="295" y="1164"/>
                  <a:pt x="264" y="1148"/>
                  <a:pt x="235" y="1129"/>
                </a:cubicBezTo>
                <a:cubicBezTo>
                  <a:pt x="206" y="1109"/>
                  <a:pt x="180" y="1087"/>
                  <a:pt x="155" y="1063"/>
                </a:cubicBezTo>
                <a:cubicBezTo>
                  <a:pt x="130" y="1038"/>
                  <a:pt x="109" y="1011"/>
                  <a:pt x="89" y="983"/>
                </a:cubicBezTo>
                <a:cubicBezTo>
                  <a:pt x="70" y="954"/>
                  <a:pt x="54" y="923"/>
                  <a:pt x="40" y="891"/>
                </a:cubicBezTo>
                <a:cubicBezTo>
                  <a:pt x="27" y="859"/>
                  <a:pt x="17" y="826"/>
                  <a:pt x="10" y="792"/>
                </a:cubicBezTo>
                <a:cubicBezTo>
                  <a:pt x="3" y="758"/>
                  <a:pt x="0" y="723"/>
                  <a:pt x="0" y="688"/>
                </a:cubicBezTo>
                <a:close/>
              </a:path>
            </a:pathLst>
          </a:custGeom>
          <a:solidFill>
            <a:srgbClr val="F7B73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 txBox="1"/>
          <p:nvPr/>
        </p:nvSpPr>
        <p:spPr>
          <a:xfrm>
            <a:off x="7895160" y="4660560"/>
            <a:ext cx="299196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 — immediate action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 txBox="1"/>
          <p:nvPr/>
        </p:nvSpPr>
        <p:spPr>
          <a:xfrm>
            <a:off x="6736680" y="5261400"/>
            <a:ext cx="1363680" cy="33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99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P3 Medium</a:t>
            </a:r>
            <a:endParaRPr lang="en-IN" sz="19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/>
          <p:nvPr/>
        </p:nvSpPr>
        <p:spPr>
          <a:xfrm>
            <a:off x="6972120" y="5743440"/>
            <a:ext cx="1086120" cy="438480"/>
          </a:xfrm>
          <a:custGeom>
            <a:avLst/>
            <a:gdLst/>
            <a:ahLst/>
            <a:rect l="0" t="0" r="r" b="b"/>
            <a:pathLst>
              <a:path w="3017" h="1218">
                <a:moveTo>
                  <a:pt x="0" y="689"/>
                </a:moveTo>
                <a:lnTo>
                  <a:pt x="0" y="530"/>
                </a:lnTo>
                <a:cubicBezTo>
                  <a:pt x="0" y="495"/>
                  <a:pt x="3" y="460"/>
                  <a:pt x="10" y="426"/>
                </a:cubicBezTo>
                <a:cubicBezTo>
                  <a:pt x="17" y="392"/>
                  <a:pt x="27" y="359"/>
                  <a:pt x="40" y="327"/>
                </a:cubicBezTo>
                <a:cubicBezTo>
                  <a:pt x="54" y="294"/>
                  <a:pt x="70" y="264"/>
                  <a:pt x="89" y="235"/>
                </a:cubicBezTo>
                <a:cubicBezTo>
                  <a:pt x="108" y="206"/>
                  <a:pt x="130" y="179"/>
                  <a:pt x="155" y="155"/>
                </a:cubicBezTo>
                <a:cubicBezTo>
                  <a:pt x="180" y="130"/>
                  <a:pt x="206" y="108"/>
                  <a:pt x="235" y="89"/>
                </a:cubicBezTo>
                <a:cubicBezTo>
                  <a:pt x="265" y="70"/>
                  <a:pt x="296" y="53"/>
                  <a:pt x="328" y="40"/>
                </a:cubicBezTo>
                <a:cubicBezTo>
                  <a:pt x="360" y="27"/>
                  <a:pt x="393" y="17"/>
                  <a:pt x="427" y="10"/>
                </a:cubicBezTo>
                <a:cubicBezTo>
                  <a:pt x="461" y="3"/>
                  <a:pt x="495" y="0"/>
                  <a:pt x="530" y="0"/>
                </a:cubicBezTo>
                <a:lnTo>
                  <a:pt x="2488" y="0"/>
                </a:lnTo>
                <a:cubicBezTo>
                  <a:pt x="2523" y="0"/>
                  <a:pt x="2557" y="3"/>
                  <a:pt x="2591" y="10"/>
                </a:cubicBezTo>
                <a:cubicBezTo>
                  <a:pt x="2625" y="17"/>
                  <a:pt x="2658" y="27"/>
                  <a:pt x="2691" y="40"/>
                </a:cubicBezTo>
                <a:cubicBezTo>
                  <a:pt x="2723" y="53"/>
                  <a:pt x="2753" y="70"/>
                  <a:pt x="2782" y="89"/>
                </a:cubicBezTo>
                <a:cubicBezTo>
                  <a:pt x="2811" y="108"/>
                  <a:pt x="2838" y="130"/>
                  <a:pt x="2862" y="155"/>
                </a:cubicBezTo>
                <a:cubicBezTo>
                  <a:pt x="2887" y="179"/>
                  <a:pt x="2909" y="206"/>
                  <a:pt x="2928" y="235"/>
                </a:cubicBezTo>
                <a:cubicBezTo>
                  <a:pt x="2947" y="264"/>
                  <a:pt x="2964" y="294"/>
                  <a:pt x="2977" y="327"/>
                </a:cubicBezTo>
                <a:cubicBezTo>
                  <a:pt x="2990" y="359"/>
                  <a:pt x="3000" y="392"/>
                  <a:pt x="3007" y="426"/>
                </a:cubicBezTo>
                <a:cubicBezTo>
                  <a:pt x="3014" y="460"/>
                  <a:pt x="3017" y="495"/>
                  <a:pt x="3017" y="530"/>
                </a:cubicBezTo>
                <a:lnTo>
                  <a:pt x="3017" y="689"/>
                </a:lnTo>
                <a:cubicBezTo>
                  <a:pt x="3017" y="724"/>
                  <a:pt x="3014" y="758"/>
                  <a:pt x="3007" y="792"/>
                </a:cubicBezTo>
                <a:cubicBezTo>
                  <a:pt x="3000" y="826"/>
                  <a:pt x="2990" y="859"/>
                  <a:pt x="2977" y="891"/>
                </a:cubicBezTo>
                <a:cubicBezTo>
                  <a:pt x="2964" y="923"/>
                  <a:pt x="2947" y="954"/>
                  <a:pt x="2928" y="983"/>
                </a:cubicBezTo>
                <a:cubicBezTo>
                  <a:pt x="2909" y="1012"/>
                  <a:pt x="2887" y="1038"/>
                  <a:pt x="2862" y="1063"/>
                </a:cubicBezTo>
                <a:cubicBezTo>
                  <a:pt x="2838" y="1088"/>
                  <a:pt x="2811" y="1109"/>
                  <a:pt x="2782" y="1129"/>
                </a:cubicBezTo>
                <a:cubicBezTo>
                  <a:pt x="2753" y="1148"/>
                  <a:pt x="2723" y="1164"/>
                  <a:pt x="2691" y="1178"/>
                </a:cubicBezTo>
                <a:cubicBezTo>
                  <a:pt x="2658" y="1191"/>
                  <a:pt x="2625" y="1201"/>
                  <a:pt x="2591" y="1208"/>
                </a:cubicBezTo>
                <a:cubicBezTo>
                  <a:pt x="2557" y="1215"/>
                  <a:pt x="2523" y="1218"/>
                  <a:pt x="2488" y="1218"/>
                </a:cubicBezTo>
                <a:lnTo>
                  <a:pt x="530" y="1218"/>
                </a:lnTo>
                <a:cubicBezTo>
                  <a:pt x="495" y="1218"/>
                  <a:pt x="461" y="1215"/>
                  <a:pt x="427" y="1208"/>
                </a:cubicBezTo>
                <a:cubicBezTo>
                  <a:pt x="393" y="1201"/>
                  <a:pt x="360" y="1191"/>
                  <a:pt x="328" y="1178"/>
                </a:cubicBezTo>
                <a:cubicBezTo>
                  <a:pt x="296" y="1164"/>
                  <a:pt x="265" y="1148"/>
                  <a:pt x="235" y="1129"/>
                </a:cubicBezTo>
                <a:cubicBezTo>
                  <a:pt x="206" y="1109"/>
                  <a:pt x="180" y="1088"/>
                  <a:pt x="155" y="1063"/>
                </a:cubicBezTo>
                <a:cubicBezTo>
                  <a:pt x="130" y="1038"/>
                  <a:pt x="108" y="1012"/>
                  <a:pt x="89" y="983"/>
                </a:cubicBezTo>
                <a:cubicBezTo>
                  <a:pt x="70" y="954"/>
                  <a:pt x="54" y="923"/>
                  <a:pt x="40" y="891"/>
                </a:cubicBezTo>
                <a:cubicBezTo>
                  <a:pt x="27" y="859"/>
                  <a:pt x="17" y="826"/>
                  <a:pt x="10" y="792"/>
                </a:cubicBezTo>
                <a:cubicBezTo>
                  <a:pt x="3" y="758"/>
                  <a:pt x="0" y="724"/>
                  <a:pt x="0" y="689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 txBox="1"/>
          <p:nvPr/>
        </p:nvSpPr>
        <p:spPr>
          <a:xfrm>
            <a:off x="8488080" y="5184720"/>
            <a:ext cx="238356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 — standard SLA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 txBox="1"/>
          <p:nvPr/>
        </p:nvSpPr>
        <p:spPr>
          <a:xfrm>
            <a:off x="7090560" y="5785200"/>
            <a:ext cx="993960" cy="33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990" b="1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P 4 / P 5</a:t>
            </a:r>
            <a:endParaRPr lang="en-IN" sz="19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/>
          <p:nvPr/>
        </p:nvSpPr>
        <p:spPr>
          <a:xfrm>
            <a:off x="11005920" y="6431400"/>
            <a:ext cx="852840" cy="426600"/>
          </a:xfrm>
          <a:custGeom>
            <a:avLst/>
            <a:gdLst/>
            <a:ahLst/>
            <a:rect l="0" t="0" r="r" b="b"/>
            <a:pathLst>
              <a:path w="2369" h="1185">
                <a:moveTo>
                  <a:pt x="0" y="1185"/>
                </a:moveTo>
                <a:lnTo>
                  <a:pt x="1184" y="0"/>
                </a:lnTo>
                <a:lnTo>
                  <a:pt x="2369" y="1185"/>
                </a:lnTo>
                <a:lnTo>
                  <a:pt x="0" y="1185"/>
                </a:ln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/>
          <p:nvPr/>
        </p:nvSpPr>
        <p:spPr>
          <a:xfrm>
            <a:off x="10858320" y="6747120"/>
            <a:ext cx="111240" cy="110880"/>
          </a:xfrm>
          <a:custGeom>
            <a:avLst/>
            <a:gdLst/>
            <a:ahLst/>
            <a:rect l="0" t="0" r="r" b="b"/>
            <a:pathLst>
              <a:path w="309" h="308">
                <a:moveTo>
                  <a:pt x="0" y="0"/>
                </a:moveTo>
                <a:lnTo>
                  <a:pt x="309" y="308"/>
                </a:lnTo>
                <a:lnTo>
                  <a:pt x="0" y="30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/>
          <p:nvPr/>
        </p:nvSpPr>
        <p:spPr>
          <a:xfrm>
            <a:off x="10858320" y="6579720"/>
            <a:ext cx="277920" cy="278280"/>
          </a:xfrm>
          <a:custGeom>
            <a:avLst/>
            <a:gdLst/>
            <a:ahLst/>
            <a:rect l="0" t="0" r="r" b="b"/>
            <a:pathLst>
              <a:path w="772" h="773">
                <a:moveTo>
                  <a:pt x="309" y="773"/>
                </a:moveTo>
                <a:lnTo>
                  <a:pt x="0" y="465"/>
                </a:lnTo>
                <a:lnTo>
                  <a:pt x="0" y="359"/>
                </a:lnTo>
                <a:lnTo>
                  <a:pt x="360" y="0"/>
                </a:lnTo>
                <a:lnTo>
                  <a:pt x="772" y="412"/>
                </a:lnTo>
                <a:lnTo>
                  <a:pt x="411" y="773"/>
                </a:lnTo>
                <a:lnTo>
                  <a:pt x="309" y="77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/>
          <p:nvPr/>
        </p:nvSpPr>
        <p:spPr>
          <a:xfrm>
            <a:off x="10858320" y="6450480"/>
            <a:ext cx="129600" cy="258840"/>
          </a:xfrm>
          <a:custGeom>
            <a:avLst/>
            <a:gdLst/>
            <a:ahLst/>
            <a:rect l="0" t="0" r="r" b="b"/>
            <a:pathLst>
              <a:path w="360" h="719">
                <a:moveTo>
                  <a:pt x="0" y="0"/>
                </a:moveTo>
                <a:lnTo>
                  <a:pt x="360" y="359"/>
                </a:lnTo>
                <a:lnTo>
                  <a:pt x="0" y="71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/>
          <p:nvPr/>
        </p:nvSpPr>
        <p:spPr>
          <a:xfrm>
            <a:off x="10987560" y="6431400"/>
            <a:ext cx="296640" cy="297000"/>
          </a:xfrm>
          <a:custGeom>
            <a:avLst/>
            <a:gdLst/>
            <a:ahLst/>
            <a:rect l="0" t="0" r="r" b="b"/>
            <a:pathLst>
              <a:path w="824" h="825">
                <a:moveTo>
                  <a:pt x="413" y="825"/>
                </a:moveTo>
                <a:lnTo>
                  <a:pt x="0" y="412"/>
                </a:lnTo>
                <a:lnTo>
                  <a:pt x="413" y="0"/>
                </a:lnTo>
                <a:lnTo>
                  <a:pt x="824" y="412"/>
                </a:lnTo>
                <a:lnTo>
                  <a:pt x="413" y="8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/>
          <p:nvPr/>
        </p:nvSpPr>
        <p:spPr>
          <a:xfrm>
            <a:off x="11135880" y="6283440"/>
            <a:ext cx="296640" cy="296640"/>
          </a:xfrm>
          <a:custGeom>
            <a:avLst/>
            <a:gdLst/>
            <a:ahLst/>
            <a:rect l="0" t="0" r="r" b="b"/>
            <a:pathLst>
              <a:path w="824" h="824">
                <a:moveTo>
                  <a:pt x="411" y="824"/>
                </a:moveTo>
                <a:lnTo>
                  <a:pt x="0" y="412"/>
                </a:lnTo>
                <a:lnTo>
                  <a:pt x="411" y="0"/>
                </a:lnTo>
                <a:lnTo>
                  <a:pt x="824" y="412"/>
                </a:lnTo>
                <a:lnTo>
                  <a:pt x="411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/>
          <p:nvPr/>
        </p:nvSpPr>
        <p:spPr>
          <a:xfrm>
            <a:off x="10858320" y="6283440"/>
            <a:ext cx="277920" cy="296640"/>
          </a:xfrm>
          <a:custGeom>
            <a:avLst/>
            <a:gdLst/>
            <a:ahLst/>
            <a:rect l="0" t="0" r="r" b="b"/>
            <a:pathLst>
              <a:path w="772" h="824">
                <a:moveTo>
                  <a:pt x="360" y="824"/>
                </a:moveTo>
                <a:lnTo>
                  <a:pt x="0" y="465"/>
                </a:lnTo>
                <a:lnTo>
                  <a:pt x="0" y="360"/>
                </a:lnTo>
                <a:lnTo>
                  <a:pt x="360" y="0"/>
                </a:lnTo>
                <a:lnTo>
                  <a:pt x="772" y="412"/>
                </a:lnTo>
                <a:lnTo>
                  <a:pt x="360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/>
          <p:nvPr/>
        </p:nvSpPr>
        <p:spPr>
          <a:xfrm>
            <a:off x="10987560" y="6135120"/>
            <a:ext cx="296640" cy="296640"/>
          </a:xfrm>
          <a:custGeom>
            <a:avLst/>
            <a:gdLst/>
            <a:ahLst/>
            <a:rect l="0" t="0" r="r" b="b"/>
            <a:pathLst>
              <a:path w="824" h="824">
                <a:moveTo>
                  <a:pt x="413" y="824"/>
                </a:moveTo>
                <a:lnTo>
                  <a:pt x="0" y="412"/>
                </a:lnTo>
                <a:lnTo>
                  <a:pt x="413" y="0"/>
                </a:lnTo>
                <a:lnTo>
                  <a:pt x="824" y="412"/>
                </a:lnTo>
                <a:lnTo>
                  <a:pt x="413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/>
          <p:nvPr/>
        </p:nvSpPr>
        <p:spPr>
          <a:xfrm>
            <a:off x="10858320" y="5857560"/>
            <a:ext cx="277920" cy="555480"/>
          </a:xfrm>
          <a:custGeom>
            <a:avLst/>
            <a:gdLst/>
            <a:ahLst/>
            <a:rect l="0" t="0" r="r" b="b"/>
            <a:pathLst>
              <a:path w="772" h="1543">
                <a:moveTo>
                  <a:pt x="0" y="0"/>
                </a:moveTo>
                <a:lnTo>
                  <a:pt x="772" y="771"/>
                </a:lnTo>
                <a:lnTo>
                  <a:pt x="0" y="154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/>
          <p:nvPr/>
        </p:nvSpPr>
        <p:spPr>
          <a:xfrm>
            <a:off x="11432160" y="5838480"/>
            <a:ext cx="759960" cy="1019520"/>
          </a:xfrm>
          <a:custGeom>
            <a:avLst/>
            <a:gdLst/>
            <a:ahLst/>
            <a:rect l="0" t="0" r="r" b="b"/>
            <a:pathLst>
              <a:path w="2111" h="2832">
                <a:moveTo>
                  <a:pt x="1185" y="2832"/>
                </a:moveTo>
                <a:lnTo>
                  <a:pt x="0" y="1647"/>
                </a:lnTo>
                <a:lnTo>
                  <a:pt x="1648" y="0"/>
                </a:lnTo>
                <a:lnTo>
                  <a:pt x="2111" y="463"/>
                </a:lnTo>
                <a:lnTo>
                  <a:pt x="2111" y="2832"/>
                </a:lnTo>
                <a:lnTo>
                  <a:pt x="1185" y="2832"/>
                </a:ln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/>
          <p:nvPr/>
        </p:nvSpPr>
        <p:spPr>
          <a:xfrm>
            <a:off x="12025080" y="5671800"/>
            <a:ext cx="167040" cy="333720"/>
          </a:xfrm>
          <a:custGeom>
            <a:avLst/>
            <a:gdLst/>
            <a:ahLst/>
            <a:rect l="0" t="0" r="r" b="b"/>
            <a:pathLst>
              <a:path w="464" h="927">
                <a:moveTo>
                  <a:pt x="464" y="927"/>
                </a:moveTo>
                <a:lnTo>
                  <a:pt x="0" y="464"/>
                </a:lnTo>
                <a:lnTo>
                  <a:pt x="464" y="0"/>
                </a:lnTo>
                <a:lnTo>
                  <a:pt x="464" y="927"/>
                </a:ln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/>
          <p:nvPr/>
        </p:nvSpPr>
        <p:spPr>
          <a:xfrm>
            <a:off x="11283840" y="6135120"/>
            <a:ext cx="297000" cy="296640"/>
          </a:xfrm>
          <a:custGeom>
            <a:avLst/>
            <a:gdLst/>
            <a:ahLst/>
            <a:rect l="0" t="0" r="r" b="b"/>
            <a:pathLst>
              <a:path w="825" h="824">
                <a:moveTo>
                  <a:pt x="413" y="824"/>
                </a:moveTo>
                <a:lnTo>
                  <a:pt x="0" y="412"/>
                </a:lnTo>
                <a:lnTo>
                  <a:pt x="413" y="0"/>
                </a:lnTo>
                <a:lnTo>
                  <a:pt x="825" y="412"/>
                </a:lnTo>
                <a:lnTo>
                  <a:pt x="413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/>
          <p:nvPr/>
        </p:nvSpPr>
        <p:spPr>
          <a:xfrm>
            <a:off x="11432160" y="5986800"/>
            <a:ext cx="297000" cy="297000"/>
          </a:xfrm>
          <a:custGeom>
            <a:avLst/>
            <a:gdLst/>
            <a:ahLst/>
            <a:rect l="0" t="0" r="r" b="b"/>
            <a:pathLst>
              <a:path w="825" h="825">
                <a:moveTo>
                  <a:pt x="412" y="825"/>
                </a:moveTo>
                <a:lnTo>
                  <a:pt x="0" y="413"/>
                </a:lnTo>
                <a:lnTo>
                  <a:pt x="412" y="0"/>
                </a:lnTo>
                <a:lnTo>
                  <a:pt x="825" y="413"/>
                </a:lnTo>
                <a:lnTo>
                  <a:pt x="412" y="8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/>
          <p:nvPr/>
        </p:nvSpPr>
        <p:spPr>
          <a:xfrm>
            <a:off x="11135880" y="5986800"/>
            <a:ext cx="296640" cy="297000"/>
          </a:xfrm>
          <a:custGeom>
            <a:avLst/>
            <a:gdLst/>
            <a:ahLst/>
            <a:rect l="0" t="0" r="r" b="b"/>
            <a:pathLst>
              <a:path w="824" h="825">
                <a:moveTo>
                  <a:pt x="411" y="825"/>
                </a:moveTo>
                <a:lnTo>
                  <a:pt x="0" y="413"/>
                </a:lnTo>
                <a:lnTo>
                  <a:pt x="411" y="0"/>
                </a:lnTo>
                <a:lnTo>
                  <a:pt x="824" y="413"/>
                </a:lnTo>
                <a:lnTo>
                  <a:pt x="411" y="8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/>
          <p:nvPr/>
        </p:nvSpPr>
        <p:spPr>
          <a:xfrm>
            <a:off x="11283840" y="5838480"/>
            <a:ext cx="297000" cy="297000"/>
          </a:xfrm>
          <a:custGeom>
            <a:avLst/>
            <a:gdLst/>
            <a:ahLst/>
            <a:rect l="0" t="0" r="r" b="b"/>
            <a:pathLst>
              <a:path w="825" h="825">
                <a:moveTo>
                  <a:pt x="413" y="825"/>
                </a:moveTo>
                <a:lnTo>
                  <a:pt x="0" y="412"/>
                </a:lnTo>
                <a:lnTo>
                  <a:pt x="413" y="0"/>
                </a:lnTo>
                <a:lnTo>
                  <a:pt x="825" y="412"/>
                </a:lnTo>
                <a:lnTo>
                  <a:pt x="413" y="8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/>
          <p:nvPr/>
        </p:nvSpPr>
        <p:spPr>
          <a:xfrm>
            <a:off x="11580480" y="5838480"/>
            <a:ext cx="296640" cy="297000"/>
          </a:xfrm>
          <a:custGeom>
            <a:avLst/>
            <a:gdLst/>
            <a:ahLst/>
            <a:rect l="0" t="0" r="r" b="b"/>
            <a:pathLst>
              <a:path w="824" h="825">
                <a:moveTo>
                  <a:pt x="413" y="825"/>
                </a:moveTo>
                <a:lnTo>
                  <a:pt x="0" y="412"/>
                </a:lnTo>
                <a:lnTo>
                  <a:pt x="413" y="0"/>
                </a:lnTo>
                <a:lnTo>
                  <a:pt x="824" y="412"/>
                </a:lnTo>
                <a:lnTo>
                  <a:pt x="413" y="8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/>
          <p:nvPr/>
        </p:nvSpPr>
        <p:spPr>
          <a:xfrm>
            <a:off x="11728800" y="5690520"/>
            <a:ext cx="296640" cy="296640"/>
          </a:xfrm>
          <a:custGeom>
            <a:avLst/>
            <a:gdLst/>
            <a:ahLst/>
            <a:rect l="0" t="0" r="r" b="b"/>
            <a:pathLst>
              <a:path w="824" h="824">
                <a:moveTo>
                  <a:pt x="411" y="824"/>
                </a:moveTo>
                <a:lnTo>
                  <a:pt x="0" y="412"/>
                </a:lnTo>
                <a:lnTo>
                  <a:pt x="411" y="0"/>
                </a:lnTo>
                <a:lnTo>
                  <a:pt x="824" y="412"/>
                </a:lnTo>
                <a:lnTo>
                  <a:pt x="411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/>
          <p:nvPr/>
        </p:nvSpPr>
        <p:spPr>
          <a:xfrm>
            <a:off x="11432160" y="5690520"/>
            <a:ext cx="297000" cy="296640"/>
          </a:xfrm>
          <a:custGeom>
            <a:avLst/>
            <a:gdLst/>
            <a:ahLst/>
            <a:rect l="0" t="0" r="r" b="b"/>
            <a:pathLst>
              <a:path w="825" h="824">
                <a:moveTo>
                  <a:pt x="412" y="824"/>
                </a:moveTo>
                <a:lnTo>
                  <a:pt x="0" y="412"/>
                </a:lnTo>
                <a:lnTo>
                  <a:pt x="412" y="0"/>
                </a:lnTo>
                <a:lnTo>
                  <a:pt x="825" y="412"/>
                </a:lnTo>
                <a:lnTo>
                  <a:pt x="412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/>
          <p:nvPr/>
        </p:nvSpPr>
        <p:spPr>
          <a:xfrm>
            <a:off x="11580480" y="5542200"/>
            <a:ext cx="296640" cy="296640"/>
          </a:xfrm>
          <a:custGeom>
            <a:avLst/>
            <a:gdLst/>
            <a:ahLst/>
            <a:rect l="0" t="0" r="r" b="b"/>
            <a:pathLst>
              <a:path w="824" h="824">
                <a:moveTo>
                  <a:pt x="413" y="824"/>
                </a:moveTo>
                <a:lnTo>
                  <a:pt x="0" y="412"/>
                </a:lnTo>
                <a:lnTo>
                  <a:pt x="413" y="0"/>
                </a:lnTo>
                <a:lnTo>
                  <a:pt x="824" y="412"/>
                </a:lnTo>
                <a:lnTo>
                  <a:pt x="413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/>
          <p:nvPr/>
        </p:nvSpPr>
        <p:spPr>
          <a:xfrm>
            <a:off x="10858320" y="5542200"/>
            <a:ext cx="574200" cy="593280"/>
          </a:xfrm>
          <a:custGeom>
            <a:avLst/>
            <a:gdLst/>
            <a:ahLst/>
            <a:rect l="0" t="0" r="r" b="b"/>
            <a:pathLst>
              <a:path w="1595" h="1648">
                <a:moveTo>
                  <a:pt x="771" y="1648"/>
                </a:moveTo>
                <a:lnTo>
                  <a:pt x="0" y="877"/>
                </a:lnTo>
                <a:lnTo>
                  <a:pt x="0" y="772"/>
                </a:lnTo>
                <a:lnTo>
                  <a:pt x="771" y="0"/>
                </a:lnTo>
                <a:lnTo>
                  <a:pt x="1595" y="824"/>
                </a:lnTo>
                <a:lnTo>
                  <a:pt x="771" y="164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/>
          <p:nvPr/>
        </p:nvSpPr>
        <p:spPr>
          <a:xfrm>
            <a:off x="11135880" y="5524200"/>
            <a:ext cx="593280" cy="314640"/>
          </a:xfrm>
          <a:custGeom>
            <a:avLst/>
            <a:gdLst/>
            <a:ahLst/>
            <a:rect l="0" t="0" r="r" b="b"/>
            <a:pathLst>
              <a:path w="1648" h="874">
                <a:moveTo>
                  <a:pt x="823" y="874"/>
                </a:moveTo>
                <a:lnTo>
                  <a:pt x="0" y="50"/>
                </a:lnTo>
                <a:lnTo>
                  <a:pt x="49" y="0"/>
                </a:lnTo>
                <a:lnTo>
                  <a:pt x="1598" y="0"/>
                </a:lnTo>
                <a:lnTo>
                  <a:pt x="1648" y="50"/>
                </a:lnTo>
                <a:lnTo>
                  <a:pt x="823" y="87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/>
          <p:nvPr/>
        </p:nvSpPr>
        <p:spPr>
          <a:xfrm>
            <a:off x="11876760" y="5542200"/>
            <a:ext cx="297000" cy="296640"/>
          </a:xfrm>
          <a:custGeom>
            <a:avLst/>
            <a:gdLst/>
            <a:ahLst/>
            <a:rect l="0" t="0" r="r" b="b"/>
            <a:pathLst>
              <a:path w="825" h="824">
                <a:moveTo>
                  <a:pt x="413" y="824"/>
                </a:moveTo>
                <a:lnTo>
                  <a:pt x="0" y="412"/>
                </a:lnTo>
                <a:lnTo>
                  <a:pt x="413" y="0"/>
                </a:lnTo>
                <a:lnTo>
                  <a:pt x="825" y="412"/>
                </a:lnTo>
                <a:lnTo>
                  <a:pt x="413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/>
          <p:nvPr/>
        </p:nvSpPr>
        <p:spPr>
          <a:xfrm>
            <a:off x="12025080" y="5524200"/>
            <a:ext cx="167040" cy="166680"/>
          </a:xfrm>
          <a:custGeom>
            <a:avLst/>
            <a:gdLst/>
            <a:ahLst/>
            <a:rect l="0" t="0" r="r" b="b"/>
            <a:pathLst>
              <a:path w="464" h="463">
                <a:moveTo>
                  <a:pt x="413" y="463"/>
                </a:moveTo>
                <a:lnTo>
                  <a:pt x="0" y="50"/>
                </a:lnTo>
                <a:lnTo>
                  <a:pt x="50" y="0"/>
                </a:lnTo>
                <a:lnTo>
                  <a:pt x="464" y="0"/>
                </a:lnTo>
                <a:lnTo>
                  <a:pt x="464" y="411"/>
                </a:lnTo>
                <a:lnTo>
                  <a:pt x="413" y="46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/>
          <p:nvPr/>
        </p:nvSpPr>
        <p:spPr>
          <a:xfrm>
            <a:off x="11728800" y="5524200"/>
            <a:ext cx="296640" cy="166680"/>
          </a:xfrm>
          <a:custGeom>
            <a:avLst/>
            <a:gdLst/>
            <a:ahLst/>
            <a:rect l="0" t="0" r="r" b="b"/>
            <a:pathLst>
              <a:path w="824" h="463">
                <a:moveTo>
                  <a:pt x="411" y="463"/>
                </a:moveTo>
                <a:lnTo>
                  <a:pt x="0" y="50"/>
                </a:lnTo>
                <a:lnTo>
                  <a:pt x="49" y="0"/>
                </a:lnTo>
                <a:lnTo>
                  <a:pt x="775" y="0"/>
                </a:lnTo>
                <a:lnTo>
                  <a:pt x="824" y="50"/>
                </a:lnTo>
                <a:lnTo>
                  <a:pt x="411" y="46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/>
          <p:nvPr/>
        </p:nvSpPr>
        <p:spPr>
          <a:xfrm>
            <a:off x="12007440" y="5524200"/>
            <a:ext cx="36000" cy="18360"/>
          </a:xfrm>
          <a:custGeom>
            <a:avLst/>
            <a:gdLst/>
            <a:ahLst/>
            <a:rect l="0" t="0" r="r" b="b"/>
            <a:pathLst>
              <a:path w="100" h="51">
                <a:moveTo>
                  <a:pt x="49" y="51"/>
                </a:moveTo>
                <a:lnTo>
                  <a:pt x="0" y="0"/>
                </a:lnTo>
                <a:lnTo>
                  <a:pt x="100" y="0"/>
                </a:lnTo>
                <a:lnTo>
                  <a:pt x="49" y="5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/>
          <p:nvPr/>
        </p:nvSpPr>
        <p:spPr>
          <a:xfrm>
            <a:off x="11710800" y="5524200"/>
            <a:ext cx="36000" cy="18360"/>
          </a:xfrm>
          <a:custGeom>
            <a:avLst/>
            <a:gdLst/>
            <a:ahLst/>
            <a:rect l="0" t="0" r="r" b="b"/>
            <a:pathLst>
              <a:path w="100" h="51">
                <a:moveTo>
                  <a:pt x="50" y="51"/>
                </a:moveTo>
                <a:lnTo>
                  <a:pt x="0" y="0"/>
                </a:lnTo>
                <a:lnTo>
                  <a:pt x="100" y="0"/>
                </a:lnTo>
                <a:lnTo>
                  <a:pt x="50" y="5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/>
          <p:nvPr/>
        </p:nvSpPr>
        <p:spPr>
          <a:xfrm>
            <a:off x="10858320" y="5524200"/>
            <a:ext cx="295560" cy="295920"/>
          </a:xfrm>
          <a:custGeom>
            <a:avLst/>
            <a:gdLst/>
            <a:ahLst/>
            <a:rect l="0" t="0" r="r" b="b"/>
            <a:pathLst>
              <a:path w="821" h="822">
                <a:moveTo>
                  <a:pt x="0" y="0"/>
                </a:moveTo>
                <a:lnTo>
                  <a:pt x="821" y="0"/>
                </a:lnTo>
                <a:lnTo>
                  <a:pt x="0" y="82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/>
          <p:nvPr/>
        </p:nvSpPr>
        <p:spPr>
          <a:xfrm>
            <a:off x="11701080" y="6266520"/>
            <a:ext cx="235080" cy="299160"/>
          </a:xfrm>
          <a:custGeom>
            <a:avLst/>
            <a:gdLst/>
            <a:ahLst/>
            <a:rect l="0" t="0" r="r" b="b"/>
            <a:pathLst>
              <a:path w="653" h="831">
                <a:moveTo>
                  <a:pt x="0" y="0"/>
                </a:moveTo>
                <a:lnTo>
                  <a:pt x="653" y="0"/>
                </a:lnTo>
                <a:lnTo>
                  <a:pt x="653" y="831"/>
                </a:lnTo>
                <a:lnTo>
                  <a:pt x="0" y="831"/>
                </a:lnTo>
                <a:lnTo>
                  <a:pt x="0" y="0"/>
                </a:lnTo>
                <a:close/>
              </a:path>
            </a:pathLst>
          </a:custGeom>
          <a:solidFill>
            <a:srgbClr val="FDFC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 txBox="1"/>
          <p:nvPr/>
        </p:nvSpPr>
        <p:spPr>
          <a:xfrm>
            <a:off x="8079840" y="5708520"/>
            <a:ext cx="239040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 — routine / info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 txBox="1"/>
          <p:nvPr/>
        </p:nvSpPr>
        <p:spPr>
          <a:xfrm>
            <a:off x="11754360" y="624924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SegoeUI"/>
                <a:ea typeface="SegoeUI"/>
              </a:rPr>
              <a:t>6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 txBox="1"/>
          <p:nvPr/>
        </p:nvSpPr>
        <p:spPr>
          <a:xfrm>
            <a:off x="11754360" y="624924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202228"/>
                </a:solidFill>
                <a:effectLst/>
                <a:uFillTx/>
                <a:latin typeface="SegoeUI"/>
                <a:ea typeface="SegoeUI"/>
              </a:rPr>
              <a:t>6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/>
          <p:nvPr/>
        </p:nvSpPr>
        <p:spPr>
          <a:xfrm>
            <a:off x="0" y="0"/>
            <a:ext cx="12192120" cy="76320"/>
          </a:xfrm>
          <a:custGeom>
            <a:avLst/>
            <a:gdLst/>
            <a:ahLst/>
            <a:rect l="0" t="0" r="r" b="b"/>
            <a:pathLst>
              <a:path w="33867" h="212">
                <a:moveTo>
                  <a:pt x="0" y="0"/>
                </a:moveTo>
                <a:lnTo>
                  <a:pt x="33867" y="0"/>
                </a:lnTo>
                <a:lnTo>
                  <a:pt x="33867" y="212"/>
                </a:lnTo>
                <a:lnTo>
                  <a:pt x="0" y="212"/>
                </a:lnTo>
                <a:lnTo>
                  <a:pt x="0" y="0"/>
                </a:lnTo>
                <a:close/>
              </a:path>
            </a:pathLst>
          </a:custGeom>
          <a:solidFill>
            <a:srgbClr val="13880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/>
          <p:nvPr/>
        </p:nvSpPr>
        <p:spPr>
          <a:xfrm>
            <a:off x="495000" y="1333440"/>
            <a:ext cx="11201760" cy="28800"/>
          </a:xfrm>
          <a:custGeom>
            <a:avLst/>
            <a:gdLst/>
            <a:ahLst/>
            <a:rect l="0" t="0" r="r" b="b"/>
            <a:pathLst>
              <a:path w="31116" h="80">
                <a:moveTo>
                  <a:pt x="0" y="0"/>
                </a:moveTo>
                <a:lnTo>
                  <a:pt x="31116" y="0"/>
                </a:lnTo>
                <a:lnTo>
                  <a:pt x="31116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/>
          <p:nvPr/>
        </p:nvSpPr>
        <p:spPr>
          <a:xfrm>
            <a:off x="504720" y="1562040"/>
            <a:ext cx="1295640" cy="1009800"/>
          </a:xfrm>
          <a:custGeom>
            <a:avLst/>
            <a:gdLst/>
            <a:ahLst/>
            <a:rect l="0" t="0" r="r" b="b"/>
            <a:pathLst>
              <a:path w="3599" h="2805">
                <a:moveTo>
                  <a:pt x="0" y="2566"/>
                </a:moveTo>
                <a:lnTo>
                  <a:pt x="0" y="238"/>
                </a:lnTo>
                <a:cubicBezTo>
                  <a:pt x="0" y="222"/>
                  <a:pt x="1" y="207"/>
                  <a:pt x="4" y="191"/>
                </a:cubicBezTo>
                <a:cubicBezTo>
                  <a:pt x="7" y="176"/>
                  <a:pt x="12" y="161"/>
                  <a:pt x="18" y="147"/>
                </a:cubicBezTo>
                <a:cubicBezTo>
                  <a:pt x="24" y="132"/>
                  <a:pt x="31" y="118"/>
                  <a:pt x="40" y="105"/>
                </a:cubicBezTo>
                <a:cubicBezTo>
                  <a:pt x="49" y="92"/>
                  <a:pt x="58" y="80"/>
                  <a:pt x="70" y="69"/>
                </a:cubicBezTo>
                <a:cubicBezTo>
                  <a:pt x="81" y="58"/>
                  <a:pt x="93" y="48"/>
                  <a:pt x="106" y="40"/>
                </a:cubicBezTo>
                <a:cubicBezTo>
                  <a:pt x="119" y="31"/>
                  <a:pt x="132" y="24"/>
                  <a:pt x="147" y="18"/>
                </a:cubicBezTo>
                <a:cubicBezTo>
                  <a:pt x="161" y="12"/>
                  <a:pt x="176" y="7"/>
                  <a:pt x="191" y="4"/>
                </a:cubicBezTo>
                <a:cubicBezTo>
                  <a:pt x="207" y="1"/>
                  <a:pt x="222" y="0"/>
                  <a:pt x="238" y="0"/>
                </a:cubicBezTo>
                <a:lnTo>
                  <a:pt x="3361" y="0"/>
                </a:lnTo>
                <a:cubicBezTo>
                  <a:pt x="3377" y="0"/>
                  <a:pt x="3392" y="1"/>
                  <a:pt x="3407" y="4"/>
                </a:cubicBezTo>
                <a:cubicBezTo>
                  <a:pt x="3423" y="7"/>
                  <a:pt x="3438" y="12"/>
                  <a:pt x="3452" y="18"/>
                </a:cubicBezTo>
                <a:cubicBezTo>
                  <a:pt x="3467" y="24"/>
                  <a:pt x="3480" y="31"/>
                  <a:pt x="3493" y="40"/>
                </a:cubicBezTo>
                <a:cubicBezTo>
                  <a:pt x="3506" y="48"/>
                  <a:pt x="3518" y="58"/>
                  <a:pt x="3529" y="69"/>
                </a:cubicBezTo>
                <a:cubicBezTo>
                  <a:pt x="3540" y="80"/>
                  <a:pt x="3550" y="92"/>
                  <a:pt x="3559" y="105"/>
                </a:cubicBezTo>
                <a:cubicBezTo>
                  <a:pt x="3568" y="118"/>
                  <a:pt x="3575" y="132"/>
                  <a:pt x="3581" y="147"/>
                </a:cubicBezTo>
                <a:cubicBezTo>
                  <a:pt x="3587" y="161"/>
                  <a:pt x="3591" y="176"/>
                  <a:pt x="3595" y="191"/>
                </a:cubicBezTo>
                <a:cubicBezTo>
                  <a:pt x="3598" y="207"/>
                  <a:pt x="3599" y="222"/>
                  <a:pt x="3599" y="238"/>
                </a:cubicBezTo>
                <a:lnTo>
                  <a:pt x="3599" y="2566"/>
                </a:lnTo>
                <a:cubicBezTo>
                  <a:pt x="3599" y="2582"/>
                  <a:pt x="3598" y="2597"/>
                  <a:pt x="3595" y="2613"/>
                </a:cubicBezTo>
                <a:cubicBezTo>
                  <a:pt x="3591" y="2628"/>
                  <a:pt x="3587" y="2643"/>
                  <a:pt x="3581" y="2657"/>
                </a:cubicBezTo>
                <a:cubicBezTo>
                  <a:pt x="3575" y="2673"/>
                  <a:pt x="3568" y="2686"/>
                  <a:pt x="3559" y="2699"/>
                </a:cubicBezTo>
                <a:cubicBezTo>
                  <a:pt x="3550" y="2712"/>
                  <a:pt x="3540" y="2724"/>
                  <a:pt x="3529" y="2736"/>
                </a:cubicBezTo>
                <a:cubicBezTo>
                  <a:pt x="3518" y="2747"/>
                  <a:pt x="3506" y="2756"/>
                  <a:pt x="3493" y="2765"/>
                </a:cubicBezTo>
                <a:cubicBezTo>
                  <a:pt x="3480" y="2774"/>
                  <a:pt x="3467" y="2781"/>
                  <a:pt x="3452" y="2787"/>
                </a:cubicBezTo>
                <a:cubicBezTo>
                  <a:pt x="3438" y="2793"/>
                  <a:pt x="3423" y="2798"/>
                  <a:pt x="3407" y="2801"/>
                </a:cubicBezTo>
                <a:cubicBezTo>
                  <a:pt x="3392" y="2804"/>
                  <a:pt x="3377" y="2805"/>
                  <a:pt x="3361" y="2805"/>
                </a:cubicBezTo>
                <a:lnTo>
                  <a:pt x="238" y="2805"/>
                </a:lnTo>
                <a:cubicBezTo>
                  <a:pt x="222" y="2805"/>
                  <a:pt x="207" y="2804"/>
                  <a:pt x="191" y="2801"/>
                </a:cubicBezTo>
                <a:cubicBezTo>
                  <a:pt x="176" y="2798"/>
                  <a:pt x="161" y="2793"/>
                  <a:pt x="147" y="2787"/>
                </a:cubicBezTo>
                <a:cubicBezTo>
                  <a:pt x="132" y="2781"/>
                  <a:pt x="119" y="2774"/>
                  <a:pt x="106" y="2765"/>
                </a:cubicBezTo>
                <a:cubicBezTo>
                  <a:pt x="93" y="2756"/>
                  <a:pt x="81" y="2747"/>
                  <a:pt x="70" y="2736"/>
                </a:cubicBezTo>
                <a:cubicBezTo>
                  <a:pt x="58" y="2724"/>
                  <a:pt x="49" y="2712"/>
                  <a:pt x="40" y="2699"/>
                </a:cubicBezTo>
                <a:cubicBezTo>
                  <a:pt x="31" y="2686"/>
                  <a:pt x="24" y="2673"/>
                  <a:pt x="18" y="2657"/>
                </a:cubicBezTo>
                <a:cubicBezTo>
                  <a:pt x="12" y="2643"/>
                  <a:pt x="7" y="2628"/>
                  <a:pt x="4" y="2613"/>
                </a:cubicBezTo>
                <a:cubicBezTo>
                  <a:pt x="1" y="2597"/>
                  <a:pt x="0" y="2582"/>
                  <a:pt x="0" y="2566"/>
                </a:cubicBezTo>
                <a:close/>
              </a:path>
            </a:pathLst>
          </a:custGeom>
          <a:solidFill>
            <a:srgbClr val="FFF7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/>
          <p:nvPr/>
        </p:nvSpPr>
        <p:spPr>
          <a:xfrm>
            <a:off x="504720" y="1562040"/>
            <a:ext cx="1295640" cy="1009800"/>
          </a:xfrm>
          <a:custGeom>
            <a:avLst/>
            <a:gdLst/>
            <a:ahLst/>
            <a:rect l="0" t="0" r="r" b="b"/>
            <a:pathLst>
              <a:path w="3599" h="2805">
                <a:moveTo>
                  <a:pt x="0" y="2566"/>
                </a:moveTo>
                <a:lnTo>
                  <a:pt x="0" y="238"/>
                </a:lnTo>
                <a:cubicBezTo>
                  <a:pt x="0" y="222"/>
                  <a:pt x="1" y="207"/>
                  <a:pt x="4" y="191"/>
                </a:cubicBezTo>
                <a:cubicBezTo>
                  <a:pt x="7" y="176"/>
                  <a:pt x="12" y="161"/>
                  <a:pt x="18" y="147"/>
                </a:cubicBezTo>
                <a:cubicBezTo>
                  <a:pt x="24" y="132"/>
                  <a:pt x="31" y="118"/>
                  <a:pt x="40" y="105"/>
                </a:cubicBezTo>
                <a:cubicBezTo>
                  <a:pt x="49" y="92"/>
                  <a:pt x="58" y="80"/>
                  <a:pt x="70" y="69"/>
                </a:cubicBezTo>
                <a:cubicBezTo>
                  <a:pt x="81" y="58"/>
                  <a:pt x="93" y="48"/>
                  <a:pt x="106" y="40"/>
                </a:cubicBezTo>
                <a:cubicBezTo>
                  <a:pt x="119" y="31"/>
                  <a:pt x="132" y="24"/>
                  <a:pt x="147" y="18"/>
                </a:cubicBezTo>
                <a:cubicBezTo>
                  <a:pt x="161" y="12"/>
                  <a:pt x="176" y="7"/>
                  <a:pt x="191" y="4"/>
                </a:cubicBezTo>
                <a:cubicBezTo>
                  <a:pt x="207" y="1"/>
                  <a:pt x="222" y="0"/>
                  <a:pt x="238" y="0"/>
                </a:cubicBezTo>
                <a:lnTo>
                  <a:pt x="3361" y="0"/>
                </a:lnTo>
                <a:cubicBezTo>
                  <a:pt x="3377" y="0"/>
                  <a:pt x="3392" y="1"/>
                  <a:pt x="3407" y="4"/>
                </a:cubicBezTo>
                <a:cubicBezTo>
                  <a:pt x="3423" y="7"/>
                  <a:pt x="3438" y="12"/>
                  <a:pt x="3452" y="18"/>
                </a:cubicBezTo>
                <a:cubicBezTo>
                  <a:pt x="3467" y="24"/>
                  <a:pt x="3480" y="31"/>
                  <a:pt x="3493" y="40"/>
                </a:cubicBezTo>
                <a:cubicBezTo>
                  <a:pt x="3506" y="48"/>
                  <a:pt x="3518" y="58"/>
                  <a:pt x="3529" y="69"/>
                </a:cubicBezTo>
                <a:cubicBezTo>
                  <a:pt x="3540" y="80"/>
                  <a:pt x="3550" y="92"/>
                  <a:pt x="3559" y="105"/>
                </a:cubicBezTo>
                <a:cubicBezTo>
                  <a:pt x="3568" y="118"/>
                  <a:pt x="3575" y="132"/>
                  <a:pt x="3581" y="147"/>
                </a:cubicBezTo>
                <a:cubicBezTo>
                  <a:pt x="3587" y="161"/>
                  <a:pt x="3591" y="176"/>
                  <a:pt x="3595" y="191"/>
                </a:cubicBezTo>
                <a:cubicBezTo>
                  <a:pt x="3598" y="207"/>
                  <a:pt x="3599" y="222"/>
                  <a:pt x="3599" y="238"/>
                </a:cubicBezTo>
                <a:lnTo>
                  <a:pt x="3599" y="2566"/>
                </a:lnTo>
                <a:cubicBezTo>
                  <a:pt x="3599" y="2582"/>
                  <a:pt x="3598" y="2597"/>
                  <a:pt x="3595" y="2613"/>
                </a:cubicBezTo>
                <a:cubicBezTo>
                  <a:pt x="3591" y="2628"/>
                  <a:pt x="3587" y="2643"/>
                  <a:pt x="3581" y="2657"/>
                </a:cubicBezTo>
                <a:cubicBezTo>
                  <a:pt x="3575" y="2673"/>
                  <a:pt x="3568" y="2686"/>
                  <a:pt x="3559" y="2699"/>
                </a:cubicBezTo>
                <a:cubicBezTo>
                  <a:pt x="3550" y="2712"/>
                  <a:pt x="3540" y="2724"/>
                  <a:pt x="3529" y="2736"/>
                </a:cubicBezTo>
                <a:cubicBezTo>
                  <a:pt x="3518" y="2747"/>
                  <a:pt x="3506" y="2756"/>
                  <a:pt x="3493" y="2765"/>
                </a:cubicBezTo>
                <a:cubicBezTo>
                  <a:pt x="3480" y="2774"/>
                  <a:pt x="3467" y="2781"/>
                  <a:pt x="3452" y="2787"/>
                </a:cubicBezTo>
                <a:cubicBezTo>
                  <a:pt x="3438" y="2793"/>
                  <a:pt x="3423" y="2798"/>
                  <a:pt x="3407" y="2801"/>
                </a:cubicBezTo>
                <a:cubicBezTo>
                  <a:pt x="3392" y="2804"/>
                  <a:pt x="3377" y="2805"/>
                  <a:pt x="3361" y="2805"/>
                </a:cubicBezTo>
                <a:lnTo>
                  <a:pt x="238" y="2805"/>
                </a:lnTo>
                <a:cubicBezTo>
                  <a:pt x="222" y="2805"/>
                  <a:pt x="207" y="2804"/>
                  <a:pt x="191" y="2801"/>
                </a:cubicBezTo>
                <a:cubicBezTo>
                  <a:pt x="176" y="2798"/>
                  <a:pt x="161" y="2793"/>
                  <a:pt x="147" y="2787"/>
                </a:cubicBezTo>
                <a:cubicBezTo>
                  <a:pt x="132" y="2781"/>
                  <a:pt x="119" y="2774"/>
                  <a:pt x="106" y="2765"/>
                </a:cubicBezTo>
                <a:cubicBezTo>
                  <a:pt x="93" y="2756"/>
                  <a:pt x="81" y="2747"/>
                  <a:pt x="70" y="2736"/>
                </a:cubicBezTo>
                <a:cubicBezTo>
                  <a:pt x="58" y="2724"/>
                  <a:pt x="49" y="2712"/>
                  <a:pt x="40" y="2699"/>
                </a:cubicBezTo>
                <a:cubicBezTo>
                  <a:pt x="31" y="2686"/>
                  <a:pt x="24" y="2673"/>
                  <a:pt x="18" y="2657"/>
                </a:cubicBezTo>
                <a:cubicBezTo>
                  <a:pt x="12" y="2643"/>
                  <a:pt x="7" y="2628"/>
                  <a:pt x="4" y="2613"/>
                </a:cubicBezTo>
                <a:cubicBezTo>
                  <a:pt x="1" y="2597"/>
                  <a:pt x="0" y="2582"/>
                  <a:pt x="0" y="2566"/>
                </a:cubicBezTo>
                <a:close/>
              </a:path>
            </a:pathLst>
          </a:custGeom>
          <a:noFill/>
          <a:ln w="18720">
            <a:solidFill>
              <a:srgbClr val="FF9933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 txBox="1"/>
          <p:nvPr/>
        </p:nvSpPr>
        <p:spPr>
          <a:xfrm>
            <a:off x="749880" y="497880"/>
            <a:ext cx="9723600" cy="76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50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Escalation Ladder (Bottom-Up Flow)</a:t>
            </a:r>
            <a:endParaRPr lang="en-IN" sz="4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 txBox="1"/>
          <p:nvPr/>
        </p:nvSpPr>
        <p:spPr>
          <a:xfrm>
            <a:off x="696240" y="1650960"/>
            <a:ext cx="118368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4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C i t i z e</a:t>
            </a:r>
            <a:endParaRPr lang="en-IN" sz="2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 txBox="1"/>
          <p:nvPr/>
        </p:nvSpPr>
        <p:spPr>
          <a:xfrm>
            <a:off x="1052280" y="2070000"/>
            <a:ext cx="29664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4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n</a:t>
            </a:r>
            <a:endParaRPr lang="en-IN" sz="2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/>
          <p:nvPr/>
        </p:nvSpPr>
        <p:spPr>
          <a:xfrm>
            <a:off x="2199960" y="1562040"/>
            <a:ext cx="2143440" cy="1009800"/>
          </a:xfrm>
          <a:custGeom>
            <a:avLst/>
            <a:gdLst/>
            <a:ahLst/>
            <a:rect l="0" t="0" r="r" b="b"/>
            <a:pathLst>
              <a:path w="5954" h="2805">
                <a:moveTo>
                  <a:pt x="0" y="2566"/>
                </a:moveTo>
                <a:lnTo>
                  <a:pt x="0" y="238"/>
                </a:lnTo>
                <a:cubicBezTo>
                  <a:pt x="0" y="222"/>
                  <a:pt x="2" y="207"/>
                  <a:pt x="5" y="191"/>
                </a:cubicBezTo>
                <a:cubicBezTo>
                  <a:pt x="8" y="176"/>
                  <a:pt x="13" y="161"/>
                  <a:pt x="19" y="147"/>
                </a:cubicBezTo>
                <a:cubicBezTo>
                  <a:pt x="24" y="132"/>
                  <a:pt x="32" y="118"/>
                  <a:pt x="41" y="105"/>
                </a:cubicBezTo>
                <a:cubicBezTo>
                  <a:pt x="49" y="92"/>
                  <a:pt x="59" y="80"/>
                  <a:pt x="70" y="69"/>
                </a:cubicBezTo>
                <a:cubicBezTo>
                  <a:pt x="81" y="58"/>
                  <a:pt x="93" y="48"/>
                  <a:pt x="106" y="40"/>
                </a:cubicBezTo>
                <a:cubicBezTo>
                  <a:pt x="119" y="31"/>
                  <a:pt x="133" y="24"/>
                  <a:pt x="147" y="18"/>
                </a:cubicBezTo>
                <a:cubicBezTo>
                  <a:pt x="162" y="12"/>
                  <a:pt x="177" y="7"/>
                  <a:pt x="192" y="4"/>
                </a:cubicBezTo>
                <a:cubicBezTo>
                  <a:pt x="207" y="1"/>
                  <a:pt x="223" y="0"/>
                  <a:pt x="238" y="0"/>
                </a:cubicBezTo>
                <a:lnTo>
                  <a:pt x="5716" y="0"/>
                </a:lnTo>
                <a:cubicBezTo>
                  <a:pt x="5732" y="0"/>
                  <a:pt x="5747" y="1"/>
                  <a:pt x="5763" y="4"/>
                </a:cubicBezTo>
                <a:cubicBezTo>
                  <a:pt x="5778" y="7"/>
                  <a:pt x="5793" y="12"/>
                  <a:pt x="5807" y="18"/>
                </a:cubicBezTo>
                <a:cubicBezTo>
                  <a:pt x="5822" y="24"/>
                  <a:pt x="5836" y="31"/>
                  <a:pt x="5849" y="40"/>
                </a:cubicBezTo>
                <a:cubicBezTo>
                  <a:pt x="5862" y="48"/>
                  <a:pt x="5874" y="58"/>
                  <a:pt x="5885" y="69"/>
                </a:cubicBezTo>
                <a:cubicBezTo>
                  <a:pt x="5896" y="80"/>
                  <a:pt x="5906" y="92"/>
                  <a:pt x="5914" y="105"/>
                </a:cubicBezTo>
                <a:cubicBezTo>
                  <a:pt x="5923" y="118"/>
                  <a:pt x="5930" y="132"/>
                  <a:pt x="5936" y="147"/>
                </a:cubicBezTo>
                <a:cubicBezTo>
                  <a:pt x="5942" y="161"/>
                  <a:pt x="5947" y="176"/>
                  <a:pt x="5950" y="191"/>
                </a:cubicBezTo>
                <a:cubicBezTo>
                  <a:pt x="5953" y="207"/>
                  <a:pt x="5954" y="222"/>
                  <a:pt x="5954" y="238"/>
                </a:cubicBezTo>
                <a:lnTo>
                  <a:pt x="5954" y="2566"/>
                </a:lnTo>
                <a:cubicBezTo>
                  <a:pt x="5954" y="2582"/>
                  <a:pt x="5953" y="2597"/>
                  <a:pt x="5950" y="2613"/>
                </a:cubicBezTo>
                <a:cubicBezTo>
                  <a:pt x="5947" y="2628"/>
                  <a:pt x="5942" y="2643"/>
                  <a:pt x="5936" y="2657"/>
                </a:cubicBezTo>
                <a:cubicBezTo>
                  <a:pt x="5930" y="2673"/>
                  <a:pt x="5923" y="2686"/>
                  <a:pt x="5914" y="2699"/>
                </a:cubicBezTo>
                <a:cubicBezTo>
                  <a:pt x="5906" y="2712"/>
                  <a:pt x="5896" y="2724"/>
                  <a:pt x="5885" y="2736"/>
                </a:cubicBezTo>
                <a:cubicBezTo>
                  <a:pt x="5874" y="2747"/>
                  <a:pt x="5862" y="2756"/>
                  <a:pt x="5849" y="2765"/>
                </a:cubicBezTo>
                <a:cubicBezTo>
                  <a:pt x="5836" y="2774"/>
                  <a:pt x="5822" y="2781"/>
                  <a:pt x="5807" y="2787"/>
                </a:cubicBezTo>
                <a:cubicBezTo>
                  <a:pt x="5793" y="2793"/>
                  <a:pt x="5778" y="2798"/>
                  <a:pt x="5763" y="2801"/>
                </a:cubicBezTo>
                <a:cubicBezTo>
                  <a:pt x="5747" y="2804"/>
                  <a:pt x="5732" y="2805"/>
                  <a:pt x="5716" y="2805"/>
                </a:cubicBezTo>
                <a:lnTo>
                  <a:pt x="238" y="2805"/>
                </a:lnTo>
                <a:cubicBezTo>
                  <a:pt x="223" y="2805"/>
                  <a:pt x="207" y="2804"/>
                  <a:pt x="192" y="2801"/>
                </a:cubicBezTo>
                <a:cubicBezTo>
                  <a:pt x="177" y="2798"/>
                  <a:pt x="162" y="2793"/>
                  <a:pt x="147" y="2787"/>
                </a:cubicBezTo>
                <a:cubicBezTo>
                  <a:pt x="133" y="2781"/>
                  <a:pt x="119" y="2774"/>
                  <a:pt x="106" y="2765"/>
                </a:cubicBezTo>
                <a:cubicBezTo>
                  <a:pt x="93" y="2756"/>
                  <a:pt x="81" y="2747"/>
                  <a:pt x="70" y="2736"/>
                </a:cubicBezTo>
                <a:cubicBezTo>
                  <a:pt x="59" y="2724"/>
                  <a:pt x="49" y="2712"/>
                  <a:pt x="41" y="2699"/>
                </a:cubicBezTo>
                <a:cubicBezTo>
                  <a:pt x="32" y="2686"/>
                  <a:pt x="24" y="2673"/>
                  <a:pt x="19" y="2657"/>
                </a:cubicBezTo>
                <a:cubicBezTo>
                  <a:pt x="13" y="2643"/>
                  <a:pt x="8" y="2628"/>
                  <a:pt x="5" y="2613"/>
                </a:cubicBezTo>
                <a:cubicBezTo>
                  <a:pt x="2" y="2597"/>
                  <a:pt x="0" y="2582"/>
                  <a:pt x="0" y="2566"/>
                </a:cubicBezTo>
                <a:close/>
              </a:path>
            </a:pathLst>
          </a:custGeom>
          <a:solidFill>
            <a:srgbClr val="EEF0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/>
          <p:nvPr/>
        </p:nvSpPr>
        <p:spPr>
          <a:xfrm>
            <a:off x="2199960" y="1562040"/>
            <a:ext cx="2143440" cy="1009800"/>
          </a:xfrm>
          <a:custGeom>
            <a:avLst/>
            <a:gdLst/>
            <a:ahLst/>
            <a:rect l="0" t="0" r="r" b="b"/>
            <a:pathLst>
              <a:path w="5954" h="2805">
                <a:moveTo>
                  <a:pt x="0" y="2566"/>
                </a:moveTo>
                <a:lnTo>
                  <a:pt x="0" y="238"/>
                </a:lnTo>
                <a:cubicBezTo>
                  <a:pt x="0" y="222"/>
                  <a:pt x="2" y="207"/>
                  <a:pt x="5" y="191"/>
                </a:cubicBezTo>
                <a:cubicBezTo>
                  <a:pt x="8" y="176"/>
                  <a:pt x="13" y="161"/>
                  <a:pt x="19" y="147"/>
                </a:cubicBezTo>
                <a:cubicBezTo>
                  <a:pt x="24" y="132"/>
                  <a:pt x="32" y="118"/>
                  <a:pt x="41" y="105"/>
                </a:cubicBezTo>
                <a:cubicBezTo>
                  <a:pt x="49" y="92"/>
                  <a:pt x="59" y="80"/>
                  <a:pt x="70" y="69"/>
                </a:cubicBezTo>
                <a:cubicBezTo>
                  <a:pt x="81" y="58"/>
                  <a:pt x="93" y="48"/>
                  <a:pt x="106" y="40"/>
                </a:cubicBezTo>
                <a:cubicBezTo>
                  <a:pt x="119" y="31"/>
                  <a:pt x="133" y="24"/>
                  <a:pt x="147" y="18"/>
                </a:cubicBezTo>
                <a:cubicBezTo>
                  <a:pt x="162" y="12"/>
                  <a:pt x="177" y="7"/>
                  <a:pt x="192" y="4"/>
                </a:cubicBezTo>
                <a:cubicBezTo>
                  <a:pt x="207" y="1"/>
                  <a:pt x="223" y="0"/>
                  <a:pt x="238" y="0"/>
                </a:cubicBezTo>
                <a:lnTo>
                  <a:pt x="5716" y="0"/>
                </a:lnTo>
                <a:cubicBezTo>
                  <a:pt x="5732" y="0"/>
                  <a:pt x="5747" y="1"/>
                  <a:pt x="5763" y="4"/>
                </a:cubicBezTo>
                <a:cubicBezTo>
                  <a:pt x="5778" y="7"/>
                  <a:pt x="5793" y="12"/>
                  <a:pt x="5807" y="18"/>
                </a:cubicBezTo>
                <a:cubicBezTo>
                  <a:pt x="5822" y="24"/>
                  <a:pt x="5836" y="31"/>
                  <a:pt x="5849" y="40"/>
                </a:cubicBezTo>
                <a:cubicBezTo>
                  <a:pt x="5862" y="48"/>
                  <a:pt x="5874" y="58"/>
                  <a:pt x="5885" y="69"/>
                </a:cubicBezTo>
                <a:cubicBezTo>
                  <a:pt x="5896" y="80"/>
                  <a:pt x="5906" y="92"/>
                  <a:pt x="5914" y="105"/>
                </a:cubicBezTo>
                <a:cubicBezTo>
                  <a:pt x="5923" y="118"/>
                  <a:pt x="5930" y="132"/>
                  <a:pt x="5936" y="147"/>
                </a:cubicBezTo>
                <a:cubicBezTo>
                  <a:pt x="5942" y="161"/>
                  <a:pt x="5947" y="176"/>
                  <a:pt x="5950" y="191"/>
                </a:cubicBezTo>
                <a:cubicBezTo>
                  <a:pt x="5953" y="207"/>
                  <a:pt x="5954" y="222"/>
                  <a:pt x="5954" y="238"/>
                </a:cubicBezTo>
                <a:lnTo>
                  <a:pt x="5954" y="2566"/>
                </a:lnTo>
                <a:cubicBezTo>
                  <a:pt x="5954" y="2582"/>
                  <a:pt x="5953" y="2597"/>
                  <a:pt x="5950" y="2613"/>
                </a:cubicBezTo>
                <a:cubicBezTo>
                  <a:pt x="5947" y="2628"/>
                  <a:pt x="5942" y="2643"/>
                  <a:pt x="5936" y="2657"/>
                </a:cubicBezTo>
                <a:cubicBezTo>
                  <a:pt x="5930" y="2673"/>
                  <a:pt x="5923" y="2686"/>
                  <a:pt x="5914" y="2699"/>
                </a:cubicBezTo>
                <a:cubicBezTo>
                  <a:pt x="5906" y="2712"/>
                  <a:pt x="5896" y="2724"/>
                  <a:pt x="5885" y="2736"/>
                </a:cubicBezTo>
                <a:cubicBezTo>
                  <a:pt x="5874" y="2747"/>
                  <a:pt x="5862" y="2756"/>
                  <a:pt x="5849" y="2765"/>
                </a:cubicBezTo>
                <a:cubicBezTo>
                  <a:pt x="5836" y="2774"/>
                  <a:pt x="5822" y="2781"/>
                  <a:pt x="5807" y="2787"/>
                </a:cubicBezTo>
                <a:cubicBezTo>
                  <a:pt x="5793" y="2793"/>
                  <a:pt x="5778" y="2798"/>
                  <a:pt x="5763" y="2801"/>
                </a:cubicBezTo>
                <a:cubicBezTo>
                  <a:pt x="5747" y="2804"/>
                  <a:pt x="5732" y="2805"/>
                  <a:pt x="5716" y="2805"/>
                </a:cubicBezTo>
                <a:lnTo>
                  <a:pt x="238" y="2805"/>
                </a:lnTo>
                <a:cubicBezTo>
                  <a:pt x="223" y="2805"/>
                  <a:pt x="207" y="2804"/>
                  <a:pt x="192" y="2801"/>
                </a:cubicBezTo>
                <a:cubicBezTo>
                  <a:pt x="177" y="2798"/>
                  <a:pt x="162" y="2793"/>
                  <a:pt x="147" y="2787"/>
                </a:cubicBezTo>
                <a:cubicBezTo>
                  <a:pt x="133" y="2781"/>
                  <a:pt x="119" y="2774"/>
                  <a:pt x="106" y="2765"/>
                </a:cubicBezTo>
                <a:cubicBezTo>
                  <a:pt x="93" y="2756"/>
                  <a:pt x="81" y="2747"/>
                  <a:pt x="70" y="2736"/>
                </a:cubicBezTo>
                <a:cubicBezTo>
                  <a:pt x="59" y="2724"/>
                  <a:pt x="49" y="2712"/>
                  <a:pt x="41" y="2699"/>
                </a:cubicBezTo>
                <a:cubicBezTo>
                  <a:pt x="32" y="2686"/>
                  <a:pt x="24" y="2673"/>
                  <a:pt x="19" y="2657"/>
                </a:cubicBezTo>
                <a:cubicBezTo>
                  <a:pt x="13" y="2643"/>
                  <a:pt x="8" y="2628"/>
                  <a:pt x="5" y="2613"/>
                </a:cubicBezTo>
                <a:cubicBezTo>
                  <a:pt x="2" y="2597"/>
                  <a:pt x="0" y="2582"/>
                  <a:pt x="0" y="2566"/>
                </a:cubicBezTo>
                <a:close/>
              </a:path>
            </a:pathLst>
          </a:custGeom>
          <a:noFill/>
          <a:ln w="18720">
            <a:solidFill>
              <a:srgbClr val="00008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 txBox="1"/>
          <p:nvPr/>
        </p:nvSpPr>
        <p:spPr>
          <a:xfrm>
            <a:off x="1868400" y="1732680"/>
            <a:ext cx="495000" cy="660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3900" b="1" u="none" strike="noStrike">
                <a:solidFill>
                  <a:srgbClr val="6C63FF"/>
                </a:solidFill>
                <a:effectLst/>
                <a:uFillTx/>
                <a:latin typeface="SegoeUI"/>
                <a:ea typeface="SegoeUI"/>
              </a:rPr>
              <a:t>↑</a:t>
            </a:r>
            <a:endParaRPr lang="en-IN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 txBox="1"/>
          <p:nvPr/>
        </p:nvSpPr>
        <p:spPr>
          <a:xfrm>
            <a:off x="2855880" y="1650960"/>
            <a:ext cx="76140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4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Ward</a:t>
            </a:r>
            <a:endParaRPr lang="en-IN" sz="2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 txBox="1"/>
          <p:nvPr/>
        </p:nvSpPr>
        <p:spPr>
          <a:xfrm>
            <a:off x="2714400" y="2070000"/>
            <a:ext cx="145188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4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O f f i c e r</a:t>
            </a:r>
            <a:endParaRPr lang="en-IN" sz="2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/>
          <p:nvPr/>
        </p:nvSpPr>
        <p:spPr>
          <a:xfrm>
            <a:off x="4743360" y="1562040"/>
            <a:ext cx="2095920" cy="1009800"/>
          </a:xfrm>
          <a:custGeom>
            <a:avLst/>
            <a:gdLst/>
            <a:ahLst/>
            <a:rect l="0" t="0" r="r" b="b"/>
            <a:pathLst>
              <a:path w="5822" h="2805">
                <a:moveTo>
                  <a:pt x="0" y="2566"/>
                </a:moveTo>
                <a:lnTo>
                  <a:pt x="0" y="238"/>
                </a:lnTo>
                <a:cubicBezTo>
                  <a:pt x="0" y="222"/>
                  <a:pt x="1" y="207"/>
                  <a:pt x="4" y="191"/>
                </a:cubicBezTo>
                <a:cubicBezTo>
                  <a:pt x="7" y="176"/>
                  <a:pt x="12" y="161"/>
                  <a:pt x="18" y="147"/>
                </a:cubicBezTo>
                <a:cubicBezTo>
                  <a:pt x="24" y="132"/>
                  <a:pt x="31" y="118"/>
                  <a:pt x="40" y="105"/>
                </a:cubicBezTo>
                <a:cubicBezTo>
                  <a:pt x="49" y="92"/>
                  <a:pt x="58" y="80"/>
                  <a:pt x="69" y="69"/>
                </a:cubicBezTo>
                <a:cubicBezTo>
                  <a:pt x="81" y="58"/>
                  <a:pt x="93" y="48"/>
                  <a:pt x="106" y="40"/>
                </a:cubicBezTo>
                <a:cubicBezTo>
                  <a:pt x="119" y="31"/>
                  <a:pt x="132" y="24"/>
                  <a:pt x="147" y="18"/>
                </a:cubicBezTo>
                <a:cubicBezTo>
                  <a:pt x="161" y="12"/>
                  <a:pt x="176" y="7"/>
                  <a:pt x="191" y="4"/>
                </a:cubicBezTo>
                <a:cubicBezTo>
                  <a:pt x="207" y="1"/>
                  <a:pt x="222" y="0"/>
                  <a:pt x="238" y="0"/>
                </a:cubicBezTo>
                <a:lnTo>
                  <a:pt x="5583" y="0"/>
                </a:lnTo>
                <a:cubicBezTo>
                  <a:pt x="5599" y="0"/>
                  <a:pt x="5615" y="1"/>
                  <a:pt x="5630" y="4"/>
                </a:cubicBezTo>
                <a:cubicBezTo>
                  <a:pt x="5645" y="7"/>
                  <a:pt x="5660" y="12"/>
                  <a:pt x="5675" y="18"/>
                </a:cubicBezTo>
                <a:cubicBezTo>
                  <a:pt x="5689" y="24"/>
                  <a:pt x="5703" y="31"/>
                  <a:pt x="5716" y="40"/>
                </a:cubicBezTo>
                <a:cubicBezTo>
                  <a:pt x="5729" y="48"/>
                  <a:pt x="5741" y="58"/>
                  <a:pt x="5752" y="69"/>
                </a:cubicBezTo>
                <a:cubicBezTo>
                  <a:pt x="5763" y="80"/>
                  <a:pt x="5773" y="92"/>
                  <a:pt x="5781" y="105"/>
                </a:cubicBezTo>
                <a:cubicBezTo>
                  <a:pt x="5790" y="118"/>
                  <a:pt x="5797" y="132"/>
                  <a:pt x="5803" y="147"/>
                </a:cubicBezTo>
                <a:cubicBezTo>
                  <a:pt x="5809" y="161"/>
                  <a:pt x="5814" y="176"/>
                  <a:pt x="5817" y="191"/>
                </a:cubicBezTo>
                <a:cubicBezTo>
                  <a:pt x="5820" y="207"/>
                  <a:pt x="5822" y="222"/>
                  <a:pt x="5822" y="238"/>
                </a:cubicBezTo>
                <a:lnTo>
                  <a:pt x="5822" y="2566"/>
                </a:lnTo>
                <a:cubicBezTo>
                  <a:pt x="5822" y="2582"/>
                  <a:pt x="5820" y="2597"/>
                  <a:pt x="5817" y="2613"/>
                </a:cubicBezTo>
                <a:cubicBezTo>
                  <a:pt x="5814" y="2628"/>
                  <a:pt x="5809" y="2643"/>
                  <a:pt x="5803" y="2657"/>
                </a:cubicBezTo>
                <a:cubicBezTo>
                  <a:pt x="5797" y="2673"/>
                  <a:pt x="5790" y="2686"/>
                  <a:pt x="5781" y="2699"/>
                </a:cubicBezTo>
                <a:cubicBezTo>
                  <a:pt x="5773" y="2712"/>
                  <a:pt x="5763" y="2724"/>
                  <a:pt x="5752" y="2736"/>
                </a:cubicBezTo>
                <a:cubicBezTo>
                  <a:pt x="5741" y="2747"/>
                  <a:pt x="5729" y="2756"/>
                  <a:pt x="5716" y="2765"/>
                </a:cubicBezTo>
                <a:cubicBezTo>
                  <a:pt x="5703" y="2774"/>
                  <a:pt x="5689" y="2781"/>
                  <a:pt x="5675" y="2787"/>
                </a:cubicBezTo>
                <a:cubicBezTo>
                  <a:pt x="5660" y="2793"/>
                  <a:pt x="5645" y="2798"/>
                  <a:pt x="5630" y="2801"/>
                </a:cubicBezTo>
                <a:cubicBezTo>
                  <a:pt x="5615" y="2804"/>
                  <a:pt x="5599" y="2805"/>
                  <a:pt x="5583" y="2805"/>
                </a:cubicBezTo>
                <a:lnTo>
                  <a:pt x="238" y="2805"/>
                </a:lnTo>
                <a:cubicBezTo>
                  <a:pt x="222" y="2805"/>
                  <a:pt x="207" y="2804"/>
                  <a:pt x="191" y="2801"/>
                </a:cubicBezTo>
                <a:cubicBezTo>
                  <a:pt x="176" y="2798"/>
                  <a:pt x="161" y="2793"/>
                  <a:pt x="147" y="2787"/>
                </a:cubicBezTo>
                <a:cubicBezTo>
                  <a:pt x="132" y="2781"/>
                  <a:pt x="119" y="2774"/>
                  <a:pt x="106" y="2765"/>
                </a:cubicBezTo>
                <a:cubicBezTo>
                  <a:pt x="93" y="2756"/>
                  <a:pt x="81" y="2747"/>
                  <a:pt x="69" y="2736"/>
                </a:cubicBezTo>
                <a:cubicBezTo>
                  <a:pt x="58" y="2724"/>
                  <a:pt x="49" y="2712"/>
                  <a:pt x="40" y="2699"/>
                </a:cubicBezTo>
                <a:cubicBezTo>
                  <a:pt x="31" y="2686"/>
                  <a:pt x="24" y="2673"/>
                  <a:pt x="18" y="2657"/>
                </a:cubicBezTo>
                <a:cubicBezTo>
                  <a:pt x="12" y="2643"/>
                  <a:pt x="7" y="2628"/>
                  <a:pt x="4" y="2613"/>
                </a:cubicBezTo>
                <a:cubicBezTo>
                  <a:pt x="1" y="2597"/>
                  <a:pt x="0" y="2582"/>
                  <a:pt x="0" y="2566"/>
                </a:cubicBezTo>
                <a:close/>
              </a:path>
            </a:pathLst>
          </a:custGeom>
          <a:solidFill>
            <a:srgbClr val="EEF0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/>
          <p:nvPr/>
        </p:nvSpPr>
        <p:spPr>
          <a:xfrm>
            <a:off x="4743360" y="1562040"/>
            <a:ext cx="2095920" cy="1009800"/>
          </a:xfrm>
          <a:custGeom>
            <a:avLst/>
            <a:gdLst/>
            <a:ahLst/>
            <a:rect l="0" t="0" r="r" b="b"/>
            <a:pathLst>
              <a:path w="5822" h="2805">
                <a:moveTo>
                  <a:pt x="0" y="2566"/>
                </a:moveTo>
                <a:lnTo>
                  <a:pt x="0" y="238"/>
                </a:lnTo>
                <a:cubicBezTo>
                  <a:pt x="0" y="222"/>
                  <a:pt x="1" y="207"/>
                  <a:pt x="4" y="191"/>
                </a:cubicBezTo>
                <a:cubicBezTo>
                  <a:pt x="7" y="176"/>
                  <a:pt x="12" y="161"/>
                  <a:pt x="18" y="147"/>
                </a:cubicBezTo>
                <a:cubicBezTo>
                  <a:pt x="24" y="132"/>
                  <a:pt x="31" y="118"/>
                  <a:pt x="40" y="105"/>
                </a:cubicBezTo>
                <a:cubicBezTo>
                  <a:pt x="49" y="92"/>
                  <a:pt x="58" y="80"/>
                  <a:pt x="69" y="69"/>
                </a:cubicBezTo>
                <a:cubicBezTo>
                  <a:pt x="81" y="58"/>
                  <a:pt x="93" y="48"/>
                  <a:pt x="106" y="40"/>
                </a:cubicBezTo>
                <a:cubicBezTo>
                  <a:pt x="119" y="31"/>
                  <a:pt x="132" y="24"/>
                  <a:pt x="147" y="18"/>
                </a:cubicBezTo>
                <a:cubicBezTo>
                  <a:pt x="161" y="12"/>
                  <a:pt x="176" y="7"/>
                  <a:pt x="191" y="4"/>
                </a:cubicBezTo>
                <a:cubicBezTo>
                  <a:pt x="207" y="1"/>
                  <a:pt x="222" y="0"/>
                  <a:pt x="238" y="0"/>
                </a:cubicBezTo>
                <a:lnTo>
                  <a:pt x="5583" y="0"/>
                </a:lnTo>
                <a:cubicBezTo>
                  <a:pt x="5599" y="0"/>
                  <a:pt x="5615" y="1"/>
                  <a:pt x="5630" y="4"/>
                </a:cubicBezTo>
                <a:cubicBezTo>
                  <a:pt x="5645" y="7"/>
                  <a:pt x="5660" y="12"/>
                  <a:pt x="5675" y="18"/>
                </a:cubicBezTo>
                <a:cubicBezTo>
                  <a:pt x="5689" y="24"/>
                  <a:pt x="5703" y="31"/>
                  <a:pt x="5716" y="40"/>
                </a:cubicBezTo>
                <a:cubicBezTo>
                  <a:pt x="5729" y="48"/>
                  <a:pt x="5741" y="58"/>
                  <a:pt x="5752" y="69"/>
                </a:cubicBezTo>
                <a:cubicBezTo>
                  <a:pt x="5763" y="80"/>
                  <a:pt x="5773" y="92"/>
                  <a:pt x="5781" y="105"/>
                </a:cubicBezTo>
                <a:cubicBezTo>
                  <a:pt x="5790" y="118"/>
                  <a:pt x="5797" y="132"/>
                  <a:pt x="5803" y="147"/>
                </a:cubicBezTo>
                <a:cubicBezTo>
                  <a:pt x="5809" y="161"/>
                  <a:pt x="5814" y="176"/>
                  <a:pt x="5817" y="191"/>
                </a:cubicBezTo>
                <a:cubicBezTo>
                  <a:pt x="5820" y="207"/>
                  <a:pt x="5822" y="222"/>
                  <a:pt x="5822" y="238"/>
                </a:cubicBezTo>
                <a:lnTo>
                  <a:pt x="5822" y="2566"/>
                </a:lnTo>
                <a:cubicBezTo>
                  <a:pt x="5822" y="2582"/>
                  <a:pt x="5820" y="2597"/>
                  <a:pt x="5817" y="2613"/>
                </a:cubicBezTo>
                <a:cubicBezTo>
                  <a:pt x="5814" y="2628"/>
                  <a:pt x="5809" y="2643"/>
                  <a:pt x="5803" y="2657"/>
                </a:cubicBezTo>
                <a:cubicBezTo>
                  <a:pt x="5797" y="2673"/>
                  <a:pt x="5790" y="2686"/>
                  <a:pt x="5781" y="2699"/>
                </a:cubicBezTo>
                <a:cubicBezTo>
                  <a:pt x="5773" y="2712"/>
                  <a:pt x="5763" y="2724"/>
                  <a:pt x="5752" y="2736"/>
                </a:cubicBezTo>
                <a:cubicBezTo>
                  <a:pt x="5741" y="2747"/>
                  <a:pt x="5729" y="2756"/>
                  <a:pt x="5716" y="2765"/>
                </a:cubicBezTo>
                <a:cubicBezTo>
                  <a:pt x="5703" y="2774"/>
                  <a:pt x="5689" y="2781"/>
                  <a:pt x="5675" y="2787"/>
                </a:cubicBezTo>
                <a:cubicBezTo>
                  <a:pt x="5660" y="2793"/>
                  <a:pt x="5645" y="2798"/>
                  <a:pt x="5630" y="2801"/>
                </a:cubicBezTo>
                <a:cubicBezTo>
                  <a:pt x="5615" y="2804"/>
                  <a:pt x="5599" y="2805"/>
                  <a:pt x="5583" y="2805"/>
                </a:cubicBezTo>
                <a:lnTo>
                  <a:pt x="238" y="2805"/>
                </a:lnTo>
                <a:cubicBezTo>
                  <a:pt x="222" y="2805"/>
                  <a:pt x="207" y="2804"/>
                  <a:pt x="191" y="2801"/>
                </a:cubicBezTo>
                <a:cubicBezTo>
                  <a:pt x="176" y="2798"/>
                  <a:pt x="161" y="2793"/>
                  <a:pt x="147" y="2787"/>
                </a:cubicBezTo>
                <a:cubicBezTo>
                  <a:pt x="132" y="2781"/>
                  <a:pt x="119" y="2774"/>
                  <a:pt x="106" y="2765"/>
                </a:cubicBezTo>
                <a:cubicBezTo>
                  <a:pt x="93" y="2756"/>
                  <a:pt x="81" y="2747"/>
                  <a:pt x="69" y="2736"/>
                </a:cubicBezTo>
                <a:cubicBezTo>
                  <a:pt x="58" y="2724"/>
                  <a:pt x="49" y="2712"/>
                  <a:pt x="40" y="2699"/>
                </a:cubicBezTo>
                <a:cubicBezTo>
                  <a:pt x="31" y="2686"/>
                  <a:pt x="24" y="2673"/>
                  <a:pt x="18" y="2657"/>
                </a:cubicBezTo>
                <a:cubicBezTo>
                  <a:pt x="12" y="2643"/>
                  <a:pt x="7" y="2628"/>
                  <a:pt x="4" y="2613"/>
                </a:cubicBezTo>
                <a:cubicBezTo>
                  <a:pt x="1" y="2597"/>
                  <a:pt x="0" y="2582"/>
                  <a:pt x="0" y="2566"/>
                </a:cubicBezTo>
                <a:close/>
              </a:path>
            </a:pathLst>
          </a:custGeom>
          <a:noFill/>
          <a:ln w="18720">
            <a:solidFill>
              <a:srgbClr val="00008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 txBox="1"/>
          <p:nvPr/>
        </p:nvSpPr>
        <p:spPr>
          <a:xfrm>
            <a:off x="4412520" y="1732680"/>
            <a:ext cx="495000" cy="660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3900" b="1" u="none" strike="noStrike">
                <a:solidFill>
                  <a:srgbClr val="6C63FF"/>
                </a:solidFill>
                <a:effectLst/>
                <a:uFillTx/>
                <a:latin typeface="SegoeUI"/>
                <a:ea typeface="SegoeUI"/>
              </a:rPr>
              <a:t>↑</a:t>
            </a:r>
            <a:endParaRPr lang="en-IN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 txBox="1"/>
          <p:nvPr/>
        </p:nvSpPr>
        <p:spPr>
          <a:xfrm>
            <a:off x="4947840" y="1650960"/>
            <a:ext cx="212508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4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M u n i c i pa l i</a:t>
            </a:r>
            <a:endParaRPr lang="en-IN" sz="2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 txBox="1"/>
          <p:nvPr/>
        </p:nvSpPr>
        <p:spPr>
          <a:xfrm>
            <a:off x="5634360" y="2070000"/>
            <a:ext cx="35820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4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t y</a:t>
            </a:r>
            <a:endParaRPr lang="en-IN" sz="2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/>
          <p:nvPr/>
        </p:nvSpPr>
        <p:spPr>
          <a:xfrm>
            <a:off x="7238880" y="1562040"/>
            <a:ext cx="1724400" cy="1009800"/>
          </a:xfrm>
          <a:custGeom>
            <a:avLst/>
            <a:gdLst/>
            <a:ahLst/>
            <a:rect l="0" t="0" r="r" b="b"/>
            <a:pathLst>
              <a:path w="4790" h="2805">
                <a:moveTo>
                  <a:pt x="0" y="2566"/>
                </a:moveTo>
                <a:lnTo>
                  <a:pt x="0" y="238"/>
                </a:lnTo>
                <a:cubicBezTo>
                  <a:pt x="0" y="222"/>
                  <a:pt x="1" y="207"/>
                  <a:pt x="4" y="191"/>
                </a:cubicBezTo>
                <a:cubicBezTo>
                  <a:pt x="7" y="176"/>
                  <a:pt x="12" y="161"/>
                  <a:pt x="18" y="147"/>
                </a:cubicBezTo>
                <a:cubicBezTo>
                  <a:pt x="24" y="132"/>
                  <a:pt x="31" y="118"/>
                  <a:pt x="40" y="105"/>
                </a:cubicBezTo>
                <a:cubicBezTo>
                  <a:pt x="49" y="92"/>
                  <a:pt x="59" y="80"/>
                  <a:pt x="70" y="69"/>
                </a:cubicBezTo>
                <a:cubicBezTo>
                  <a:pt x="81" y="58"/>
                  <a:pt x="93" y="48"/>
                  <a:pt x="106" y="40"/>
                </a:cubicBezTo>
                <a:cubicBezTo>
                  <a:pt x="119" y="31"/>
                  <a:pt x="132" y="24"/>
                  <a:pt x="147" y="18"/>
                </a:cubicBezTo>
                <a:cubicBezTo>
                  <a:pt x="161" y="12"/>
                  <a:pt x="176" y="7"/>
                  <a:pt x="191" y="4"/>
                </a:cubicBezTo>
                <a:cubicBezTo>
                  <a:pt x="207" y="1"/>
                  <a:pt x="222" y="0"/>
                  <a:pt x="238" y="0"/>
                </a:cubicBezTo>
                <a:lnTo>
                  <a:pt x="4552" y="0"/>
                </a:lnTo>
                <a:cubicBezTo>
                  <a:pt x="4567" y="0"/>
                  <a:pt x="4583" y="1"/>
                  <a:pt x="4598" y="4"/>
                </a:cubicBezTo>
                <a:cubicBezTo>
                  <a:pt x="4613" y="7"/>
                  <a:pt x="4628" y="12"/>
                  <a:pt x="4643" y="18"/>
                </a:cubicBezTo>
                <a:cubicBezTo>
                  <a:pt x="4657" y="24"/>
                  <a:pt x="4671" y="31"/>
                  <a:pt x="4684" y="40"/>
                </a:cubicBezTo>
                <a:cubicBezTo>
                  <a:pt x="4697" y="48"/>
                  <a:pt x="4709" y="58"/>
                  <a:pt x="4720" y="69"/>
                </a:cubicBezTo>
                <a:cubicBezTo>
                  <a:pt x="4731" y="80"/>
                  <a:pt x="4741" y="92"/>
                  <a:pt x="4750" y="105"/>
                </a:cubicBezTo>
                <a:cubicBezTo>
                  <a:pt x="4758" y="118"/>
                  <a:pt x="4766" y="132"/>
                  <a:pt x="4772" y="147"/>
                </a:cubicBezTo>
                <a:cubicBezTo>
                  <a:pt x="4778" y="161"/>
                  <a:pt x="4782" y="176"/>
                  <a:pt x="4785" y="191"/>
                </a:cubicBezTo>
                <a:cubicBezTo>
                  <a:pt x="4788" y="207"/>
                  <a:pt x="4790" y="222"/>
                  <a:pt x="4790" y="238"/>
                </a:cubicBezTo>
                <a:lnTo>
                  <a:pt x="4790" y="2566"/>
                </a:lnTo>
                <a:cubicBezTo>
                  <a:pt x="4790" y="2582"/>
                  <a:pt x="4788" y="2597"/>
                  <a:pt x="4785" y="2613"/>
                </a:cubicBezTo>
                <a:cubicBezTo>
                  <a:pt x="4782" y="2628"/>
                  <a:pt x="4778" y="2643"/>
                  <a:pt x="4772" y="2657"/>
                </a:cubicBezTo>
                <a:cubicBezTo>
                  <a:pt x="4766" y="2673"/>
                  <a:pt x="4758" y="2686"/>
                  <a:pt x="4750" y="2699"/>
                </a:cubicBezTo>
                <a:cubicBezTo>
                  <a:pt x="4741" y="2712"/>
                  <a:pt x="4731" y="2724"/>
                  <a:pt x="4720" y="2736"/>
                </a:cubicBezTo>
                <a:cubicBezTo>
                  <a:pt x="4709" y="2747"/>
                  <a:pt x="4697" y="2756"/>
                  <a:pt x="4684" y="2765"/>
                </a:cubicBezTo>
                <a:cubicBezTo>
                  <a:pt x="4671" y="2774"/>
                  <a:pt x="4657" y="2781"/>
                  <a:pt x="4643" y="2787"/>
                </a:cubicBezTo>
                <a:cubicBezTo>
                  <a:pt x="4628" y="2793"/>
                  <a:pt x="4613" y="2798"/>
                  <a:pt x="4598" y="2801"/>
                </a:cubicBezTo>
                <a:cubicBezTo>
                  <a:pt x="4583" y="2804"/>
                  <a:pt x="4567" y="2805"/>
                  <a:pt x="4552" y="2805"/>
                </a:cubicBezTo>
                <a:lnTo>
                  <a:pt x="238" y="2805"/>
                </a:lnTo>
                <a:cubicBezTo>
                  <a:pt x="222" y="2805"/>
                  <a:pt x="207" y="2804"/>
                  <a:pt x="191" y="2801"/>
                </a:cubicBezTo>
                <a:cubicBezTo>
                  <a:pt x="176" y="2798"/>
                  <a:pt x="161" y="2793"/>
                  <a:pt x="147" y="2787"/>
                </a:cubicBezTo>
                <a:cubicBezTo>
                  <a:pt x="132" y="2781"/>
                  <a:pt x="119" y="2774"/>
                  <a:pt x="106" y="2765"/>
                </a:cubicBezTo>
                <a:cubicBezTo>
                  <a:pt x="93" y="2756"/>
                  <a:pt x="81" y="2747"/>
                  <a:pt x="70" y="2736"/>
                </a:cubicBezTo>
                <a:cubicBezTo>
                  <a:pt x="59" y="2724"/>
                  <a:pt x="49" y="2712"/>
                  <a:pt x="40" y="2699"/>
                </a:cubicBezTo>
                <a:cubicBezTo>
                  <a:pt x="31" y="2686"/>
                  <a:pt x="24" y="2673"/>
                  <a:pt x="18" y="2657"/>
                </a:cubicBezTo>
                <a:cubicBezTo>
                  <a:pt x="12" y="2643"/>
                  <a:pt x="7" y="2628"/>
                  <a:pt x="4" y="2613"/>
                </a:cubicBezTo>
                <a:cubicBezTo>
                  <a:pt x="1" y="2597"/>
                  <a:pt x="0" y="2582"/>
                  <a:pt x="0" y="2566"/>
                </a:cubicBezTo>
                <a:close/>
              </a:path>
            </a:pathLst>
          </a:custGeom>
          <a:solidFill>
            <a:srgbClr val="ECF9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/>
          <p:nvPr/>
        </p:nvSpPr>
        <p:spPr>
          <a:xfrm>
            <a:off x="7238880" y="1562040"/>
            <a:ext cx="1724400" cy="1009800"/>
          </a:xfrm>
          <a:custGeom>
            <a:avLst/>
            <a:gdLst/>
            <a:ahLst/>
            <a:rect l="0" t="0" r="r" b="b"/>
            <a:pathLst>
              <a:path w="4790" h="2805">
                <a:moveTo>
                  <a:pt x="0" y="2566"/>
                </a:moveTo>
                <a:lnTo>
                  <a:pt x="0" y="238"/>
                </a:lnTo>
                <a:cubicBezTo>
                  <a:pt x="0" y="222"/>
                  <a:pt x="1" y="207"/>
                  <a:pt x="4" y="191"/>
                </a:cubicBezTo>
                <a:cubicBezTo>
                  <a:pt x="7" y="176"/>
                  <a:pt x="12" y="161"/>
                  <a:pt x="18" y="147"/>
                </a:cubicBezTo>
                <a:cubicBezTo>
                  <a:pt x="24" y="132"/>
                  <a:pt x="31" y="118"/>
                  <a:pt x="40" y="105"/>
                </a:cubicBezTo>
                <a:cubicBezTo>
                  <a:pt x="49" y="92"/>
                  <a:pt x="59" y="80"/>
                  <a:pt x="70" y="69"/>
                </a:cubicBezTo>
                <a:cubicBezTo>
                  <a:pt x="81" y="58"/>
                  <a:pt x="93" y="48"/>
                  <a:pt x="106" y="40"/>
                </a:cubicBezTo>
                <a:cubicBezTo>
                  <a:pt x="119" y="31"/>
                  <a:pt x="132" y="24"/>
                  <a:pt x="147" y="18"/>
                </a:cubicBezTo>
                <a:cubicBezTo>
                  <a:pt x="161" y="12"/>
                  <a:pt x="176" y="7"/>
                  <a:pt x="191" y="4"/>
                </a:cubicBezTo>
                <a:cubicBezTo>
                  <a:pt x="207" y="1"/>
                  <a:pt x="222" y="0"/>
                  <a:pt x="238" y="0"/>
                </a:cubicBezTo>
                <a:lnTo>
                  <a:pt x="4552" y="0"/>
                </a:lnTo>
                <a:cubicBezTo>
                  <a:pt x="4567" y="0"/>
                  <a:pt x="4583" y="1"/>
                  <a:pt x="4598" y="4"/>
                </a:cubicBezTo>
                <a:cubicBezTo>
                  <a:pt x="4613" y="7"/>
                  <a:pt x="4628" y="12"/>
                  <a:pt x="4643" y="18"/>
                </a:cubicBezTo>
                <a:cubicBezTo>
                  <a:pt x="4657" y="24"/>
                  <a:pt x="4671" y="31"/>
                  <a:pt x="4684" y="40"/>
                </a:cubicBezTo>
                <a:cubicBezTo>
                  <a:pt x="4697" y="48"/>
                  <a:pt x="4709" y="58"/>
                  <a:pt x="4720" y="69"/>
                </a:cubicBezTo>
                <a:cubicBezTo>
                  <a:pt x="4731" y="80"/>
                  <a:pt x="4741" y="92"/>
                  <a:pt x="4750" y="105"/>
                </a:cubicBezTo>
                <a:cubicBezTo>
                  <a:pt x="4758" y="118"/>
                  <a:pt x="4766" y="132"/>
                  <a:pt x="4772" y="147"/>
                </a:cubicBezTo>
                <a:cubicBezTo>
                  <a:pt x="4778" y="161"/>
                  <a:pt x="4782" y="176"/>
                  <a:pt x="4785" y="191"/>
                </a:cubicBezTo>
                <a:cubicBezTo>
                  <a:pt x="4788" y="207"/>
                  <a:pt x="4790" y="222"/>
                  <a:pt x="4790" y="238"/>
                </a:cubicBezTo>
                <a:lnTo>
                  <a:pt x="4790" y="2566"/>
                </a:lnTo>
                <a:cubicBezTo>
                  <a:pt x="4790" y="2582"/>
                  <a:pt x="4788" y="2597"/>
                  <a:pt x="4785" y="2613"/>
                </a:cubicBezTo>
                <a:cubicBezTo>
                  <a:pt x="4782" y="2628"/>
                  <a:pt x="4778" y="2643"/>
                  <a:pt x="4772" y="2657"/>
                </a:cubicBezTo>
                <a:cubicBezTo>
                  <a:pt x="4766" y="2673"/>
                  <a:pt x="4758" y="2686"/>
                  <a:pt x="4750" y="2699"/>
                </a:cubicBezTo>
                <a:cubicBezTo>
                  <a:pt x="4741" y="2712"/>
                  <a:pt x="4731" y="2724"/>
                  <a:pt x="4720" y="2736"/>
                </a:cubicBezTo>
                <a:cubicBezTo>
                  <a:pt x="4709" y="2747"/>
                  <a:pt x="4697" y="2756"/>
                  <a:pt x="4684" y="2765"/>
                </a:cubicBezTo>
                <a:cubicBezTo>
                  <a:pt x="4671" y="2774"/>
                  <a:pt x="4657" y="2781"/>
                  <a:pt x="4643" y="2787"/>
                </a:cubicBezTo>
                <a:cubicBezTo>
                  <a:pt x="4628" y="2793"/>
                  <a:pt x="4613" y="2798"/>
                  <a:pt x="4598" y="2801"/>
                </a:cubicBezTo>
                <a:cubicBezTo>
                  <a:pt x="4583" y="2804"/>
                  <a:pt x="4567" y="2805"/>
                  <a:pt x="4552" y="2805"/>
                </a:cubicBezTo>
                <a:lnTo>
                  <a:pt x="238" y="2805"/>
                </a:lnTo>
                <a:cubicBezTo>
                  <a:pt x="222" y="2805"/>
                  <a:pt x="207" y="2804"/>
                  <a:pt x="191" y="2801"/>
                </a:cubicBezTo>
                <a:cubicBezTo>
                  <a:pt x="176" y="2798"/>
                  <a:pt x="161" y="2793"/>
                  <a:pt x="147" y="2787"/>
                </a:cubicBezTo>
                <a:cubicBezTo>
                  <a:pt x="132" y="2781"/>
                  <a:pt x="119" y="2774"/>
                  <a:pt x="106" y="2765"/>
                </a:cubicBezTo>
                <a:cubicBezTo>
                  <a:pt x="93" y="2756"/>
                  <a:pt x="81" y="2747"/>
                  <a:pt x="70" y="2736"/>
                </a:cubicBezTo>
                <a:cubicBezTo>
                  <a:pt x="59" y="2724"/>
                  <a:pt x="49" y="2712"/>
                  <a:pt x="40" y="2699"/>
                </a:cubicBezTo>
                <a:cubicBezTo>
                  <a:pt x="31" y="2686"/>
                  <a:pt x="24" y="2673"/>
                  <a:pt x="18" y="2657"/>
                </a:cubicBezTo>
                <a:cubicBezTo>
                  <a:pt x="12" y="2643"/>
                  <a:pt x="7" y="2628"/>
                  <a:pt x="4" y="2613"/>
                </a:cubicBezTo>
                <a:cubicBezTo>
                  <a:pt x="1" y="2597"/>
                  <a:pt x="0" y="2582"/>
                  <a:pt x="0" y="2566"/>
                </a:cubicBezTo>
                <a:close/>
              </a:path>
            </a:pathLst>
          </a:custGeom>
          <a:noFill/>
          <a:ln w="18720">
            <a:solidFill>
              <a:srgbClr val="138808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 txBox="1"/>
          <p:nvPr/>
        </p:nvSpPr>
        <p:spPr>
          <a:xfrm>
            <a:off x="6908760" y="1732680"/>
            <a:ext cx="495000" cy="660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3900" b="1" u="none" strike="noStrike">
                <a:solidFill>
                  <a:srgbClr val="6C63FF"/>
                </a:solidFill>
                <a:effectLst/>
                <a:uFillTx/>
                <a:latin typeface="SegoeUI"/>
                <a:ea typeface="SegoeUI"/>
              </a:rPr>
              <a:t>↑</a:t>
            </a:r>
            <a:endParaRPr lang="en-IN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 txBox="1"/>
          <p:nvPr/>
        </p:nvSpPr>
        <p:spPr>
          <a:xfrm>
            <a:off x="7613640" y="1650960"/>
            <a:ext cx="85968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4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MLA /</a:t>
            </a:r>
            <a:endParaRPr lang="en-IN" sz="2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 txBox="1"/>
          <p:nvPr/>
        </p:nvSpPr>
        <p:spPr>
          <a:xfrm>
            <a:off x="7848360" y="2070000"/>
            <a:ext cx="46764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4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MP</a:t>
            </a:r>
            <a:endParaRPr lang="en-IN" sz="2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/>
          <p:nvPr/>
        </p:nvSpPr>
        <p:spPr>
          <a:xfrm>
            <a:off x="9362880" y="1562040"/>
            <a:ext cx="2324520" cy="1009800"/>
          </a:xfrm>
          <a:custGeom>
            <a:avLst/>
            <a:gdLst/>
            <a:ahLst/>
            <a:rect l="0" t="0" r="r" b="b"/>
            <a:pathLst>
              <a:path w="6457" h="2805">
                <a:moveTo>
                  <a:pt x="0" y="2566"/>
                </a:moveTo>
                <a:lnTo>
                  <a:pt x="0" y="238"/>
                </a:lnTo>
                <a:cubicBezTo>
                  <a:pt x="0" y="222"/>
                  <a:pt x="2" y="207"/>
                  <a:pt x="5" y="191"/>
                </a:cubicBezTo>
                <a:cubicBezTo>
                  <a:pt x="8" y="176"/>
                  <a:pt x="12" y="161"/>
                  <a:pt x="18" y="147"/>
                </a:cubicBezTo>
                <a:cubicBezTo>
                  <a:pt x="24" y="132"/>
                  <a:pt x="31" y="118"/>
                  <a:pt x="40" y="105"/>
                </a:cubicBezTo>
                <a:cubicBezTo>
                  <a:pt x="49" y="92"/>
                  <a:pt x="59" y="80"/>
                  <a:pt x="70" y="69"/>
                </a:cubicBezTo>
                <a:cubicBezTo>
                  <a:pt x="81" y="58"/>
                  <a:pt x="93" y="48"/>
                  <a:pt x="106" y="40"/>
                </a:cubicBezTo>
                <a:cubicBezTo>
                  <a:pt x="119" y="31"/>
                  <a:pt x="133" y="24"/>
                  <a:pt x="147" y="18"/>
                </a:cubicBezTo>
                <a:cubicBezTo>
                  <a:pt x="161" y="12"/>
                  <a:pt x="176" y="7"/>
                  <a:pt x="192" y="4"/>
                </a:cubicBezTo>
                <a:cubicBezTo>
                  <a:pt x="207" y="1"/>
                  <a:pt x="223" y="0"/>
                  <a:pt x="238" y="0"/>
                </a:cubicBezTo>
                <a:lnTo>
                  <a:pt x="6219" y="0"/>
                </a:lnTo>
                <a:cubicBezTo>
                  <a:pt x="6234" y="0"/>
                  <a:pt x="6250" y="1"/>
                  <a:pt x="6265" y="4"/>
                </a:cubicBezTo>
                <a:cubicBezTo>
                  <a:pt x="6281" y="7"/>
                  <a:pt x="6295" y="12"/>
                  <a:pt x="6310" y="18"/>
                </a:cubicBezTo>
                <a:cubicBezTo>
                  <a:pt x="6324" y="24"/>
                  <a:pt x="6338" y="31"/>
                  <a:pt x="6351" y="40"/>
                </a:cubicBezTo>
                <a:cubicBezTo>
                  <a:pt x="6364" y="48"/>
                  <a:pt x="6376" y="58"/>
                  <a:pt x="6387" y="69"/>
                </a:cubicBezTo>
                <a:cubicBezTo>
                  <a:pt x="6398" y="80"/>
                  <a:pt x="6408" y="92"/>
                  <a:pt x="6417" y="105"/>
                </a:cubicBezTo>
                <a:cubicBezTo>
                  <a:pt x="6425" y="118"/>
                  <a:pt x="6433" y="132"/>
                  <a:pt x="6439" y="147"/>
                </a:cubicBezTo>
                <a:cubicBezTo>
                  <a:pt x="6445" y="161"/>
                  <a:pt x="6449" y="176"/>
                  <a:pt x="6452" y="191"/>
                </a:cubicBezTo>
                <a:cubicBezTo>
                  <a:pt x="6455" y="207"/>
                  <a:pt x="6457" y="222"/>
                  <a:pt x="6457" y="238"/>
                </a:cubicBezTo>
                <a:lnTo>
                  <a:pt x="6457" y="2566"/>
                </a:lnTo>
                <a:cubicBezTo>
                  <a:pt x="6457" y="2582"/>
                  <a:pt x="6455" y="2597"/>
                  <a:pt x="6452" y="2613"/>
                </a:cubicBezTo>
                <a:cubicBezTo>
                  <a:pt x="6449" y="2628"/>
                  <a:pt x="6445" y="2643"/>
                  <a:pt x="6439" y="2657"/>
                </a:cubicBezTo>
                <a:cubicBezTo>
                  <a:pt x="6433" y="2673"/>
                  <a:pt x="6425" y="2686"/>
                  <a:pt x="6417" y="2699"/>
                </a:cubicBezTo>
                <a:cubicBezTo>
                  <a:pt x="6408" y="2712"/>
                  <a:pt x="6398" y="2724"/>
                  <a:pt x="6387" y="2736"/>
                </a:cubicBezTo>
                <a:cubicBezTo>
                  <a:pt x="6376" y="2747"/>
                  <a:pt x="6364" y="2756"/>
                  <a:pt x="6351" y="2765"/>
                </a:cubicBezTo>
                <a:cubicBezTo>
                  <a:pt x="6338" y="2774"/>
                  <a:pt x="6324" y="2781"/>
                  <a:pt x="6310" y="2787"/>
                </a:cubicBezTo>
                <a:cubicBezTo>
                  <a:pt x="6295" y="2793"/>
                  <a:pt x="6281" y="2798"/>
                  <a:pt x="6265" y="2801"/>
                </a:cubicBezTo>
                <a:cubicBezTo>
                  <a:pt x="6250" y="2804"/>
                  <a:pt x="6234" y="2805"/>
                  <a:pt x="6219" y="2805"/>
                </a:cubicBezTo>
                <a:lnTo>
                  <a:pt x="238" y="2805"/>
                </a:lnTo>
                <a:cubicBezTo>
                  <a:pt x="223" y="2805"/>
                  <a:pt x="207" y="2804"/>
                  <a:pt x="192" y="2801"/>
                </a:cubicBezTo>
                <a:cubicBezTo>
                  <a:pt x="176" y="2798"/>
                  <a:pt x="161" y="2793"/>
                  <a:pt x="147" y="2787"/>
                </a:cubicBezTo>
                <a:cubicBezTo>
                  <a:pt x="133" y="2781"/>
                  <a:pt x="119" y="2774"/>
                  <a:pt x="106" y="2765"/>
                </a:cubicBezTo>
                <a:cubicBezTo>
                  <a:pt x="93" y="2756"/>
                  <a:pt x="81" y="2747"/>
                  <a:pt x="70" y="2736"/>
                </a:cubicBezTo>
                <a:cubicBezTo>
                  <a:pt x="59" y="2724"/>
                  <a:pt x="49" y="2712"/>
                  <a:pt x="40" y="2699"/>
                </a:cubicBezTo>
                <a:cubicBezTo>
                  <a:pt x="31" y="2686"/>
                  <a:pt x="24" y="2673"/>
                  <a:pt x="18" y="2657"/>
                </a:cubicBezTo>
                <a:cubicBezTo>
                  <a:pt x="12" y="2643"/>
                  <a:pt x="8" y="2628"/>
                  <a:pt x="5" y="2613"/>
                </a:cubicBezTo>
                <a:cubicBezTo>
                  <a:pt x="2" y="2597"/>
                  <a:pt x="0" y="2582"/>
                  <a:pt x="0" y="2566"/>
                </a:cubicBezTo>
                <a:close/>
              </a:path>
            </a:pathLst>
          </a:custGeom>
          <a:solidFill>
            <a:srgbClr val="FF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/>
          <p:nvPr/>
        </p:nvSpPr>
        <p:spPr>
          <a:xfrm>
            <a:off x="9362880" y="1562040"/>
            <a:ext cx="2324520" cy="1009800"/>
          </a:xfrm>
          <a:custGeom>
            <a:avLst/>
            <a:gdLst/>
            <a:ahLst/>
            <a:rect l="0" t="0" r="r" b="b"/>
            <a:pathLst>
              <a:path w="6457" h="2805">
                <a:moveTo>
                  <a:pt x="0" y="2566"/>
                </a:moveTo>
                <a:lnTo>
                  <a:pt x="0" y="238"/>
                </a:lnTo>
                <a:cubicBezTo>
                  <a:pt x="0" y="222"/>
                  <a:pt x="2" y="207"/>
                  <a:pt x="5" y="191"/>
                </a:cubicBezTo>
                <a:cubicBezTo>
                  <a:pt x="8" y="176"/>
                  <a:pt x="12" y="161"/>
                  <a:pt x="18" y="147"/>
                </a:cubicBezTo>
                <a:cubicBezTo>
                  <a:pt x="24" y="132"/>
                  <a:pt x="31" y="118"/>
                  <a:pt x="40" y="105"/>
                </a:cubicBezTo>
                <a:cubicBezTo>
                  <a:pt x="49" y="92"/>
                  <a:pt x="59" y="80"/>
                  <a:pt x="70" y="69"/>
                </a:cubicBezTo>
                <a:cubicBezTo>
                  <a:pt x="81" y="58"/>
                  <a:pt x="93" y="48"/>
                  <a:pt x="106" y="40"/>
                </a:cubicBezTo>
                <a:cubicBezTo>
                  <a:pt x="119" y="31"/>
                  <a:pt x="133" y="24"/>
                  <a:pt x="147" y="18"/>
                </a:cubicBezTo>
                <a:cubicBezTo>
                  <a:pt x="161" y="12"/>
                  <a:pt x="176" y="7"/>
                  <a:pt x="192" y="4"/>
                </a:cubicBezTo>
                <a:cubicBezTo>
                  <a:pt x="207" y="1"/>
                  <a:pt x="223" y="0"/>
                  <a:pt x="238" y="0"/>
                </a:cubicBezTo>
                <a:lnTo>
                  <a:pt x="6219" y="0"/>
                </a:lnTo>
                <a:cubicBezTo>
                  <a:pt x="6234" y="0"/>
                  <a:pt x="6250" y="1"/>
                  <a:pt x="6265" y="4"/>
                </a:cubicBezTo>
                <a:cubicBezTo>
                  <a:pt x="6281" y="7"/>
                  <a:pt x="6295" y="12"/>
                  <a:pt x="6310" y="18"/>
                </a:cubicBezTo>
                <a:cubicBezTo>
                  <a:pt x="6324" y="24"/>
                  <a:pt x="6338" y="31"/>
                  <a:pt x="6351" y="40"/>
                </a:cubicBezTo>
                <a:cubicBezTo>
                  <a:pt x="6364" y="48"/>
                  <a:pt x="6376" y="58"/>
                  <a:pt x="6387" y="69"/>
                </a:cubicBezTo>
                <a:cubicBezTo>
                  <a:pt x="6398" y="80"/>
                  <a:pt x="6408" y="92"/>
                  <a:pt x="6417" y="105"/>
                </a:cubicBezTo>
                <a:cubicBezTo>
                  <a:pt x="6425" y="118"/>
                  <a:pt x="6433" y="132"/>
                  <a:pt x="6439" y="147"/>
                </a:cubicBezTo>
                <a:cubicBezTo>
                  <a:pt x="6445" y="161"/>
                  <a:pt x="6449" y="176"/>
                  <a:pt x="6452" y="191"/>
                </a:cubicBezTo>
                <a:cubicBezTo>
                  <a:pt x="6455" y="207"/>
                  <a:pt x="6457" y="222"/>
                  <a:pt x="6457" y="238"/>
                </a:cubicBezTo>
                <a:lnTo>
                  <a:pt x="6457" y="2566"/>
                </a:lnTo>
                <a:cubicBezTo>
                  <a:pt x="6457" y="2582"/>
                  <a:pt x="6455" y="2597"/>
                  <a:pt x="6452" y="2613"/>
                </a:cubicBezTo>
                <a:cubicBezTo>
                  <a:pt x="6449" y="2628"/>
                  <a:pt x="6445" y="2643"/>
                  <a:pt x="6439" y="2657"/>
                </a:cubicBezTo>
                <a:cubicBezTo>
                  <a:pt x="6433" y="2673"/>
                  <a:pt x="6425" y="2686"/>
                  <a:pt x="6417" y="2699"/>
                </a:cubicBezTo>
                <a:cubicBezTo>
                  <a:pt x="6408" y="2712"/>
                  <a:pt x="6398" y="2724"/>
                  <a:pt x="6387" y="2736"/>
                </a:cubicBezTo>
                <a:cubicBezTo>
                  <a:pt x="6376" y="2747"/>
                  <a:pt x="6364" y="2756"/>
                  <a:pt x="6351" y="2765"/>
                </a:cubicBezTo>
                <a:cubicBezTo>
                  <a:pt x="6338" y="2774"/>
                  <a:pt x="6324" y="2781"/>
                  <a:pt x="6310" y="2787"/>
                </a:cubicBezTo>
                <a:cubicBezTo>
                  <a:pt x="6295" y="2793"/>
                  <a:pt x="6281" y="2798"/>
                  <a:pt x="6265" y="2801"/>
                </a:cubicBezTo>
                <a:cubicBezTo>
                  <a:pt x="6250" y="2804"/>
                  <a:pt x="6234" y="2805"/>
                  <a:pt x="6219" y="2805"/>
                </a:cubicBezTo>
                <a:lnTo>
                  <a:pt x="238" y="2805"/>
                </a:lnTo>
                <a:cubicBezTo>
                  <a:pt x="223" y="2805"/>
                  <a:pt x="207" y="2804"/>
                  <a:pt x="192" y="2801"/>
                </a:cubicBezTo>
                <a:cubicBezTo>
                  <a:pt x="176" y="2798"/>
                  <a:pt x="161" y="2793"/>
                  <a:pt x="147" y="2787"/>
                </a:cubicBezTo>
                <a:cubicBezTo>
                  <a:pt x="133" y="2781"/>
                  <a:pt x="119" y="2774"/>
                  <a:pt x="106" y="2765"/>
                </a:cubicBezTo>
                <a:cubicBezTo>
                  <a:pt x="93" y="2756"/>
                  <a:pt x="81" y="2747"/>
                  <a:pt x="70" y="2736"/>
                </a:cubicBezTo>
                <a:cubicBezTo>
                  <a:pt x="59" y="2724"/>
                  <a:pt x="49" y="2712"/>
                  <a:pt x="40" y="2699"/>
                </a:cubicBezTo>
                <a:cubicBezTo>
                  <a:pt x="31" y="2686"/>
                  <a:pt x="24" y="2673"/>
                  <a:pt x="18" y="2657"/>
                </a:cubicBezTo>
                <a:cubicBezTo>
                  <a:pt x="12" y="2643"/>
                  <a:pt x="8" y="2628"/>
                  <a:pt x="5" y="2613"/>
                </a:cubicBezTo>
                <a:cubicBezTo>
                  <a:pt x="2" y="2597"/>
                  <a:pt x="0" y="2582"/>
                  <a:pt x="0" y="2566"/>
                </a:cubicBezTo>
                <a:close/>
              </a:path>
            </a:pathLst>
          </a:custGeom>
          <a:noFill/>
          <a:ln w="18720">
            <a:solidFill>
              <a:srgbClr val="E63946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 txBox="1"/>
          <p:nvPr/>
        </p:nvSpPr>
        <p:spPr>
          <a:xfrm>
            <a:off x="9030960" y="1732680"/>
            <a:ext cx="495000" cy="660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3900" b="1" u="none" strike="noStrike">
                <a:solidFill>
                  <a:srgbClr val="6C63FF"/>
                </a:solidFill>
                <a:effectLst/>
                <a:uFillTx/>
                <a:latin typeface="SegoeUI"/>
                <a:ea typeface="SegoeUI"/>
              </a:rPr>
              <a:t>↑</a:t>
            </a:r>
            <a:endParaRPr lang="en-IN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 txBox="1"/>
          <p:nvPr/>
        </p:nvSpPr>
        <p:spPr>
          <a:xfrm>
            <a:off x="9981720" y="1650960"/>
            <a:ext cx="93312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4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State /</a:t>
            </a:r>
            <a:endParaRPr lang="en-IN" sz="2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/>
          <p:nvPr/>
        </p:nvSpPr>
        <p:spPr>
          <a:xfrm>
            <a:off x="518760" y="2733480"/>
            <a:ext cx="5510880" cy="3667320"/>
          </a:xfrm>
          <a:custGeom>
            <a:avLst/>
            <a:gdLst/>
            <a:ahLst/>
            <a:rect l="0" t="0" r="r" b="b"/>
            <a:pathLst>
              <a:path w="15308" h="10187">
                <a:moveTo>
                  <a:pt x="0" y="9870"/>
                </a:moveTo>
                <a:lnTo>
                  <a:pt x="0" y="318"/>
                </a:lnTo>
                <a:cubicBezTo>
                  <a:pt x="0" y="297"/>
                  <a:pt x="2" y="276"/>
                  <a:pt x="5" y="256"/>
                </a:cubicBezTo>
                <a:cubicBezTo>
                  <a:pt x="9" y="235"/>
                  <a:pt x="13" y="215"/>
                  <a:pt x="20" y="196"/>
                </a:cubicBezTo>
                <a:cubicBezTo>
                  <a:pt x="26" y="177"/>
                  <a:pt x="34" y="158"/>
                  <a:pt x="43" y="141"/>
                </a:cubicBezTo>
                <a:cubicBezTo>
                  <a:pt x="52" y="124"/>
                  <a:pt x="62" y="108"/>
                  <a:pt x="74" y="93"/>
                </a:cubicBezTo>
                <a:cubicBezTo>
                  <a:pt x="86" y="78"/>
                  <a:pt x="98" y="65"/>
                  <a:pt x="112" y="54"/>
                </a:cubicBezTo>
                <a:cubicBezTo>
                  <a:pt x="126" y="42"/>
                  <a:pt x="140" y="32"/>
                  <a:pt x="156" y="24"/>
                </a:cubicBezTo>
                <a:cubicBezTo>
                  <a:pt x="171" y="16"/>
                  <a:pt x="187" y="10"/>
                  <a:pt x="203" y="6"/>
                </a:cubicBezTo>
                <a:cubicBezTo>
                  <a:pt x="219" y="2"/>
                  <a:pt x="235" y="0"/>
                  <a:pt x="252" y="0"/>
                </a:cubicBezTo>
                <a:lnTo>
                  <a:pt x="14990" y="0"/>
                </a:lnTo>
                <a:cubicBezTo>
                  <a:pt x="15011" y="0"/>
                  <a:pt x="15032" y="2"/>
                  <a:pt x="15052" y="6"/>
                </a:cubicBezTo>
                <a:cubicBezTo>
                  <a:pt x="15073" y="10"/>
                  <a:pt x="15092" y="16"/>
                  <a:pt x="15112" y="24"/>
                </a:cubicBezTo>
                <a:cubicBezTo>
                  <a:pt x="15131" y="32"/>
                  <a:pt x="15149" y="42"/>
                  <a:pt x="15167" y="54"/>
                </a:cubicBezTo>
                <a:cubicBezTo>
                  <a:pt x="15184" y="65"/>
                  <a:pt x="15200" y="78"/>
                  <a:pt x="15215" y="93"/>
                </a:cubicBezTo>
                <a:cubicBezTo>
                  <a:pt x="15229" y="108"/>
                  <a:pt x="15243" y="124"/>
                  <a:pt x="15254" y="141"/>
                </a:cubicBezTo>
                <a:cubicBezTo>
                  <a:pt x="15266" y="158"/>
                  <a:pt x="15275" y="177"/>
                  <a:pt x="15283" y="196"/>
                </a:cubicBezTo>
                <a:cubicBezTo>
                  <a:pt x="15291" y="215"/>
                  <a:pt x="15297" y="235"/>
                  <a:pt x="15302" y="256"/>
                </a:cubicBezTo>
                <a:cubicBezTo>
                  <a:pt x="15306" y="276"/>
                  <a:pt x="15308" y="297"/>
                  <a:pt x="15308" y="318"/>
                </a:cubicBezTo>
                <a:lnTo>
                  <a:pt x="15308" y="9870"/>
                </a:lnTo>
                <a:cubicBezTo>
                  <a:pt x="15308" y="9891"/>
                  <a:pt x="15306" y="9911"/>
                  <a:pt x="15302" y="9932"/>
                </a:cubicBezTo>
                <a:cubicBezTo>
                  <a:pt x="15297" y="9952"/>
                  <a:pt x="15291" y="9972"/>
                  <a:pt x="15283" y="9991"/>
                </a:cubicBezTo>
                <a:cubicBezTo>
                  <a:pt x="15275" y="10011"/>
                  <a:pt x="15266" y="10029"/>
                  <a:pt x="15254" y="10046"/>
                </a:cubicBezTo>
                <a:cubicBezTo>
                  <a:pt x="15243" y="10064"/>
                  <a:pt x="15229" y="10080"/>
                  <a:pt x="15215" y="10095"/>
                </a:cubicBezTo>
                <a:cubicBezTo>
                  <a:pt x="15200" y="10109"/>
                  <a:pt x="15184" y="10122"/>
                  <a:pt x="15167" y="10134"/>
                </a:cubicBezTo>
                <a:cubicBezTo>
                  <a:pt x="15149" y="10146"/>
                  <a:pt x="15131" y="10155"/>
                  <a:pt x="15112" y="10163"/>
                </a:cubicBezTo>
                <a:cubicBezTo>
                  <a:pt x="15092" y="10171"/>
                  <a:pt x="15073" y="10177"/>
                  <a:pt x="15052" y="10181"/>
                </a:cubicBezTo>
                <a:cubicBezTo>
                  <a:pt x="15032" y="10185"/>
                  <a:pt x="15011" y="10187"/>
                  <a:pt x="14990" y="10187"/>
                </a:cubicBezTo>
                <a:lnTo>
                  <a:pt x="252" y="10187"/>
                </a:lnTo>
                <a:cubicBezTo>
                  <a:pt x="235" y="10187"/>
                  <a:pt x="219" y="10185"/>
                  <a:pt x="203" y="10181"/>
                </a:cubicBezTo>
                <a:cubicBezTo>
                  <a:pt x="187" y="10177"/>
                  <a:pt x="171" y="10171"/>
                  <a:pt x="156" y="10163"/>
                </a:cubicBezTo>
                <a:cubicBezTo>
                  <a:pt x="140" y="10155"/>
                  <a:pt x="126" y="10146"/>
                  <a:pt x="112" y="10134"/>
                </a:cubicBezTo>
                <a:cubicBezTo>
                  <a:pt x="98" y="10122"/>
                  <a:pt x="86" y="10109"/>
                  <a:pt x="74" y="10095"/>
                </a:cubicBezTo>
                <a:cubicBezTo>
                  <a:pt x="62" y="10080"/>
                  <a:pt x="52" y="10064"/>
                  <a:pt x="43" y="10046"/>
                </a:cubicBezTo>
                <a:cubicBezTo>
                  <a:pt x="34" y="10029"/>
                  <a:pt x="26" y="10011"/>
                  <a:pt x="20" y="9991"/>
                </a:cubicBezTo>
                <a:cubicBezTo>
                  <a:pt x="13" y="9972"/>
                  <a:pt x="9" y="9952"/>
                  <a:pt x="5" y="9932"/>
                </a:cubicBezTo>
                <a:cubicBezTo>
                  <a:pt x="2" y="9911"/>
                  <a:pt x="0" y="9891"/>
                  <a:pt x="0" y="9870"/>
                </a:cubicBezTo>
                <a:close/>
              </a:path>
            </a:pathLst>
          </a:custGeom>
          <a:solidFill>
            <a:srgbClr val="ECF9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/>
          <p:nvPr/>
        </p:nvSpPr>
        <p:spPr>
          <a:xfrm>
            <a:off x="495000" y="2733480"/>
            <a:ext cx="114840" cy="3667320"/>
          </a:xfrm>
          <a:custGeom>
            <a:avLst/>
            <a:gdLst/>
            <a:ahLst/>
            <a:rect l="0" t="0" r="r" b="b"/>
            <a:pathLst>
              <a:path w="319" h="10187">
                <a:moveTo>
                  <a:pt x="0" y="0"/>
                </a:moveTo>
                <a:lnTo>
                  <a:pt x="319" y="0"/>
                </a:lnTo>
                <a:lnTo>
                  <a:pt x="319" y="10187"/>
                </a:lnTo>
                <a:lnTo>
                  <a:pt x="0" y="10187"/>
                </a:lnTo>
                <a:lnTo>
                  <a:pt x="0" y="0"/>
                </a:lnTo>
                <a:close/>
              </a:path>
            </a:pathLst>
          </a:custGeom>
          <a:solidFill>
            <a:srgbClr val="13880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 txBox="1"/>
          <p:nvPr/>
        </p:nvSpPr>
        <p:spPr>
          <a:xfrm>
            <a:off x="9993600" y="2070000"/>
            <a:ext cx="92160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4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Centre</a:t>
            </a:r>
            <a:endParaRPr lang="en-IN" sz="2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 txBox="1"/>
          <p:nvPr/>
        </p:nvSpPr>
        <p:spPr>
          <a:xfrm>
            <a:off x="1486440" y="3002760"/>
            <a:ext cx="446400" cy="32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Emoji"/>
                <a:ea typeface="SegoeUIEmoji"/>
              </a:rPr>
              <a:t>⏱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 txBox="1"/>
          <p:nvPr/>
        </p:nvSpPr>
        <p:spPr>
          <a:xfrm>
            <a:off x="1959480" y="2889000"/>
            <a:ext cx="267012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 SLA-Based Auto-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 txBox="1"/>
          <p:nvPr/>
        </p:nvSpPr>
        <p:spPr>
          <a:xfrm>
            <a:off x="2381760" y="3375000"/>
            <a:ext cx="152712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Escalation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 txBox="1"/>
          <p:nvPr/>
        </p:nvSpPr>
        <p:spPr>
          <a:xfrm>
            <a:off x="741240" y="3860640"/>
            <a:ext cx="424188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If P1 not resolved in </a:t>
            </a:r>
            <a:r>
              <a:rPr lang="en-IN" sz="255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24 hrs </a:t>
            </a:r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→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 txBox="1"/>
          <p:nvPr/>
        </p:nvSpPr>
        <p:spPr>
          <a:xfrm>
            <a:off x="2139840" y="4346280"/>
            <a:ext cx="192564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auto-escalate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 txBox="1"/>
          <p:nvPr/>
        </p:nvSpPr>
        <p:spPr>
          <a:xfrm>
            <a:off x="1100160" y="4832280"/>
            <a:ext cx="366660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P2 → 72 hrs · P3 → 7 days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 txBox="1"/>
          <p:nvPr/>
        </p:nvSpPr>
        <p:spPr>
          <a:xfrm>
            <a:off x="760320" y="5317920"/>
            <a:ext cx="420516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Each escalation sends alert to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/>
          <p:nvPr/>
        </p:nvSpPr>
        <p:spPr>
          <a:xfrm>
            <a:off x="6186240" y="2733480"/>
            <a:ext cx="5510520" cy="3181680"/>
          </a:xfrm>
          <a:custGeom>
            <a:avLst/>
            <a:gdLst/>
            <a:ahLst/>
            <a:rect l="0" t="0" r="r" b="b"/>
            <a:pathLst>
              <a:path w="15307" h="8838">
                <a:moveTo>
                  <a:pt x="0" y="8521"/>
                </a:moveTo>
                <a:lnTo>
                  <a:pt x="0" y="318"/>
                </a:lnTo>
                <a:cubicBezTo>
                  <a:pt x="0" y="297"/>
                  <a:pt x="2" y="276"/>
                  <a:pt x="5" y="256"/>
                </a:cubicBezTo>
                <a:cubicBezTo>
                  <a:pt x="8" y="235"/>
                  <a:pt x="13" y="215"/>
                  <a:pt x="19" y="196"/>
                </a:cubicBezTo>
                <a:cubicBezTo>
                  <a:pt x="26" y="177"/>
                  <a:pt x="33" y="158"/>
                  <a:pt x="43" y="141"/>
                </a:cubicBezTo>
                <a:cubicBezTo>
                  <a:pt x="52" y="124"/>
                  <a:pt x="62" y="108"/>
                  <a:pt x="74" y="93"/>
                </a:cubicBezTo>
                <a:cubicBezTo>
                  <a:pt x="85" y="78"/>
                  <a:pt x="98" y="65"/>
                  <a:pt x="112" y="54"/>
                </a:cubicBezTo>
                <a:cubicBezTo>
                  <a:pt x="126" y="42"/>
                  <a:pt x="140" y="32"/>
                  <a:pt x="155" y="24"/>
                </a:cubicBezTo>
                <a:cubicBezTo>
                  <a:pt x="171" y="16"/>
                  <a:pt x="186" y="10"/>
                  <a:pt x="203" y="6"/>
                </a:cubicBezTo>
                <a:cubicBezTo>
                  <a:pt x="219" y="2"/>
                  <a:pt x="235" y="0"/>
                  <a:pt x="252" y="0"/>
                </a:cubicBezTo>
                <a:lnTo>
                  <a:pt x="14990" y="0"/>
                </a:lnTo>
                <a:cubicBezTo>
                  <a:pt x="15011" y="0"/>
                  <a:pt x="15031" y="2"/>
                  <a:pt x="15052" y="6"/>
                </a:cubicBezTo>
                <a:cubicBezTo>
                  <a:pt x="15072" y="10"/>
                  <a:pt x="15092" y="16"/>
                  <a:pt x="15111" y="24"/>
                </a:cubicBezTo>
                <a:cubicBezTo>
                  <a:pt x="15131" y="32"/>
                  <a:pt x="15149" y="42"/>
                  <a:pt x="15166" y="54"/>
                </a:cubicBezTo>
                <a:cubicBezTo>
                  <a:pt x="15184" y="65"/>
                  <a:pt x="15200" y="78"/>
                  <a:pt x="15214" y="93"/>
                </a:cubicBezTo>
                <a:cubicBezTo>
                  <a:pt x="15229" y="108"/>
                  <a:pt x="15242" y="124"/>
                  <a:pt x="15254" y="141"/>
                </a:cubicBezTo>
                <a:cubicBezTo>
                  <a:pt x="15265" y="158"/>
                  <a:pt x="15275" y="177"/>
                  <a:pt x="15283" y="196"/>
                </a:cubicBezTo>
                <a:cubicBezTo>
                  <a:pt x="15291" y="215"/>
                  <a:pt x="15297" y="235"/>
                  <a:pt x="15301" y="256"/>
                </a:cubicBezTo>
                <a:cubicBezTo>
                  <a:pt x="15305" y="276"/>
                  <a:pt x="15307" y="297"/>
                  <a:pt x="15307" y="318"/>
                </a:cubicBezTo>
                <a:lnTo>
                  <a:pt x="15307" y="8521"/>
                </a:lnTo>
                <a:cubicBezTo>
                  <a:pt x="15307" y="8541"/>
                  <a:pt x="15305" y="8562"/>
                  <a:pt x="15301" y="8583"/>
                </a:cubicBezTo>
                <a:cubicBezTo>
                  <a:pt x="15297" y="8603"/>
                  <a:pt x="15291" y="8623"/>
                  <a:pt x="15283" y="8642"/>
                </a:cubicBezTo>
                <a:cubicBezTo>
                  <a:pt x="15275" y="8661"/>
                  <a:pt x="15265" y="8680"/>
                  <a:pt x="15254" y="8697"/>
                </a:cubicBezTo>
                <a:cubicBezTo>
                  <a:pt x="15242" y="8714"/>
                  <a:pt x="15229" y="8730"/>
                  <a:pt x="15214" y="8745"/>
                </a:cubicBezTo>
                <a:cubicBezTo>
                  <a:pt x="15200" y="8760"/>
                  <a:pt x="15184" y="8773"/>
                  <a:pt x="15166" y="8785"/>
                </a:cubicBezTo>
                <a:cubicBezTo>
                  <a:pt x="15149" y="8796"/>
                  <a:pt x="15131" y="8806"/>
                  <a:pt x="15111" y="8814"/>
                </a:cubicBezTo>
                <a:cubicBezTo>
                  <a:pt x="15092" y="8822"/>
                  <a:pt x="15072" y="8828"/>
                  <a:pt x="15052" y="8832"/>
                </a:cubicBezTo>
                <a:cubicBezTo>
                  <a:pt x="15031" y="8836"/>
                  <a:pt x="15011" y="8838"/>
                  <a:pt x="14990" y="8838"/>
                </a:cubicBezTo>
                <a:lnTo>
                  <a:pt x="252" y="8838"/>
                </a:lnTo>
                <a:cubicBezTo>
                  <a:pt x="235" y="8838"/>
                  <a:pt x="219" y="8836"/>
                  <a:pt x="203" y="8832"/>
                </a:cubicBezTo>
                <a:cubicBezTo>
                  <a:pt x="186" y="8828"/>
                  <a:pt x="171" y="8822"/>
                  <a:pt x="155" y="8814"/>
                </a:cubicBezTo>
                <a:cubicBezTo>
                  <a:pt x="140" y="8806"/>
                  <a:pt x="126" y="8796"/>
                  <a:pt x="112" y="8785"/>
                </a:cubicBezTo>
                <a:cubicBezTo>
                  <a:pt x="98" y="8773"/>
                  <a:pt x="85" y="8760"/>
                  <a:pt x="74" y="8745"/>
                </a:cubicBezTo>
                <a:cubicBezTo>
                  <a:pt x="62" y="8730"/>
                  <a:pt x="52" y="8714"/>
                  <a:pt x="43" y="8697"/>
                </a:cubicBezTo>
                <a:cubicBezTo>
                  <a:pt x="33" y="8680"/>
                  <a:pt x="26" y="8661"/>
                  <a:pt x="19" y="8642"/>
                </a:cubicBezTo>
                <a:cubicBezTo>
                  <a:pt x="13" y="8623"/>
                  <a:pt x="8" y="8603"/>
                  <a:pt x="5" y="8583"/>
                </a:cubicBezTo>
                <a:cubicBezTo>
                  <a:pt x="2" y="8562"/>
                  <a:pt x="0" y="8541"/>
                  <a:pt x="0" y="8521"/>
                </a:cubicBezTo>
                <a:close/>
              </a:path>
            </a:pathLst>
          </a:custGeom>
          <a:solidFill>
            <a:srgbClr val="FFF7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/>
          <p:nvPr/>
        </p:nvSpPr>
        <p:spPr>
          <a:xfrm>
            <a:off x="6162480" y="2733480"/>
            <a:ext cx="114840" cy="3181680"/>
          </a:xfrm>
          <a:custGeom>
            <a:avLst/>
            <a:gdLst/>
            <a:ahLst/>
            <a:rect l="0" t="0" r="r" b="b"/>
            <a:pathLst>
              <a:path w="319" h="8838">
                <a:moveTo>
                  <a:pt x="0" y="0"/>
                </a:moveTo>
                <a:lnTo>
                  <a:pt x="319" y="0"/>
                </a:lnTo>
                <a:lnTo>
                  <a:pt x="319" y="8838"/>
                </a:lnTo>
                <a:lnTo>
                  <a:pt x="0" y="8838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 txBox="1"/>
          <p:nvPr/>
        </p:nvSpPr>
        <p:spPr>
          <a:xfrm>
            <a:off x="2239920" y="5803560"/>
            <a:ext cx="172584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the next tier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 txBox="1"/>
          <p:nvPr/>
        </p:nvSpPr>
        <p:spPr>
          <a:xfrm>
            <a:off x="6892920" y="3002760"/>
            <a:ext cx="446400" cy="32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Emoji"/>
                <a:ea typeface="SegoeUIEmoji"/>
              </a:rPr>
              <a:t>🔄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 txBox="1"/>
          <p:nvPr/>
        </p:nvSpPr>
        <p:spPr>
          <a:xfrm>
            <a:off x="7365960" y="2889000"/>
            <a:ext cx="316584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 PRAJA vs CPGRAMS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 txBox="1"/>
          <p:nvPr/>
        </p:nvSpPr>
        <p:spPr>
          <a:xfrm>
            <a:off x="7090920" y="3375000"/>
            <a:ext cx="319032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CPGRAMS: manual re-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 txBox="1"/>
          <p:nvPr/>
        </p:nvSpPr>
        <p:spPr>
          <a:xfrm>
            <a:off x="6934680" y="3860640"/>
            <a:ext cx="338868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submission per ministry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 txBox="1"/>
          <p:nvPr/>
        </p:nvSpPr>
        <p:spPr>
          <a:xfrm>
            <a:off x="6964200" y="4346280"/>
            <a:ext cx="335628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PRAJA: </a:t>
            </a:r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one ticket → AI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 txBox="1"/>
          <p:nvPr/>
        </p:nvSpPr>
        <p:spPr>
          <a:xfrm>
            <a:off x="6703920" y="4832280"/>
            <a:ext cx="379476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routes → auto-escalates →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/>
          <p:nvPr/>
        </p:nvSpPr>
        <p:spPr>
          <a:xfrm>
            <a:off x="11005920" y="6431400"/>
            <a:ext cx="852840" cy="426600"/>
          </a:xfrm>
          <a:custGeom>
            <a:avLst/>
            <a:gdLst/>
            <a:ahLst/>
            <a:rect l="0" t="0" r="r" b="b"/>
            <a:pathLst>
              <a:path w="2369" h="1185">
                <a:moveTo>
                  <a:pt x="0" y="1185"/>
                </a:moveTo>
                <a:lnTo>
                  <a:pt x="1184" y="0"/>
                </a:lnTo>
                <a:lnTo>
                  <a:pt x="2369" y="1185"/>
                </a:lnTo>
                <a:lnTo>
                  <a:pt x="0" y="1185"/>
                </a:ln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/>
          <p:nvPr/>
        </p:nvSpPr>
        <p:spPr>
          <a:xfrm>
            <a:off x="10858320" y="6747120"/>
            <a:ext cx="111240" cy="110880"/>
          </a:xfrm>
          <a:custGeom>
            <a:avLst/>
            <a:gdLst/>
            <a:ahLst/>
            <a:rect l="0" t="0" r="r" b="b"/>
            <a:pathLst>
              <a:path w="309" h="308">
                <a:moveTo>
                  <a:pt x="0" y="0"/>
                </a:moveTo>
                <a:lnTo>
                  <a:pt x="309" y="308"/>
                </a:lnTo>
                <a:lnTo>
                  <a:pt x="0" y="30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"/>
          <p:cNvSpPr/>
          <p:nvPr/>
        </p:nvSpPr>
        <p:spPr>
          <a:xfrm>
            <a:off x="10858320" y="6579720"/>
            <a:ext cx="277920" cy="278280"/>
          </a:xfrm>
          <a:custGeom>
            <a:avLst/>
            <a:gdLst/>
            <a:ahLst/>
            <a:rect l="0" t="0" r="r" b="b"/>
            <a:pathLst>
              <a:path w="772" h="773">
                <a:moveTo>
                  <a:pt x="309" y="773"/>
                </a:moveTo>
                <a:lnTo>
                  <a:pt x="0" y="465"/>
                </a:lnTo>
                <a:lnTo>
                  <a:pt x="0" y="359"/>
                </a:lnTo>
                <a:lnTo>
                  <a:pt x="360" y="0"/>
                </a:lnTo>
                <a:lnTo>
                  <a:pt x="772" y="412"/>
                </a:lnTo>
                <a:lnTo>
                  <a:pt x="411" y="773"/>
                </a:lnTo>
                <a:lnTo>
                  <a:pt x="309" y="77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/>
          <p:nvPr/>
        </p:nvSpPr>
        <p:spPr>
          <a:xfrm>
            <a:off x="10858320" y="6450480"/>
            <a:ext cx="129600" cy="258840"/>
          </a:xfrm>
          <a:custGeom>
            <a:avLst/>
            <a:gdLst/>
            <a:ahLst/>
            <a:rect l="0" t="0" r="r" b="b"/>
            <a:pathLst>
              <a:path w="360" h="719">
                <a:moveTo>
                  <a:pt x="0" y="0"/>
                </a:moveTo>
                <a:lnTo>
                  <a:pt x="360" y="359"/>
                </a:lnTo>
                <a:lnTo>
                  <a:pt x="0" y="71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/>
          <p:nvPr/>
        </p:nvSpPr>
        <p:spPr>
          <a:xfrm>
            <a:off x="10987560" y="6431400"/>
            <a:ext cx="296640" cy="297000"/>
          </a:xfrm>
          <a:custGeom>
            <a:avLst/>
            <a:gdLst/>
            <a:ahLst/>
            <a:rect l="0" t="0" r="r" b="b"/>
            <a:pathLst>
              <a:path w="824" h="825">
                <a:moveTo>
                  <a:pt x="413" y="825"/>
                </a:moveTo>
                <a:lnTo>
                  <a:pt x="0" y="412"/>
                </a:lnTo>
                <a:lnTo>
                  <a:pt x="413" y="0"/>
                </a:lnTo>
                <a:lnTo>
                  <a:pt x="824" y="412"/>
                </a:lnTo>
                <a:lnTo>
                  <a:pt x="413" y="8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/>
          <p:nvPr/>
        </p:nvSpPr>
        <p:spPr>
          <a:xfrm>
            <a:off x="11135880" y="6283440"/>
            <a:ext cx="296640" cy="296640"/>
          </a:xfrm>
          <a:custGeom>
            <a:avLst/>
            <a:gdLst/>
            <a:ahLst/>
            <a:rect l="0" t="0" r="r" b="b"/>
            <a:pathLst>
              <a:path w="824" h="824">
                <a:moveTo>
                  <a:pt x="411" y="824"/>
                </a:moveTo>
                <a:lnTo>
                  <a:pt x="0" y="412"/>
                </a:lnTo>
                <a:lnTo>
                  <a:pt x="411" y="0"/>
                </a:lnTo>
                <a:lnTo>
                  <a:pt x="824" y="412"/>
                </a:lnTo>
                <a:lnTo>
                  <a:pt x="411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/>
          <p:nvPr/>
        </p:nvSpPr>
        <p:spPr>
          <a:xfrm>
            <a:off x="10858320" y="6283440"/>
            <a:ext cx="277920" cy="296640"/>
          </a:xfrm>
          <a:custGeom>
            <a:avLst/>
            <a:gdLst/>
            <a:ahLst/>
            <a:rect l="0" t="0" r="r" b="b"/>
            <a:pathLst>
              <a:path w="772" h="824">
                <a:moveTo>
                  <a:pt x="360" y="824"/>
                </a:moveTo>
                <a:lnTo>
                  <a:pt x="0" y="465"/>
                </a:lnTo>
                <a:lnTo>
                  <a:pt x="0" y="360"/>
                </a:lnTo>
                <a:lnTo>
                  <a:pt x="360" y="0"/>
                </a:lnTo>
                <a:lnTo>
                  <a:pt x="772" y="412"/>
                </a:lnTo>
                <a:lnTo>
                  <a:pt x="360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/>
          <p:nvPr/>
        </p:nvSpPr>
        <p:spPr>
          <a:xfrm>
            <a:off x="10987560" y="6135120"/>
            <a:ext cx="296640" cy="296640"/>
          </a:xfrm>
          <a:custGeom>
            <a:avLst/>
            <a:gdLst/>
            <a:ahLst/>
            <a:rect l="0" t="0" r="r" b="b"/>
            <a:pathLst>
              <a:path w="824" h="824">
                <a:moveTo>
                  <a:pt x="413" y="824"/>
                </a:moveTo>
                <a:lnTo>
                  <a:pt x="0" y="412"/>
                </a:lnTo>
                <a:lnTo>
                  <a:pt x="413" y="0"/>
                </a:lnTo>
                <a:lnTo>
                  <a:pt x="824" y="412"/>
                </a:lnTo>
                <a:lnTo>
                  <a:pt x="413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/>
          <p:nvPr/>
        </p:nvSpPr>
        <p:spPr>
          <a:xfrm>
            <a:off x="10858320" y="5857560"/>
            <a:ext cx="277920" cy="555480"/>
          </a:xfrm>
          <a:custGeom>
            <a:avLst/>
            <a:gdLst/>
            <a:ahLst/>
            <a:rect l="0" t="0" r="r" b="b"/>
            <a:pathLst>
              <a:path w="772" h="1543">
                <a:moveTo>
                  <a:pt x="0" y="0"/>
                </a:moveTo>
                <a:lnTo>
                  <a:pt x="772" y="771"/>
                </a:lnTo>
                <a:lnTo>
                  <a:pt x="0" y="154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/>
          <p:nvPr/>
        </p:nvSpPr>
        <p:spPr>
          <a:xfrm>
            <a:off x="11432160" y="5838480"/>
            <a:ext cx="759960" cy="1019520"/>
          </a:xfrm>
          <a:custGeom>
            <a:avLst/>
            <a:gdLst/>
            <a:ahLst/>
            <a:rect l="0" t="0" r="r" b="b"/>
            <a:pathLst>
              <a:path w="2111" h="2832">
                <a:moveTo>
                  <a:pt x="1185" y="2832"/>
                </a:moveTo>
                <a:lnTo>
                  <a:pt x="0" y="1647"/>
                </a:lnTo>
                <a:lnTo>
                  <a:pt x="1648" y="0"/>
                </a:lnTo>
                <a:lnTo>
                  <a:pt x="2111" y="463"/>
                </a:lnTo>
                <a:lnTo>
                  <a:pt x="2111" y="2832"/>
                </a:lnTo>
                <a:lnTo>
                  <a:pt x="1185" y="2832"/>
                </a:ln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/>
          <p:nvPr/>
        </p:nvSpPr>
        <p:spPr>
          <a:xfrm>
            <a:off x="12025080" y="5671800"/>
            <a:ext cx="167040" cy="333720"/>
          </a:xfrm>
          <a:custGeom>
            <a:avLst/>
            <a:gdLst/>
            <a:ahLst/>
            <a:rect l="0" t="0" r="r" b="b"/>
            <a:pathLst>
              <a:path w="464" h="927">
                <a:moveTo>
                  <a:pt x="464" y="927"/>
                </a:moveTo>
                <a:lnTo>
                  <a:pt x="0" y="464"/>
                </a:lnTo>
                <a:lnTo>
                  <a:pt x="464" y="0"/>
                </a:lnTo>
                <a:lnTo>
                  <a:pt x="464" y="927"/>
                </a:ln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/>
          <p:nvPr/>
        </p:nvSpPr>
        <p:spPr>
          <a:xfrm>
            <a:off x="11283840" y="6135120"/>
            <a:ext cx="297000" cy="296640"/>
          </a:xfrm>
          <a:custGeom>
            <a:avLst/>
            <a:gdLst/>
            <a:ahLst/>
            <a:rect l="0" t="0" r="r" b="b"/>
            <a:pathLst>
              <a:path w="825" h="824">
                <a:moveTo>
                  <a:pt x="413" y="824"/>
                </a:moveTo>
                <a:lnTo>
                  <a:pt x="0" y="412"/>
                </a:lnTo>
                <a:lnTo>
                  <a:pt x="413" y="0"/>
                </a:lnTo>
                <a:lnTo>
                  <a:pt x="825" y="412"/>
                </a:lnTo>
                <a:lnTo>
                  <a:pt x="413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/>
          <p:nvPr/>
        </p:nvSpPr>
        <p:spPr>
          <a:xfrm>
            <a:off x="11432160" y="5986800"/>
            <a:ext cx="297000" cy="297000"/>
          </a:xfrm>
          <a:custGeom>
            <a:avLst/>
            <a:gdLst/>
            <a:ahLst/>
            <a:rect l="0" t="0" r="r" b="b"/>
            <a:pathLst>
              <a:path w="825" h="825">
                <a:moveTo>
                  <a:pt x="412" y="825"/>
                </a:moveTo>
                <a:lnTo>
                  <a:pt x="0" y="413"/>
                </a:lnTo>
                <a:lnTo>
                  <a:pt x="412" y="0"/>
                </a:lnTo>
                <a:lnTo>
                  <a:pt x="825" y="413"/>
                </a:lnTo>
                <a:lnTo>
                  <a:pt x="412" y="8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"/>
          <p:cNvSpPr/>
          <p:nvPr/>
        </p:nvSpPr>
        <p:spPr>
          <a:xfrm>
            <a:off x="11135880" y="5986800"/>
            <a:ext cx="296640" cy="297000"/>
          </a:xfrm>
          <a:custGeom>
            <a:avLst/>
            <a:gdLst/>
            <a:ahLst/>
            <a:rect l="0" t="0" r="r" b="b"/>
            <a:pathLst>
              <a:path w="824" h="825">
                <a:moveTo>
                  <a:pt x="411" y="825"/>
                </a:moveTo>
                <a:lnTo>
                  <a:pt x="0" y="413"/>
                </a:lnTo>
                <a:lnTo>
                  <a:pt x="411" y="0"/>
                </a:lnTo>
                <a:lnTo>
                  <a:pt x="824" y="413"/>
                </a:lnTo>
                <a:lnTo>
                  <a:pt x="411" y="8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/>
          <p:nvPr/>
        </p:nvSpPr>
        <p:spPr>
          <a:xfrm>
            <a:off x="11283840" y="5838480"/>
            <a:ext cx="297000" cy="297000"/>
          </a:xfrm>
          <a:custGeom>
            <a:avLst/>
            <a:gdLst/>
            <a:ahLst/>
            <a:rect l="0" t="0" r="r" b="b"/>
            <a:pathLst>
              <a:path w="825" h="825">
                <a:moveTo>
                  <a:pt x="413" y="825"/>
                </a:moveTo>
                <a:lnTo>
                  <a:pt x="0" y="412"/>
                </a:lnTo>
                <a:lnTo>
                  <a:pt x="413" y="0"/>
                </a:lnTo>
                <a:lnTo>
                  <a:pt x="825" y="412"/>
                </a:lnTo>
                <a:lnTo>
                  <a:pt x="413" y="8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/>
          <p:nvPr/>
        </p:nvSpPr>
        <p:spPr>
          <a:xfrm>
            <a:off x="11580480" y="5838480"/>
            <a:ext cx="296640" cy="297000"/>
          </a:xfrm>
          <a:custGeom>
            <a:avLst/>
            <a:gdLst/>
            <a:ahLst/>
            <a:rect l="0" t="0" r="r" b="b"/>
            <a:pathLst>
              <a:path w="824" h="825">
                <a:moveTo>
                  <a:pt x="413" y="825"/>
                </a:moveTo>
                <a:lnTo>
                  <a:pt x="0" y="412"/>
                </a:lnTo>
                <a:lnTo>
                  <a:pt x="413" y="0"/>
                </a:lnTo>
                <a:lnTo>
                  <a:pt x="824" y="412"/>
                </a:lnTo>
                <a:lnTo>
                  <a:pt x="413" y="8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/>
          <p:nvPr/>
        </p:nvSpPr>
        <p:spPr>
          <a:xfrm>
            <a:off x="11728800" y="5690520"/>
            <a:ext cx="296640" cy="296640"/>
          </a:xfrm>
          <a:custGeom>
            <a:avLst/>
            <a:gdLst/>
            <a:ahLst/>
            <a:rect l="0" t="0" r="r" b="b"/>
            <a:pathLst>
              <a:path w="824" h="824">
                <a:moveTo>
                  <a:pt x="411" y="824"/>
                </a:moveTo>
                <a:lnTo>
                  <a:pt x="0" y="412"/>
                </a:lnTo>
                <a:lnTo>
                  <a:pt x="411" y="0"/>
                </a:lnTo>
                <a:lnTo>
                  <a:pt x="824" y="412"/>
                </a:lnTo>
                <a:lnTo>
                  <a:pt x="411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/>
          <p:nvPr/>
        </p:nvSpPr>
        <p:spPr>
          <a:xfrm>
            <a:off x="11432160" y="5690520"/>
            <a:ext cx="297000" cy="296640"/>
          </a:xfrm>
          <a:custGeom>
            <a:avLst/>
            <a:gdLst/>
            <a:ahLst/>
            <a:rect l="0" t="0" r="r" b="b"/>
            <a:pathLst>
              <a:path w="825" h="824">
                <a:moveTo>
                  <a:pt x="412" y="824"/>
                </a:moveTo>
                <a:lnTo>
                  <a:pt x="0" y="412"/>
                </a:lnTo>
                <a:lnTo>
                  <a:pt x="412" y="0"/>
                </a:lnTo>
                <a:lnTo>
                  <a:pt x="825" y="412"/>
                </a:lnTo>
                <a:lnTo>
                  <a:pt x="412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"/>
          <p:cNvSpPr/>
          <p:nvPr/>
        </p:nvSpPr>
        <p:spPr>
          <a:xfrm>
            <a:off x="11580480" y="5542200"/>
            <a:ext cx="296640" cy="296640"/>
          </a:xfrm>
          <a:custGeom>
            <a:avLst/>
            <a:gdLst/>
            <a:ahLst/>
            <a:rect l="0" t="0" r="r" b="b"/>
            <a:pathLst>
              <a:path w="824" h="824">
                <a:moveTo>
                  <a:pt x="413" y="824"/>
                </a:moveTo>
                <a:lnTo>
                  <a:pt x="0" y="412"/>
                </a:lnTo>
                <a:lnTo>
                  <a:pt x="413" y="0"/>
                </a:lnTo>
                <a:lnTo>
                  <a:pt x="824" y="412"/>
                </a:lnTo>
                <a:lnTo>
                  <a:pt x="413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"/>
          <p:cNvSpPr/>
          <p:nvPr/>
        </p:nvSpPr>
        <p:spPr>
          <a:xfrm>
            <a:off x="10858320" y="5542200"/>
            <a:ext cx="574200" cy="593280"/>
          </a:xfrm>
          <a:custGeom>
            <a:avLst/>
            <a:gdLst/>
            <a:ahLst/>
            <a:rect l="0" t="0" r="r" b="b"/>
            <a:pathLst>
              <a:path w="1595" h="1648">
                <a:moveTo>
                  <a:pt x="771" y="1648"/>
                </a:moveTo>
                <a:lnTo>
                  <a:pt x="0" y="877"/>
                </a:lnTo>
                <a:lnTo>
                  <a:pt x="0" y="772"/>
                </a:lnTo>
                <a:lnTo>
                  <a:pt x="771" y="0"/>
                </a:lnTo>
                <a:lnTo>
                  <a:pt x="1595" y="824"/>
                </a:lnTo>
                <a:lnTo>
                  <a:pt x="771" y="164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/>
          <p:nvPr/>
        </p:nvSpPr>
        <p:spPr>
          <a:xfrm>
            <a:off x="11135880" y="5524200"/>
            <a:ext cx="593280" cy="314640"/>
          </a:xfrm>
          <a:custGeom>
            <a:avLst/>
            <a:gdLst/>
            <a:ahLst/>
            <a:rect l="0" t="0" r="r" b="b"/>
            <a:pathLst>
              <a:path w="1648" h="874">
                <a:moveTo>
                  <a:pt x="823" y="874"/>
                </a:moveTo>
                <a:lnTo>
                  <a:pt x="0" y="50"/>
                </a:lnTo>
                <a:lnTo>
                  <a:pt x="49" y="0"/>
                </a:lnTo>
                <a:lnTo>
                  <a:pt x="1598" y="0"/>
                </a:lnTo>
                <a:lnTo>
                  <a:pt x="1648" y="50"/>
                </a:lnTo>
                <a:lnTo>
                  <a:pt x="823" y="87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"/>
          <p:cNvSpPr/>
          <p:nvPr/>
        </p:nvSpPr>
        <p:spPr>
          <a:xfrm>
            <a:off x="11876760" y="5542200"/>
            <a:ext cx="297000" cy="296640"/>
          </a:xfrm>
          <a:custGeom>
            <a:avLst/>
            <a:gdLst/>
            <a:ahLst/>
            <a:rect l="0" t="0" r="r" b="b"/>
            <a:pathLst>
              <a:path w="825" h="824">
                <a:moveTo>
                  <a:pt x="413" y="824"/>
                </a:moveTo>
                <a:lnTo>
                  <a:pt x="0" y="412"/>
                </a:lnTo>
                <a:lnTo>
                  <a:pt x="413" y="0"/>
                </a:lnTo>
                <a:lnTo>
                  <a:pt x="825" y="412"/>
                </a:lnTo>
                <a:lnTo>
                  <a:pt x="413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"/>
          <p:cNvSpPr/>
          <p:nvPr/>
        </p:nvSpPr>
        <p:spPr>
          <a:xfrm>
            <a:off x="12025080" y="5524200"/>
            <a:ext cx="167040" cy="166680"/>
          </a:xfrm>
          <a:custGeom>
            <a:avLst/>
            <a:gdLst/>
            <a:ahLst/>
            <a:rect l="0" t="0" r="r" b="b"/>
            <a:pathLst>
              <a:path w="464" h="463">
                <a:moveTo>
                  <a:pt x="413" y="463"/>
                </a:moveTo>
                <a:lnTo>
                  <a:pt x="0" y="50"/>
                </a:lnTo>
                <a:lnTo>
                  <a:pt x="50" y="0"/>
                </a:lnTo>
                <a:lnTo>
                  <a:pt x="464" y="0"/>
                </a:lnTo>
                <a:lnTo>
                  <a:pt x="464" y="411"/>
                </a:lnTo>
                <a:lnTo>
                  <a:pt x="413" y="46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"/>
          <p:cNvSpPr/>
          <p:nvPr/>
        </p:nvSpPr>
        <p:spPr>
          <a:xfrm>
            <a:off x="11728800" y="5524200"/>
            <a:ext cx="296640" cy="166680"/>
          </a:xfrm>
          <a:custGeom>
            <a:avLst/>
            <a:gdLst/>
            <a:ahLst/>
            <a:rect l="0" t="0" r="r" b="b"/>
            <a:pathLst>
              <a:path w="824" h="463">
                <a:moveTo>
                  <a:pt x="411" y="463"/>
                </a:moveTo>
                <a:lnTo>
                  <a:pt x="0" y="50"/>
                </a:lnTo>
                <a:lnTo>
                  <a:pt x="49" y="0"/>
                </a:lnTo>
                <a:lnTo>
                  <a:pt x="775" y="0"/>
                </a:lnTo>
                <a:lnTo>
                  <a:pt x="824" y="50"/>
                </a:lnTo>
                <a:lnTo>
                  <a:pt x="411" y="46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"/>
          <p:cNvSpPr/>
          <p:nvPr/>
        </p:nvSpPr>
        <p:spPr>
          <a:xfrm>
            <a:off x="12007440" y="5524200"/>
            <a:ext cx="36000" cy="18360"/>
          </a:xfrm>
          <a:custGeom>
            <a:avLst/>
            <a:gdLst/>
            <a:ahLst/>
            <a:rect l="0" t="0" r="r" b="b"/>
            <a:pathLst>
              <a:path w="100" h="51">
                <a:moveTo>
                  <a:pt x="49" y="51"/>
                </a:moveTo>
                <a:lnTo>
                  <a:pt x="0" y="0"/>
                </a:lnTo>
                <a:lnTo>
                  <a:pt x="100" y="0"/>
                </a:lnTo>
                <a:lnTo>
                  <a:pt x="49" y="5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"/>
          <p:cNvSpPr/>
          <p:nvPr/>
        </p:nvSpPr>
        <p:spPr>
          <a:xfrm>
            <a:off x="11710800" y="5524200"/>
            <a:ext cx="36000" cy="18360"/>
          </a:xfrm>
          <a:custGeom>
            <a:avLst/>
            <a:gdLst/>
            <a:ahLst/>
            <a:rect l="0" t="0" r="r" b="b"/>
            <a:pathLst>
              <a:path w="100" h="51">
                <a:moveTo>
                  <a:pt x="50" y="51"/>
                </a:moveTo>
                <a:lnTo>
                  <a:pt x="0" y="0"/>
                </a:lnTo>
                <a:lnTo>
                  <a:pt x="100" y="0"/>
                </a:lnTo>
                <a:lnTo>
                  <a:pt x="50" y="5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"/>
          <p:cNvSpPr/>
          <p:nvPr/>
        </p:nvSpPr>
        <p:spPr>
          <a:xfrm>
            <a:off x="10858320" y="5524200"/>
            <a:ext cx="295560" cy="295920"/>
          </a:xfrm>
          <a:custGeom>
            <a:avLst/>
            <a:gdLst/>
            <a:ahLst/>
            <a:rect l="0" t="0" r="r" b="b"/>
            <a:pathLst>
              <a:path w="821" h="822">
                <a:moveTo>
                  <a:pt x="0" y="0"/>
                </a:moveTo>
                <a:lnTo>
                  <a:pt x="821" y="0"/>
                </a:lnTo>
                <a:lnTo>
                  <a:pt x="0" y="82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"/>
          <p:cNvSpPr/>
          <p:nvPr/>
        </p:nvSpPr>
        <p:spPr>
          <a:xfrm>
            <a:off x="11698200" y="6269400"/>
            <a:ext cx="234720" cy="293040"/>
          </a:xfrm>
          <a:custGeom>
            <a:avLst/>
            <a:gdLst/>
            <a:ahLst/>
            <a:rect l="0" t="0" r="r" b="b"/>
            <a:pathLst>
              <a:path w="652" h="814">
                <a:moveTo>
                  <a:pt x="0" y="0"/>
                </a:moveTo>
                <a:lnTo>
                  <a:pt x="652" y="0"/>
                </a:lnTo>
                <a:lnTo>
                  <a:pt x="652" y="814"/>
                </a:lnTo>
                <a:lnTo>
                  <a:pt x="0" y="814"/>
                </a:lnTo>
                <a:lnTo>
                  <a:pt x="0" y="0"/>
                </a:lnTo>
                <a:close/>
              </a:path>
            </a:pathLst>
          </a:custGeom>
          <a:solidFill>
            <a:srgbClr val="FDFC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"/>
          <p:cNvSpPr txBox="1"/>
          <p:nvPr/>
        </p:nvSpPr>
        <p:spPr>
          <a:xfrm>
            <a:off x="7275600" y="5317920"/>
            <a:ext cx="279108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complete audit trail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 txBox="1"/>
          <p:nvPr/>
        </p:nvSpPr>
        <p:spPr>
          <a:xfrm>
            <a:off x="11754360" y="624924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SegoeUI"/>
                <a:ea typeface="SegoeUI"/>
              </a:rPr>
              <a:t>7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 txBox="1"/>
          <p:nvPr/>
        </p:nvSpPr>
        <p:spPr>
          <a:xfrm>
            <a:off x="11754360" y="624924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202228"/>
                </a:solidFill>
                <a:effectLst/>
                <a:uFillTx/>
                <a:latin typeface="SegoeUI"/>
                <a:ea typeface="SegoeUI"/>
              </a:rPr>
              <a:t>7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"/>
          <p:cNvSpPr/>
          <p:nvPr/>
        </p:nvSpPr>
        <p:spPr>
          <a:xfrm>
            <a:off x="0" y="0"/>
            <a:ext cx="12192120" cy="76320"/>
          </a:xfrm>
          <a:custGeom>
            <a:avLst/>
            <a:gdLst/>
            <a:ahLst/>
            <a:rect l="0" t="0" r="r" b="b"/>
            <a:pathLst>
              <a:path w="33867" h="212">
                <a:moveTo>
                  <a:pt x="0" y="0"/>
                </a:moveTo>
                <a:lnTo>
                  <a:pt x="33867" y="0"/>
                </a:lnTo>
                <a:lnTo>
                  <a:pt x="33867" y="212"/>
                </a:lnTo>
                <a:lnTo>
                  <a:pt x="0" y="212"/>
                </a:lnTo>
                <a:lnTo>
                  <a:pt x="0" y="0"/>
                </a:ln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"/>
          <p:cNvSpPr/>
          <p:nvPr/>
        </p:nvSpPr>
        <p:spPr>
          <a:xfrm>
            <a:off x="495000" y="1276200"/>
            <a:ext cx="11201760" cy="28800"/>
          </a:xfrm>
          <a:custGeom>
            <a:avLst/>
            <a:gdLst/>
            <a:ahLst/>
            <a:rect l="0" t="0" r="r" b="b"/>
            <a:pathLst>
              <a:path w="31116" h="80">
                <a:moveTo>
                  <a:pt x="0" y="0"/>
                </a:moveTo>
                <a:lnTo>
                  <a:pt x="31116" y="0"/>
                </a:lnTo>
                <a:lnTo>
                  <a:pt x="31116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/>
          <p:nvPr/>
        </p:nvSpPr>
        <p:spPr>
          <a:xfrm>
            <a:off x="518760" y="1552320"/>
            <a:ext cx="3272400" cy="5305680"/>
          </a:xfrm>
          <a:custGeom>
            <a:avLst/>
            <a:gdLst/>
            <a:ahLst/>
            <a:rect l="0" t="0" r="r" b="b"/>
            <a:pathLst>
              <a:path w="9090" h="14738">
                <a:moveTo>
                  <a:pt x="0" y="14738"/>
                </a:moveTo>
                <a:lnTo>
                  <a:pt x="0" y="318"/>
                </a:lnTo>
                <a:cubicBezTo>
                  <a:pt x="0" y="297"/>
                  <a:pt x="2" y="276"/>
                  <a:pt x="5" y="256"/>
                </a:cubicBezTo>
                <a:cubicBezTo>
                  <a:pt x="9" y="235"/>
                  <a:pt x="13" y="215"/>
                  <a:pt x="20" y="196"/>
                </a:cubicBezTo>
                <a:cubicBezTo>
                  <a:pt x="26" y="177"/>
                  <a:pt x="34" y="159"/>
                  <a:pt x="43" y="141"/>
                </a:cubicBezTo>
                <a:cubicBezTo>
                  <a:pt x="52" y="124"/>
                  <a:pt x="62" y="108"/>
                  <a:pt x="74" y="93"/>
                </a:cubicBezTo>
                <a:cubicBezTo>
                  <a:pt x="86" y="78"/>
                  <a:pt x="98" y="65"/>
                  <a:pt x="112" y="54"/>
                </a:cubicBezTo>
                <a:cubicBezTo>
                  <a:pt x="126" y="42"/>
                  <a:pt x="140" y="32"/>
                  <a:pt x="156" y="24"/>
                </a:cubicBezTo>
                <a:cubicBezTo>
                  <a:pt x="171" y="16"/>
                  <a:pt x="187" y="10"/>
                  <a:pt x="203" y="6"/>
                </a:cubicBezTo>
                <a:cubicBezTo>
                  <a:pt x="219" y="2"/>
                  <a:pt x="235" y="0"/>
                  <a:pt x="252" y="0"/>
                </a:cubicBezTo>
                <a:lnTo>
                  <a:pt x="8772" y="0"/>
                </a:lnTo>
                <a:cubicBezTo>
                  <a:pt x="8793" y="0"/>
                  <a:pt x="8814" y="2"/>
                  <a:pt x="8834" y="6"/>
                </a:cubicBezTo>
                <a:cubicBezTo>
                  <a:pt x="8855" y="10"/>
                  <a:pt x="8875" y="16"/>
                  <a:pt x="8894" y="24"/>
                </a:cubicBezTo>
                <a:cubicBezTo>
                  <a:pt x="8913" y="32"/>
                  <a:pt x="8931" y="42"/>
                  <a:pt x="8949" y="54"/>
                </a:cubicBezTo>
                <a:cubicBezTo>
                  <a:pt x="8966" y="65"/>
                  <a:pt x="8982" y="78"/>
                  <a:pt x="8997" y="93"/>
                </a:cubicBezTo>
                <a:cubicBezTo>
                  <a:pt x="9012" y="108"/>
                  <a:pt x="9025" y="124"/>
                  <a:pt x="9036" y="141"/>
                </a:cubicBezTo>
                <a:cubicBezTo>
                  <a:pt x="9048" y="159"/>
                  <a:pt x="9058" y="177"/>
                  <a:pt x="9066" y="196"/>
                </a:cubicBezTo>
                <a:cubicBezTo>
                  <a:pt x="9074" y="215"/>
                  <a:pt x="9080" y="235"/>
                  <a:pt x="9084" y="256"/>
                </a:cubicBezTo>
                <a:cubicBezTo>
                  <a:pt x="9088" y="276"/>
                  <a:pt x="9090" y="297"/>
                  <a:pt x="9090" y="318"/>
                </a:cubicBezTo>
                <a:lnTo>
                  <a:pt x="9090" y="14738"/>
                </a:lnTo>
                <a:lnTo>
                  <a:pt x="0" y="14738"/>
                </a:lnTo>
                <a:close/>
              </a:path>
            </a:pathLst>
          </a:custGeom>
          <a:solidFill>
            <a:srgbClr val="EEF0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"/>
          <p:cNvSpPr/>
          <p:nvPr/>
        </p:nvSpPr>
        <p:spPr>
          <a:xfrm>
            <a:off x="495000" y="1552320"/>
            <a:ext cx="114840" cy="5515560"/>
          </a:xfrm>
          <a:custGeom>
            <a:avLst/>
            <a:gdLst/>
            <a:ahLst/>
            <a:rect l="0" t="0" r="r" b="b"/>
            <a:pathLst>
              <a:path w="319" h="15321">
                <a:moveTo>
                  <a:pt x="0" y="0"/>
                </a:moveTo>
                <a:lnTo>
                  <a:pt x="319" y="0"/>
                </a:lnTo>
                <a:lnTo>
                  <a:pt x="319" y="15321"/>
                </a:lnTo>
                <a:lnTo>
                  <a:pt x="0" y="15321"/>
                </a:lnTo>
                <a:lnTo>
                  <a:pt x="0" y="0"/>
                </a:ln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 txBox="1"/>
          <p:nvPr/>
        </p:nvSpPr>
        <p:spPr>
          <a:xfrm>
            <a:off x="2317320" y="440640"/>
            <a:ext cx="6872400" cy="76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50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Multi-Channel Input Flow</a:t>
            </a:r>
            <a:endParaRPr lang="en-IN" sz="4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"/>
          <p:cNvSpPr txBox="1"/>
          <p:nvPr/>
        </p:nvSpPr>
        <p:spPr>
          <a:xfrm>
            <a:off x="879840" y="1821600"/>
            <a:ext cx="446400" cy="32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Emoji"/>
                <a:ea typeface="SegoeUIEmoji"/>
              </a:rPr>
              <a:t>🌐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"/>
          <p:cNvSpPr txBox="1"/>
          <p:nvPr/>
        </p:nvSpPr>
        <p:spPr>
          <a:xfrm>
            <a:off x="1352880" y="1707840"/>
            <a:ext cx="180324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 Web Portal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 txBox="1"/>
          <p:nvPr/>
        </p:nvSpPr>
        <p:spPr>
          <a:xfrm>
            <a:off x="1038240" y="2679480"/>
            <a:ext cx="193176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React form →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 txBox="1"/>
          <p:nvPr/>
        </p:nvSpPr>
        <p:spPr>
          <a:xfrm>
            <a:off x="1261800" y="3165120"/>
            <a:ext cx="155952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REST POST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/>
          <p:nvPr/>
        </p:nvSpPr>
        <p:spPr>
          <a:xfrm>
            <a:off x="1028520" y="4657680"/>
            <a:ext cx="2286360" cy="438480"/>
          </a:xfrm>
          <a:custGeom>
            <a:avLst/>
            <a:gdLst/>
            <a:ahLst/>
            <a:rect l="0" t="0" r="r" b="b"/>
            <a:pathLst>
              <a:path w="6351" h="1218">
                <a:moveTo>
                  <a:pt x="0" y="688"/>
                </a:moveTo>
                <a:lnTo>
                  <a:pt x="0" y="529"/>
                </a:lnTo>
                <a:cubicBezTo>
                  <a:pt x="0" y="494"/>
                  <a:pt x="3" y="460"/>
                  <a:pt x="10" y="426"/>
                </a:cubicBezTo>
                <a:cubicBezTo>
                  <a:pt x="17" y="391"/>
                  <a:pt x="27" y="358"/>
                  <a:pt x="40" y="326"/>
                </a:cubicBezTo>
                <a:cubicBezTo>
                  <a:pt x="54" y="294"/>
                  <a:pt x="70" y="264"/>
                  <a:pt x="89" y="235"/>
                </a:cubicBezTo>
                <a:cubicBezTo>
                  <a:pt x="108" y="206"/>
                  <a:pt x="130" y="179"/>
                  <a:pt x="155" y="155"/>
                </a:cubicBezTo>
                <a:cubicBezTo>
                  <a:pt x="180" y="130"/>
                  <a:pt x="206" y="108"/>
                  <a:pt x="235" y="89"/>
                </a:cubicBezTo>
                <a:cubicBezTo>
                  <a:pt x="264" y="69"/>
                  <a:pt x="295" y="53"/>
                  <a:pt x="328" y="40"/>
                </a:cubicBezTo>
                <a:cubicBezTo>
                  <a:pt x="360" y="27"/>
                  <a:pt x="393" y="17"/>
                  <a:pt x="427" y="10"/>
                </a:cubicBezTo>
                <a:cubicBezTo>
                  <a:pt x="461" y="3"/>
                  <a:pt x="495" y="0"/>
                  <a:pt x="530" y="0"/>
                </a:cubicBezTo>
                <a:lnTo>
                  <a:pt x="5822" y="0"/>
                </a:lnTo>
                <a:cubicBezTo>
                  <a:pt x="5857" y="0"/>
                  <a:pt x="5891" y="3"/>
                  <a:pt x="5925" y="10"/>
                </a:cubicBezTo>
                <a:cubicBezTo>
                  <a:pt x="5959" y="17"/>
                  <a:pt x="5992" y="27"/>
                  <a:pt x="6024" y="40"/>
                </a:cubicBezTo>
                <a:cubicBezTo>
                  <a:pt x="6056" y="53"/>
                  <a:pt x="6087" y="69"/>
                  <a:pt x="6116" y="89"/>
                </a:cubicBezTo>
                <a:cubicBezTo>
                  <a:pt x="6145" y="108"/>
                  <a:pt x="6171" y="130"/>
                  <a:pt x="6196" y="155"/>
                </a:cubicBezTo>
                <a:cubicBezTo>
                  <a:pt x="6221" y="179"/>
                  <a:pt x="6243" y="206"/>
                  <a:pt x="6262" y="235"/>
                </a:cubicBezTo>
                <a:cubicBezTo>
                  <a:pt x="6281" y="264"/>
                  <a:pt x="6297" y="294"/>
                  <a:pt x="6311" y="326"/>
                </a:cubicBezTo>
                <a:cubicBezTo>
                  <a:pt x="6324" y="358"/>
                  <a:pt x="6334" y="391"/>
                  <a:pt x="6341" y="426"/>
                </a:cubicBezTo>
                <a:cubicBezTo>
                  <a:pt x="6348" y="460"/>
                  <a:pt x="6351" y="494"/>
                  <a:pt x="6351" y="529"/>
                </a:cubicBezTo>
                <a:lnTo>
                  <a:pt x="6351" y="688"/>
                </a:lnTo>
                <a:cubicBezTo>
                  <a:pt x="6351" y="722"/>
                  <a:pt x="6348" y="757"/>
                  <a:pt x="6341" y="791"/>
                </a:cubicBezTo>
                <a:cubicBezTo>
                  <a:pt x="6334" y="825"/>
                  <a:pt x="6324" y="858"/>
                  <a:pt x="6311" y="890"/>
                </a:cubicBezTo>
                <a:cubicBezTo>
                  <a:pt x="6297" y="922"/>
                  <a:pt x="6281" y="953"/>
                  <a:pt x="6262" y="982"/>
                </a:cubicBezTo>
                <a:cubicBezTo>
                  <a:pt x="6243" y="1010"/>
                  <a:pt x="6221" y="1037"/>
                  <a:pt x="6196" y="1063"/>
                </a:cubicBezTo>
                <a:cubicBezTo>
                  <a:pt x="6171" y="1087"/>
                  <a:pt x="6145" y="1109"/>
                  <a:pt x="6116" y="1129"/>
                </a:cubicBezTo>
                <a:cubicBezTo>
                  <a:pt x="6087" y="1148"/>
                  <a:pt x="6056" y="1164"/>
                  <a:pt x="6024" y="1177"/>
                </a:cubicBezTo>
                <a:cubicBezTo>
                  <a:pt x="5992" y="1191"/>
                  <a:pt x="5959" y="1201"/>
                  <a:pt x="5925" y="1208"/>
                </a:cubicBezTo>
                <a:cubicBezTo>
                  <a:pt x="5891" y="1214"/>
                  <a:pt x="5857" y="1218"/>
                  <a:pt x="5822" y="1218"/>
                </a:cubicBezTo>
                <a:lnTo>
                  <a:pt x="530" y="1218"/>
                </a:lnTo>
                <a:cubicBezTo>
                  <a:pt x="495" y="1218"/>
                  <a:pt x="461" y="1214"/>
                  <a:pt x="427" y="1208"/>
                </a:cubicBezTo>
                <a:cubicBezTo>
                  <a:pt x="393" y="1201"/>
                  <a:pt x="360" y="1191"/>
                  <a:pt x="328" y="1177"/>
                </a:cubicBezTo>
                <a:cubicBezTo>
                  <a:pt x="295" y="1164"/>
                  <a:pt x="264" y="1148"/>
                  <a:pt x="235" y="1129"/>
                </a:cubicBezTo>
                <a:cubicBezTo>
                  <a:pt x="206" y="1109"/>
                  <a:pt x="180" y="1087"/>
                  <a:pt x="155" y="1063"/>
                </a:cubicBezTo>
                <a:cubicBezTo>
                  <a:pt x="130" y="1037"/>
                  <a:pt x="108" y="1010"/>
                  <a:pt x="89" y="982"/>
                </a:cubicBezTo>
                <a:cubicBezTo>
                  <a:pt x="70" y="953"/>
                  <a:pt x="54" y="922"/>
                  <a:pt x="40" y="890"/>
                </a:cubicBezTo>
                <a:cubicBezTo>
                  <a:pt x="27" y="858"/>
                  <a:pt x="17" y="825"/>
                  <a:pt x="10" y="791"/>
                </a:cubicBezTo>
                <a:cubicBezTo>
                  <a:pt x="3" y="757"/>
                  <a:pt x="0" y="722"/>
                  <a:pt x="0" y="688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 txBox="1"/>
          <p:nvPr/>
        </p:nvSpPr>
        <p:spPr>
          <a:xfrm>
            <a:off x="855360" y="3651120"/>
            <a:ext cx="220248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/api/grievances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"/>
          <p:cNvSpPr txBox="1"/>
          <p:nvPr/>
        </p:nvSpPr>
        <p:spPr>
          <a:xfrm>
            <a:off x="1138320" y="4699440"/>
            <a:ext cx="2529720" cy="33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990" b="1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A u t h e n t i c a t e d</a:t>
            </a:r>
            <a:endParaRPr lang="en-IN" sz="19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"/>
          <p:cNvSpPr txBox="1"/>
          <p:nvPr/>
        </p:nvSpPr>
        <p:spPr>
          <a:xfrm>
            <a:off x="1093320" y="5146560"/>
            <a:ext cx="178308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File uploads,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"/>
          <p:cNvSpPr txBox="1"/>
          <p:nvPr/>
        </p:nvSpPr>
        <p:spPr>
          <a:xfrm>
            <a:off x="810360" y="5632200"/>
            <a:ext cx="229320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photo evidence,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"/>
          <p:cNvSpPr/>
          <p:nvPr/>
        </p:nvSpPr>
        <p:spPr>
          <a:xfrm>
            <a:off x="3929040" y="1552320"/>
            <a:ext cx="4357800" cy="5305680"/>
          </a:xfrm>
          <a:custGeom>
            <a:avLst/>
            <a:gdLst/>
            <a:ahLst/>
            <a:rect l="0" t="0" r="r" b="b"/>
            <a:pathLst>
              <a:path w="12105" h="14738">
                <a:moveTo>
                  <a:pt x="0" y="14738"/>
                </a:moveTo>
                <a:lnTo>
                  <a:pt x="0" y="318"/>
                </a:lnTo>
                <a:cubicBezTo>
                  <a:pt x="0" y="297"/>
                  <a:pt x="1" y="276"/>
                  <a:pt x="4" y="256"/>
                </a:cubicBezTo>
                <a:cubicBezTo>
                  <a:pt x="8" y="235"/>
                  <a:pt x="12" y="215"/>
                  <a:pt x="19" y="196"/>
                </a:cubicBezTo>
                <a:cubicBezTo>
                  <a:pt x="25" y="177"/>
                  <a:pt x="33" y="159"/>
                  <a:pt x="42" y="141"/>
                </a:cubicBezTo>
                <a:cubicBezTo>
                  <a:pt x="51" y="124"/>
                  <a:pt x="62" y="108"/>
                  <a:pt x="73" y="93"/>
                </a:cubicBezTo>
                <a:cubicBezTo>
                  <a:pt x="85" y="78"/>
                  <a:pt x="98" y="65"/>
                  <a:pt x="111" y="54"/>
                </a:cubicBezTo>
                <a:cubicBezTo>
                  <a:pt x="125" y="42"/>
                  <a:pt x="139" y="32"/>
                  <a:pt x="155" y="24"/>
                </a:cubicBezTo>
                <a:cubicBezTo>
                  <a:pt x="170" y="16"/>
                  <a:pt x="186" y="10"/>
                  <a:pt x="202" y="6"/>
                </a:cubicBezTo>
                <a:cubicBezTo>
                  <a:pt x="218" y="2"/>
                  <a:pt x="234" y="0"/>
                  <a:pt x="251" y="0"/>
                </a:cubicBezTo>
                <a:lnTo>
                  <a:pt x="11788" y="0"/>
                </a:lnTo>
                <a:cubicBezTo>
                  <a:pt x="11809" y="0"/>
                  <a:pt x="11829" y="2"/>
                  <a:pt x="11850" y="6"/>
                </a:cubicBezTo>
                <a:cubicBezTo>
                  <a:pt x="11870" y="10"/>
                  <a:pt x="11890" y="16"/>
                  <a:pt x="11909" y="24"/>
                </a:cubicBezTo>
                <a:cubicBezTo>
                  <a:pt x="11929" y="32"/>
                  <a:pt x="11947" y="42"/>
                  <a:pt x="11964" y="54"/>
                </a:cubicBezTo>
                <a:cubicBezTo>
                  <a:pt x="11981" y="65"/>
                  <a:pt x="11998" y="78"/>
                  <a:pt x="12012" y="93"/>
                </a:cubicBezTo>
                <a:cubicBezTo>
                  <a:pt x="12027" y="108"/>
                  <a:pt x="12040" y="124"/>
                  <a:pt x="12052" y="141"/>
                </a:cubicBezTo>
                <a:cubicBezTo>
                  <a:pt x="12063" y="159"/>
                  <a:pt x="12073" y="177"/>
                  <a:pt x="12081" y="196"/>
                </a:cubicBezTo>
                <a:cubicBezTo>
                  <a:pt x="12089" y="215"/>
                  <a:pt x="12095" y="235"/>
                  <a:pt x="12099" y="256"/>
                </a:cubicBezTo>
                <a:cubicBezTo>
                  <a:pt x="12103" y="276"/>
                  <a:pt x="12105" y="297"/>
                  <a:pt x="12105" y="318"/>
                </a:cubicBezTo>
                <a:lnTo>
                  <a:pt x="12105" y="14738"/>
                </a:lnTo>
                <a:lnTo>
                  <a:pt x="0" y="14738"/>
                </a:lnTo>
                <a:close/>
              </a:path>
            </a:pathLst>
          </a:custGeom>
          <a:solidFill>
            <a:srgbClr val="ECF9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"/>
          <p:cNvSpPr/>
          <p:nvPr/>
        </p:nvSpPr>
        <p:spPr>
          <a:xfrm>
            <a:off x="3904920" y="1552320"/>
            <a:ext cx="114840" cy="5515560"/>
          </a:xfrm>
          <a:custGeom>
            <a:avLst/>
            <a:gdLst/>
            <a:ahLst/>
            <a:rect l="0" t="0" r="r" b="b"/>
            <a:pathLst>
              <a:path w="319" h="15321">
                <a:moveTo>
                  <a:pt x="0" y="0"/>
                </a:moveTo>
                <a:lnTo>
                  <a:pt x="319" y="0"/>
                </a:lnTo>
                <a:lnTo>
                  <a:pt x="319" y="15321"/>
                </a:lnTo>
                <a:lnTo>
                  <a:pt x="0" y="15321"/>
                </a:lnTo>
                <a:lnTo>
                  <a:pt x="0" y="0"/>
                </a:lnTo>
                <a:close/>
              </a:path>
            </a:pathLst>
          </a:custGeom>
          <a:solidFill>
            <a:srgbClr val="13880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"/>
          <p:cNvSpPr txBox="1"/>
          <p:nvPr/>
        </p:nvSpPr>
        <p:spPr>
          <a:xfrm>
            <a:off x="1092600" y="6118200"/>
            <a:ext cx="181296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GPS location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"/>
          <p:cNvSpPr txBox="1"/>
          <p:nvPr/>
        </p:nvSpPr>
        <p:spPr>
          <a:xfrm>
            <a:off x="4330440" y="1821600"/>
            <a:ext cx="446400" cy="32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Emoji"/>
                <a:ea typeface="SegoeUIEmoji"/>
              </a:rPr>
              <a:t>💬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"/>
          <p:cNvSpPr txBox="1"/>
          <p:nvPr/>
        </p:nvSpPr>
        <p:spPr>
          <a:xfrm>
            <a:off x="4803480" y="1707840"/>
            <a:ext cx="268416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 WhatsApp / SMS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"/>
          <p:cNvSpPr txBox="1"/>
          <p:nvPr/>
        </p:nvSpPr>
        <p:spPr>
          <a:xfrm>
            <a:off x="4598640" y="2679480"/>
            <a:ext cx="261000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Twilio webhook →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"/>
          <p:cNvSpPr txBox="1"/>
          <p:nvPr/>
        </p:nvSpPr>
        <p:spPr>
          <a:xfrm>
            <a:off x="4126680" y="3165120"/>
            <a:ext cx="339480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/api/whatsapp/inbound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"/>
          <p:cNvSpPr/>
          <p:nvPr/>
        </p:nvSpPr>
        <p:spPr>
          <a:xfrm>
            <a:off x="4914720" y="4657680"/>
            <a:ext cx="2410200" cy="438480"/>
          </a:xfrm>
          <a:custGeom>
            <a:avLst/>
            <a:gdLst/>
            <a:ahLst/>
            <a:rect l="0" t="0" r="r" b="b"/>
            <a:pathLst>
              <a:path w="6695" h="1218">
                <a:moveTo>
                  <a:pt x="0" y="688"/>
                </a:moveTo>
                <a:lnTo>
                  <a:pt x="0" y="529"/>
                </a:lnTo>
                <a:cubicBezTo>
                  <a:pt x="0" y="494"/>
                  <a:pt x="3" y="460"/>
                  <a:pt x="10" y="426"/>
                </a:cubicBezTo>
                <a:cubicBezTo>
                  <a:pt x="17" y="391"/>
                  <a:pt x="27" y="358"/>
                  <a:pt x="40" y="326"/>
                </a:cubicBezTo>
                <a:cubicBezTo>
                  <a:pt x="54" y="294"/>
                  <a:pt x="70" y="264"/>
                  <a:pt x="89" y="235"/>
                </a:cubicBezTo>
                <a:cubicBezTo>
                  <a:pt x="108" y="206"/>
                  <a:pt x="130" y="179"/>
                  <a:pt x="155" y="155"/>
                </a:cubicBezTo>
                <a:cubicBezTo>
                  <a:pt x="180" y="130"/>
                  <a:pt x="206" y="108"/>
                  <a:pt x="235" y="89"/>
                </a:cubicBezTo>
                <a:cubicBezTo>
                  <a:pt x="264" y="69"/>
                  <a:pt x="295" y="53"/>
                  <a:pt x="327" y="40"/>
                </a:cubicBezTo>
                <a:cubicBezTo>
                  <a:pt x="359" y="27"/>
                  <a:pt x="392" y="17"/>
                  <a:pt x="426" y="10"/>
                </a:cubicBezTo>
                <a:cubicBezTo>
                  <a:pt x="460" y="3"/>
                  <a:pt x="494" y="0"/>
                  <a:pt x="529" y="0"/>
                </a:cubicBezTo>
                <a:lnTo>
                  <a:pt x="6166" y="0"/>
                </a:lnTo>
                <a:cubicBezTo>
                  <a:pt x="6201" y="0"/>
                  <a:pt x="6235" y="3"/>
                  <a:pt x="6269" y="10"/>
                </a:cubicBezTo>
                <a:cubicBezTo>
                  <a:pt x="6303" y="17"/>
                  <a:pt x="6336" y="27"/>
                  <a:pt x="6368" y="40"/>
                </a:cubicBezTo>
                <a:cubicBezTo>
                  <a:pt x="6400" y="53"/>
                  <a:pt x="6431" y="69"/>
                  <a:pt x="6460" y="89"/>
                </a:cubicBezTo>
                <a:cubicBezTo>
                  <a:pt x="6489" y="108"/>
                  <a:pt x="6515" y="130"/>
                  <a:pt x="6540" y="155"/>
                </a:cubicBezTo>
                <a:cubicBezTo>
                  <a:pt x="6565" y="179"/>
                  <a:pt x="6586" y="206"/>
                  <a:pt x="6606" y="235"/>
                </a:cubicBezTo>
                <a:cubicBezTo>
                  <a:pt x="6625" y="264"/>
                  <a:pt x="6641" y="294"/>
                  <a:pt x="6655" y="326"/>
                </a:cubicBezTo>
                <a:cubicBezTo>
                  <a:pt x="6668" y="358"/>
                  <a:pt x="6678" y="391"/>
                  <a:pt x="6685" y="426"/>
                </a:cubicBezTo>
                <a:cubicBezTo>
                  <a:pt x="6692" y="460"/>
                  <a:pt x="6695" y="494"/>
                  <a:pt x="6695" y="529"/>
                </a:cubicBezTo>
                <a:lnTo>
                  <a:pt x="6695" y="688"/>
                </a:lnTo>
                <a:cubicBezTo>
                  <a:pt x="6695" y="722"/>
                  <a:pt x="6692" y="757"/>
                  <a:pt x="6685" y="791"/>
                </a:cubicBezTo>
                <a:cubicBezTo>
                  <a:pt x="6678" y="825"/>
                  <a:pt x="6668" y="858"/>
                  <a:pt x="6655" y="890"/>
                </a:cubicBezTo>
                <a:cubicBezTo>
                  <a:pt x="6641" y="922"/>
                  <a:pt x="6625" y="953"/>
                  <a:pt x="6606" y="982"/>
                </a:cubicBezTo>
                <a:cubicBezTo>
                  <a:pt x="6586" y="1010"/>
                  <a:pt x="6565" y="1037"/>
                  <a:pt x="6540" y="1063"/>
                </a:cubicBezTo>
                <a:cubicBezTo>
                  <a:pt x="6515" y="1087"/>
                  <a:pt x="6489" y="1109"/>
                  <a:pt x="6460" y="1129"/>
                </a:cubicBezTo>
                <a:cubicBezTo>
                  <a:pt x="6431" y="1148"/>
                  <a:pt x="6400" y="1164"/>
                  <a:pt x="6368" y="1177"/>
                </a:cubicBezTo>
                <a:cubicBezTo>
                  <a:pt x="6336" y="1191"/>
                  <a:pt x="6303" y="1201"/>
                  <a:pt x="6269" y="1208"/>
                </a:cubicBezTo>
                <a:cubicBezTo>
                  <a:pt x="6235" y="1214"/>
                  <a:pt x="6201" y="1218"/>
                  <a:pt x="6166" y="1218"/>
                </a:cubicBezTo>
                <a:lnTo>
                  <a:pt x="529" y="1218"/>
                </a:lnTo>
                <a:cubicBezTo>
                  <a:pt x="494" y="1218"/>
                  <a:pt x="460" y="1214"/>
                  <a:pt x="426" y="1208"/>
                </a:cubicBezTo>
                <a:cubicBezTo>
                  <a:pt x="392" y="1201"/>
                  <a:pt x="359" y="1191"/>
                  <a:pt x="327" y="1177"/>
                </a:cubicBezTo>
                <a:cubicBezTo>
                  <a:pt x="295" y="1164"/>
                  <a:pt x="264" y="1148"/>
                  <a:pt x="235" y="1129"/>
                </a:cubicBezTo>
                <a:cubicBezTo>
                  <a:pt x="206" y="1109"/>
                  <a:pt x="180" y="1087"/>
                  <a:pt x="155" y="1063"/>
                </a:cubicBezTo>
                <a:cubicBezTo>
                  <a:pt x="130" y="1037"/>
                  <a:pt x="108" y="1010"/>
                  <a:pt x="89" y="982"/>
                </a:cubicBezTo>
                <a:cubicBezTo>
                  <a:pt x="70" y="953"/>
                  <a:pt x="54" y="922"/>
                  <a:pt x="40" y="890"/>
                </a:cubicBezTo>
                <a:cubicBezTo>
                  <a:pt x="27" y="858"/>
                  <a:pt x="17" y="825"/>
                  <a:pt x="10" y="791"/>
                </a:cubicBezTo>
                <a:cubicBezTo>
                  <a:pt x="3" y="757"/>
                  <a:pt x="0" y="722"/>
                  <a:pt x="0" y="688"/>
                </a:cubicBezTo>
                <a:close/>
              </a:path>
            </a:pathLst>
          </a:custGeom>
          <a:solidFill>
            <a:srgbClr val="13880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"/>
          <p:cNvSpPr txBox="1"/>
          <p:nvPr/>
        </p:nvSpPr>
        <p:spPr>
          <a:xfrm>
            <a:off x="4370040" y="3651120"/>
            <a:ext cx="296388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or /api/sms/inbound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"/>
          <p:cNvSpPr txBox="1"/>
          <p:nvPr/>
        </p:nvSpPr>
        <p:spPr>
          <a:xfrm>
            <a:off x="5024880" y="4699440"/>
            <a:ext cx="1821600" cy="33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990" b="1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No app needed</a:t>
            </a:r>
            <a:endParaRPr lang="en-IN" sz="19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"/>
          <p:cNvSpPr txBox="1"/>
          <p:nvPr/>
        </p:nvSpPr>
        <p:spPr>
          <a:xfrm>
            <a:off x="4338000" y="5146560"/>
            <a:ext cx="304128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Works on any phone,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"/>
          <p:cNvSpPr/>
          <p:nvPr/>
        </p:nvSpPr>
        <p:spPr>
          <a:xfrm>
            <a:off x="8424720" y="1552320"/>
            <a:ext cx="3272040" cy="5305680"/>
          </a:xfrm>
          <a:custGeom>
            <a:avLst/>
            <a:gdLst/>
            <a:ahLst/>
            <a:rect l="0" t="0" r="r" b="b"/>
            <a:pathLst>
              <a:path w="9089" h="14738">
                <a:moveTo>
                  <a:pt x="0" y="14738"/>
                </a:moveTo>
                <a:lnTo>
                  <a:pt x="0" y="318"/>
                </a:lnTo>
                <a:cubicBezTo>
                  <a:pt x="0" y="297"/>
                  <a:pt x="2" y="276"/>
                  <a:pt x="5" y="256"/>
                </a:cubicBezTo>
                <a:cubicBezTo>
                  <a:pt x="8" y="235"/>
                  <a:pt x="13" y="215"/>
                  <a:pt x="19" y="196"/>
                </a:cubicBezTo>
                <a:cubicBezTo>
                  <a:pt x="25" y="177"/>
                  <a:pt x="33" y="159"/>
                  <a:pt x="42" y="141"/>
                </a:cubicBezTo>
                <a:cubicBezTo>
                  <a:pt x="51" y="124"/>
                  <a:pt x="62" y="108"/>
                  <a:pt x="74" y="93"/>
                </a:cubicBezTo>
                <a:cubicBezTo>
                  <a:pt x="85" y="78"/>
                  <a:pt x="98" y="65"/>
                  <a:pt x="112" y="54"/>
                </a:cubicBezTo>
                <a:cubicBezTo>
                  <a:pt x="125" y="42"/>
                  <a:pt x="140" y="32"/>
                  <a:pt x="155" y="24"/>
                </a:cubicBezTo>
                <a:cubicBezTo>
                  <a:pt x="170" y="16"/>
                  <a:pt x="186" y="10"/>
                  <a:pt x="202" y="6"/>
                </a:cubicBezTo>
                <a:cubicBezTo>
                  <a:pt x="218" y="2"/>
                  <a:pt x="235" y="0"/>
                  <a:pt x="251" y="0"/>
                </a:cubicBezTo>
                <a:lnTo>
                  <a:pt x="8772" y="0"/>
                </a:lnTo>
                <a:cubicBezTo>
                  <a:pt x="8793" y="0"/>
                  <a:pt x="8813" y="2"/>
                  <a:pt x="8834" y="6"/>
                </a:cubicBezTo>
                <a:cubicBezTo>
                  <a:pt x="8854" y="10"/>
                  <a:pt x="8874" y="16"/>
                  <a:pt x="8893" y="24"/>
                </a:cubicBezTo>
                <a:cubicBezTo>
                  <a:pt x="8913" y="32"/>
                  <a:pt x="8931" y="42"/>
                  <a:pt x="8948" y="54"/>
                </a:cubicBezTo>
                <a:cubicBezTo>
                  <a:pt x="8966" y="65"/>
                  <a:pt x="8982" y="78"/>
                  <a:pt x="8996" y="93"/>
                </a:cubicBezTo>
                <a:cubicBezTo>
                  <a:pt x="9011" y="108"/>
                  <a:pt x="9024" y="124"/>
                  <a:pt x="9036" y="141"/>
                </a:cubicBezTo>
                <a:cubicBezTo>
                  <a:pt x="9047" y="159"/>
                  <a:pt x="9057" y="177"/>
                  <a:pt x="9065" y="196"/>
                </a:cubicBezTo>
                <a:cubicBezTo>
                  <a:pt x="9073" y="215"/>
                  <a:pt x="9079" y="235"/>
                  <a:pt x="9083" y="256"/>
                </a:cubicBezTo>
                <a:cubicBezTo>
                  <a:pt x="9087" y="276"/>
                  <a:pt x="9089" y="297"/>
                  <a:pt x="9089" y="318"/>
                </a:cubicBezTo>
                <a:lnTo>
                  <a:pt x="9089" y="14738"/>
                </a:lnTo>
                <a:lnTo>
                  <a:pt x="0" y="14738"/>
                </a:lnTo>
                <a:close/>
              </a:path>
            </a:pathLst>
          </a:custGeom>
          <a:solidFill>
            <a:srgbClr val="F3F2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"/>
          <p:cNvSpPr/>
          <p:nvPr/>
        </p:nvSpPr>
        <p:spPr>
          <a:xfrm>
            <a:off x="8400960" y="1552320"/>
            <a:ext cx="114480" cy="5515560"/>
          </a:xfrm>
          <a:custGeom>
            <a:avLst/>
            <a:gdLst/>
            <a:ahLst/>
            <a:rect l="0" t="0" r="r" b="b"/>
            <a:pathLst>
              <a:path w="318" h="15321">
                <a:moveTo>
                  <a:pt x="0" y="0"/>
                </a:moveTo>
                <a:lnTo>
                  <a:pt x="318" y="0"/>
                </a:lnTo>
                <a:lnTo>
                  <a:pt x="318" y="15321"/>
                </a:lnTo>
                <a:lnTo>
                  <a:pt x="0" y="15321"/>
                </a:lnTo>
                <a:lnTo>
                  <a:pt x="0" y="0"/>
                </a:lnTo>
                <a:close/>
              </a:path>
            </a:pathLst>
          </a:custGeom>
          <a:solidFill>
            <a:srgbClr val="6C63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"/>
          <p:cNvSpPr txBox="1"/>
          <p:nvPr/>
        </p:nvSpPr>
        <p:spPr>
          <a:xfrm>
            <a:off x="4988880" y="5632200"/>
            <a:ext cx="192384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any language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"/>
          <p:cNvSpPr txBox="1"/>
          <p:nvPr/>
        </p:nvSpPr>
        <p:spPr>
          <a:xfrm>
            <a:off x="8929800" y="1821600"/>
            <a:ext cx="446400" cy="32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Emoji"/>
                <a:ea typeface="SegoeUIEmoji"/>
              </a:rPr>
              <a:t>📞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"/>
          <p:cNvSpPr txBox="1"/>
          <p:nvPr/>
        </p:nvSpPr>
        <p:spPr>
          <a:xfrm>
            <a:off x="9402840" y="1707840"/>
            <a:ext cx="154980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 Voice IVR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"/>
          <p:cNvSpPr txBox="1"/>
          <p:nvPr/>
        </p:nvSpPr>
        <p:spPr>
          <a:xfrm>
            <a:off x="8621280" y="2679480"/>
            <a:ext cx="244944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Call +1-236-204-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"/>
          <p:cNvSpPr txBox="1"/>
          <p:nvPr/>
        </p:nvSpPr>
        <p:spPr>
          <a:xfrm>
            <a:off x="8808480" y="3165120"/>
            <a:ext cx="216036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3968 → speech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"/>
          <p:cNvSpPr txBox="1"/>
          <p:nvPr/>
        </p:nvSpPr>
        <p:spPr>
          <a:xfrm>
            <a:off x="8996760" y="3651120"/>
            <a:ext cx="184032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→ Groq AI →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"/>
          <p:cNvSpPr txBox="1"/>
          <p:nvPr/>
        </p:nvSpPr>
        <p:spPr>
          <a:xfrm>
            <a:off x="8791920" y="4136760"/>
            <a:ext cx="213588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complaint filed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"/>
          <p:cNvSpPr txBox="1"/>
          <p:nvPr/>
        </p:nvSpPr>
        <p:spPr>
          <a:xfrm>
            <a:off x="9498600" y="4622760"/>
            <a:ext cx="100620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→ SMS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"/>
          <p:cNvSpPr/>
          <p:nvPr/>
        </p:nvSpPr>
        <p:spPr>
          <a:xfrm>
            <a:off x="8638920" y="6086160"/>
            <a:ext cx="2867400" cy="771840"/>
          </a:xfrm>
          <a:custGeom>
            <a:avLst/>
            <a:gdLst/>
            <a:ahLst/>
            <a:rect l="0" t="0" r="r" b="b"/>
            <a:pathLst>
              <a:path w="7965" h="2144">
                <a:moveTo>
                  <a:pt x="0" y="1748"/>
                </a:moveTo>
                <a:lnTo>
                  <a:pt x="0" y="530"/>
                </a:lnTo>
                <a:cubicBezTo>
                  <a:pt x="0" y="495"/>
                  <a:pt x="4" y="460"/>
                  <a:pt x="10" y="426"/>
                </a:cubicBezTo>
                <a:cubicBezTo>
                  <a:pt x="17" y="392"/>
                  <a:pt x="27" y="359"/>
                  <a:pt x="40" y="327"/>
                </a:cubicBezTo>
                <a:cubicBezTo>
                  <a:pt x="54" y="295"/>
                  <a:pt x="70" y="264"/>
                  <a:pt x="89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6" y="109"/>
                  <a:pt x="235" y="90"/>
                </a:cubicBezTo>
                <a:cubicBezTo>
                  <a:pt x="264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0" y="4"/>
                  <a:pt x="495" y="0"/>
                  <a:pt x="529" y="0"/>
                </a:cubicBezTo>
                <a:lnTo>
                  <a:pt x="7436" y="0"/>
                </a:lnTo>
                <a:cubicBezTo>
                  <a:pt x="7471" y="0"/>
                  <a:pt x="7505" y="4"/>
                  <a:pt x="7539" y="11"/>
                </a:cubicBezTo>
                <a:cubicBezTo>
                  <a:pt x="7573" y="17"/>
                  <a:pt x="7606" y="27"/>
                  <a:pt x="7638" y="41"/>
                </a:cubicBezTo>
                <a:cubicBezTo>
                  <a:pt x="7671" y="54"/>
                  <a:pt x="7701" y="70"/>
                  <a:pt x="7730" y="90"/>
                </a:cubicBezTo>
                <a:cubicBezTo>
                  <a:pt x="7759" y="109"/>
                  <a:pt x="7786" y="131"/>
                  <a:pt x="7810" y="155"/>
                </a:cubicBezTo>
                <a:cubicBezTo>
                  <a:pt x="7835" y="180"/>
                  <a:pt x="7857" y="207"/>
                  <a:pt x="7876" y="236"/>
                </a:cubicBezTo>
                <a:cubicBezTo>
                  <a:pt x="7895" y="264"/>
                  <a:pt x="7912" y="295"/>
                  <a:pt x="7925" y="327"/>
                </a:cubicBezTo>
                <a:cubicBezTo>
                  <a:pt x="7938" y="359"/>
                  <a:pt x="7948" y="392"/>
                  <a:pt x="7955" y="426"/>
                </a:cubicBezTo>
                <a:cubicBezTo>
                  <a:pt x="7962" y="460"/>
                  <a:pt x="7965" y="495"/>
                  <a:pt x="7965" y="530"/>
                </a:cubicBezTo>
                <a:lnTo>
                  <a:pt x="7965" y="1748"/>
                </a:lnTo>
                <a:cubicBezTo>
                  <a:pt x="7965" y="1782"/>
                  <a:pt x="7962" y="1817"/>
                  <a:pt x="7955" y="1851"/>
                </a:cubicBezTo>
                <a:cubicBezTo>
                  <a:pt x="7948" y="1885"/>
                  <a:pt x="7938" y="1918"/>
                  <a:pt x="7925" y="1950"/>
                </a:cubicBezTo>
                <a:cubicBezTo>
                  <a:pt x="7912" y="1982"/>
                  <a:pt x="7895" y="2013"/>
                  <a:pt x="7876" y="2042"/>
                </a:cubicBezTo>
                <a:cubicBezTo>
                  <a:pt x="7857" y="2070"/>
                  <a:pt x="7835" y="2097"/>
                  <a:pt x="7810" y="2122"/>
                </a:cubicBezTo>
                <a:cubicBezTo>
                  <a:pt x="7802" y="2130"/>
                  <a:pt x="7794" y="2137"/>
                  <a:pt x="7786" y="2144"/>
                </a:cubicBezTo>
                <a:lnTo>
                  <a:pt x="179" y="2144"/>
                </a:lnTo>
                <a:cubicBezTo>
                  <a:pt x="171" y="2137"/>
                  <a:pt x="163" y="2130"/>
                  <a:pt x="155" y="2122"/>
                </a:cubicBezTo>
                <a:cubicBezTo>
                  <a:pt x="131" y="2097"/>
                  <a:pt x="109" y="2070"/>
                  <a:pt x="89" y="2042"/>
                </a:cubicBezTo>
                <a:cubicBezTo>
                  <a:pt x="70" y="2013"/>
                  <a:pt x="54" y="1982"/>
                  <a:pt x="40" y="1950"/>
                </a:cubicBezTo>
                <a:cubicBezTo>
                  <a:pt x="27" y="1918"/>
                  <a:pt x="17" y="1885"/>
                  <a:pt x="10" y="1851"/>
                </a:cubicBezTo>
                <a:cubicBezTo>
                  <a:pt x="4" y="1817"/>
                  <a:pt x="0" y="1782"/>
                  <a:pt x="0" y="1748"/>
                </a:cubicBezTo>
                <a:close/>
              </a:path>
            </a:pathLst>
          </a:custGeom>
          <a:solidFill>
            <a:srgbClr val="6C63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"/>
          <p:cNvSpPr txBox="1"/>
          <p:nvPr/>
        </p:nvSpPr>
        <p:spPr>
          <a:xfrm>
            <a:off x="8989920" y="5108400"/>
            <a:ext cx="182484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confirmation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"/>
          <p:cNvSpPr txBox="1"/>
          <p:nvPr/>
        </p:nvSpPr>
        <p:spPr>
          <a:xfrm>
            <a:off x="9143280" y="6128280"/>
            <a:ext cx="1489680" cy="33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990" b="1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Zero literacy</a:t>
            </a:r>
            <a:endParaRPr lang="en-IN" sz="19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"/>
          <p:cNvSpPr/>
          <p:nvPr/>
        </p:nvSpPr>
        <p:spPr>
          <a:xfrm>
            <a:off x="11005920" y="6431400"/>
            <a:ext cx="852840" cy="426600"/>
          </a:xfrm>
          <a:custGeom>
            <a:avLst/>
            <a:gdLst/>
            <a:ahLst/>
            <a:rect l="0" t="0" r="r" b="b"/>
            <a:pathLst>
              <a:path w="2369" h="1185">
                <a:moveTo>
                  <a:pt x="0" y="1185"/>
                </a:moveTo>
                <a:lnTo>
                  <a:pt x="1184" y="0"/>
                </a:lnTo>
                <a:lnTo>
                  <a:pt x="2369" y="1185"/>
                </a:lnTo>
                <a:lnTo>
                  <a:pt x="0" y="1185"/>
                </a:ln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"/>
          <p:cNvSpPr/>
          <p:nvPr/>
        </p:nvSpPr>
        <p:spPr>
          <a:xfrm>
            <a:off x="10858320" y="6747120"/>
            <a:ext cx="111240" cy="110880"/>
          </a:xfrm>
          <a:custGeom>
            <a:avLst/>
            <a:gdLst/>
            <a:ahLst/>
            <a:rect l="0" t="0" r="r" b="b"/>
            <a:pathLst>
              <a:path w="309" h="308">
                <a:moveTo>
                  <a:pt x="0" y="0"/>
                </a:moveTo>
                <a:lnTo>
                  <a:pt x="309" y="308"/>
                </a:lnTo>
                <a:lnTo>
                  <a:pt x="0" y="30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"/>
          <p:cNvSpPr/>
          <p:nvPr/>
        </p:nvSpPr>
        <p:spPr>
          <a:xfrm>
            <a:off x="10858320" y="6579720"/>
            <a:ext cx="277920" cy="278280"/>
          </a:xfrm>
          <a:custGeom>
            <a:avLst/>
            <a:gdLst/>
            <a:ahLst/>
            <a:rect l="0" t="0" r="r" b="b"/>
            <a:pathLst>
              <a:path w="772" h="773">
                <a:moveTo>
                  <a:pt x="309" y="773"/>
                </a:moveTo>
                <a:lnTo>
                  <a:pt x="0" y="465"/>
                </a:lnTo>
                <a:lnTo>
                  <a:pt x="0" y="359"/>
                </a:lnTo>
                <a:lnTo>
                  <a:pt x="360" y="0"/>
                </a:lnTo>
                <a:lnTo>
                  <a:pt x="772" y="412"/>
                </a:lnTo>
                <a:lnTo>
                  <a:pt x="411" y="773"/>
                </a:lnTo>
                <a:lnTo>
                  <a:pt x="309" y="77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"/>
          <p:cNvSpPr/>
          <p:nvPr/>
        </p:nvSpPr>
        <p:spPr>
          <a:xfrm>
            <a:off x="10858320" y="6450480"/>
            <a:ext cx="129600" cy="258840"/>
          </a:xfrm>
          <a:custGeom>
            <a:avLst/>
            <a:gdLst/>
            <a:ahLst/>
            <a:rect l="0" t="0" r="r" b="b"/>
            <a:pathLst>
              <a:path w="360" h="719">
                <a:moveTo>
                  <a:pt x="0" y="0"/>
                </a:moveTo>
                <a:lnTo>
                  <a:pt x="360" y="359"/>
                </a:lnTo>
                <a:lnTo>
                  <a:pt x="0" y="71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"/>
          <p:cNvSpPr/>
          <p:nvPr/>
        </p:nvSpPr>
        <p:spPr>
          <a:xfrm>
            <a:off x="10987560" y="6431400"/>
            <a:ext cx="296640" cy="297000"/>
          </a:xfrm>
          <a:custGeom>
            <a:avLst/>
            <a:gdLst/>
            <a:ahLst/>
            <a:rect l="0" t="0" r="r" b="b"/>
            <a:pathLst>
              <a:path w="824" h="825">
                <a:moveTo>
                  <a:pt x="413" y="825"/>
                </a:moveTo>
                <a:lnTo>
                  <a:pt x="0" y="412"/>
                </a:lnTo>
                <a:lnTo>
                  <a:pt x="413" y="0"/>
                </a:lnTo>
                <a:lnTo>
                  <a:pt x="824" y="412"/>
                </a:lnTo>
                <a:lnTo>
                  <a:pt x="413" y="8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"/>
          <p:cNvSpPr/>
          <p:nvPr/>
        </p:nvSpPr>
        <p:spPr>
          <a:xfrm>
            <a:off x="11135880" y="6283440"/>
            <a:ext cx="296640" cy="296640"/>
          </a:xfrm>
          <a:custGeom>
            <a:avLst/>
            <a:gdLst/>
            <a:ahLst/>
            <a:rect l="0" t="0" r="r" b="b"/>
            <a:pathLst>
              <a:path w="824" h="824">
                <a:moveTo>
                  <a:pt x="411" y="824"/>
                </a:moveTo>
                <a:lnTo>
                  <a:pt x="0" y="412"/>
                </a:lnTo>
                <a:lnTo>
                  <a:pt x="411" y="0"/>
                </a:lnTo>
                <a:lnTo>
                  <a:pt x="824" y="412"/>
                </a:lnTo>
                <a:lnTo>
                  <a:pt x="411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"/>
          <p:cNvSpPr/>
          <p:nvPr/>
        </p:nvSpPr>
        <p:spPr>
          <a:xfrm>
            <a:off x="10858320" y="6283440"/>
            <a:ext cx="277920" cy="296640"/>
          </a:xfrm>
          <a:custGeom>
            <a:avLst/>
            <a:gdLst/>
            <a:ahLst/>
            <a:rect l="0" t="0" r="r" b="b"/>
            <a:pathLst>
              <a:path w="772" h="824">
                <a:moveTo>
                  <a:pt x="360" y="824"/>
                </a:moveTo>
                <a:lnTo>
                  <a:pt x="0" y="465"/>
                </a:lnTo>
                <a:lnTo>
                  <a:pt x="0" y="360"/>
                </a:lnTo>
                <a:lnTo>
                  <a:pt x="360" y="0"/>
                </a:lnTo>
                <a:lnTo>
                  <a:pt x="772" y="412"/>
                </a:lnTo>
                <a:lnTo>
                  <a:pt x="360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"/>
          <p:cNvSpPr/>
          <p:nvPr/>
        </p:nvSpPr>
        <p:spPr>
          <a:xfrm>
            <a:off x="10987560" y="6135120"/>
            <a:ext cx="296640" cy="296640"/>
          </a:xfrm>
          <a:custGeom>
            <a:avLst/>
            <a:gdLst/>
            <a:ahLst/>
            <a:rect l="0" t="0" r="r" b="b"/>
            <a:pathLst>
              <a:path w="824" h="824">
                <a:moveTo>
                  <a:pt x="413" y="824"/>
                </a:moveTo>
                <a:lnTo>
                  <a:pt x="0" y="412"/>
                </a:lnTo>
                <a:lnTo>
                  <a:pt x="413" y="0"/>
                </a:lnTo>
                <a:lnTo>
                  <a:pt x="824" y="412"/>
                </a:lnTo>
                <a:lnTo>
                  <a:pt x="413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"/>
          <p:cNvSpPr/>
          <p:nvPr/>
        </p:nvSpPr>
        <p:spPr>
          <a:xfrm>
            <a:off x="10858320" y="5857560"/>
            <a:ext cx="277920" cy="555480"/>
          </a:xfrm>
          <a:custGeom>
            <a:avLst/>
            <a:gdLst/>
            <a:ahLst/>
            <a:rect l="0" t="0" r="r" b="b"/>
            <a:pathLst>
              <a:path w="772" h="1543">
                <a:moveTo>
                  <a:pt x="0" y="0"/>
                </a:moveTo>
                <a:lnTo>
                  <a:pt x="772" y="771"/>
                </a:lnTo>
                <a:lnTo>
                  <a:pt x="0" y="154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"/>
          <p:cNvSpPr/>
          <p:nvPr/>
        </p:nvSpPr>
        <p:spPr>
          <a:xfrm>
            <a:off x="11432160" y="5838480"/>
            <a:ext cx="759960" cy="1019520"/>
          </a:xfrm>
          <a:custGeom>
            <a:avLst/>
            <a:gdLst/>
            <a:ahLst/>
            <a:rect l="0" t="0" r="r" b="b"/>
            <a:pathLst>
              <a:path w="2111" h="2832">
                <a:moveTo>
                  <a:pt x="1185" y="2832"/>
                </a:moveTo>
                <a:lnTo>
                  <a:pt x="0" y="1647"/>
                </a:lnTo>
                <a:lnTo>
                  <a:pt x="1648" y="0"/>
                </a:lnTo>
                <a:lnTo>
                  <a:pt x="2111" y="463"/>
                </a:lnTo>
                <a:lnTo>
                  <a:pt x="2111" y="2832"/>
                </a:lnTo>
                <a:lnTo>
                  <a:pt x="1185" y="2832"/>
                </a:ln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"/>
          <p:cNvSpPr/>
          <p:nvPr/>
        </p:nvSpPr>
        <p:spPr>
          <a:xfrm>
            <a:off x="12025080" y="5671800"/>
            <a:ext cx="167040" cy="333720"/>
          </a:xfrm>
          <a:custGeom>
            <a:avLst/>
            <a:gdLst/>
            <a:ahLst/>
            <a:rect l="0" t="0" r="r" b="b"/>
            <a:pathLst>
              <a:path w="464" h="927">
                <a:moveTo>
                  <a:pt x="464" y="927"/>
                </a:moveTo>
                <a:lnTo>
                  <a:pt x="0" y="464"/>
                </a:lnTo>
                <a:lnTo>
                  <a:pt x="464" y="0"/>
                </a:lnTo>
                <a:lnTo>
                  <a:pt x="464" y="927"/>
                </a:ln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"/>
          <p:cNvSpPr/>
          <p:nvPr/>
        </p:nvSpPr>
        <p:spPr>
          <a:xfrm>
            <a:off x="11283840" y="6135120"/>
            <a:ext cx="297000" cy="296640"/>
          </a:xfrm>
          <a:custGeom>
            <a:avLst/>
            <a:gdLst/>
            <a:ahLst/>
            <a:rect l="0" t="0" r="r" b="b"/>
            <a:pathLst>
              <a:path w="825" h="824">
                <a:moveTo>
                  <a:pt x="413" y="824"/>
                </a:moveTo>
                <a:lnTo>
                  <a:pt x="0" y="412"/>
                </a:lnTo>
                <a:lnTo>
                  <a:pt x="413" y="0"/>
                </a:lnTo>
                <a:lnTo>
                  <a:pt x="825" y="412"/>
                </a:lnTo>
                <a:lnTo>
                  <a:pt x="413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"/>
          <p:cNvSpPr/>
          <p:nvPr/>
        </p:nvSpPr>
        <p:spPr>
          <a:xfrm>
            <a:off x="11432160" y="5986800"/>
            <a:ext cx="297000" cy="297000"/>
          </a:xfrm>
          <a:custGeom>
            <a:avLst/>
            <a:gdLst/>
            <a:ahLst/>
            <a:rect l="0" t="0" r="r" b="b"/>
            <a:pathLst>
              <a:path w="825" h="825">
                <a:moveTo>
                  <a:pt x="412" y="825"/>
                </a:moveTo>
                <a:lnTo>
                  <a:pt x="0" y="413"/>
                </a:lnTo>
                <a:lnTo>
                  <a:pt x="412" y="0"/>
                </a:lnTo>
                <a:lnTo>
                  <a:pt x="825" y="413"/>
                </a:lnTo>
                <a:lnTo>
                  <a:pt x="412" y="8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"/>
          <p:cNvSpPr/>
          <p:nvPr/>
        </p:nvSpPr>
        <p:spPr>
          <a:xfrm>
            <a:off x="11135880" y="5986800"/>
            <a:ext cx="296640" cy="297000"/>
          </a:xfrm>
          <a:custGeom>
            <a:avLst/>
            <a:gdLst/>
            <a:ahLst/>
            <a:rect l="0" t="0" r="r" b="b"/>
            <a:pathLst>
              <a:path w="824" h="825">
                <a:moveTo>
                  <a:pt x="411" y="825"/>
                </a:moveTo>
                <a:lnTo>
                  <a:pt x="0" y="413"/>
                </a:lnTo>
                <a:lnTo>
                  <a:pt x="411" y="0"/>
                </a:lnTo>
                <a:lnTo>
                  <a:pt x="824" y="413"/>
                </a:lnTo>
                <a:lnTo>
                  <a:pt x="411" y="8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"/>
          <p:cNvSpPr/>
          <p:nvPr/>
        </p:nvSpPr>
        <p:spPr>
          <a:xfrm>
            <a:off x="11283840" y="5838480"/>
            <a:ext cx="297000" cy="297000"/>
          </a:xfrm>
          <a:custGeom>
            <a:avLst/>
            <a:gdLst/>
            <a:ahLst/>
            <a:rect l="0" t="0" r="r" b="b"/>
            <a:pathLst>
              <a:path w="825" h="825">
                <a:moveTo>
                  <a:pt x="413" y="825"/>
                </a:moveTo>
                <a:lnTo>
                  <a:pt x="0" y="412"/>
                </a:lnTo>
                <a:lnTo>
                  <a:pt x="413" y="0"/>
                </a:lnTo>
                <a:lnTo>
                  <a:pt x="825" y="412"/>
                </a:lnTo>
                <a:lnTo>
                  <a:pt x="413" y="8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"/>
          <p:cNvSpPr/>
          <p:nvPr/>
        </p:nvSpPr>
        <p:spPr>
          <a:xfrm>
            <a:off x="11580480" y="5838480"/>
            <a:ext cx="296640" cy="297000"/>
          </a:xfrm>
          <a:custGeom>
            <a:avLst/>
            <a:gdLst/>
            <a:ahLst/>
            <a:rect l="0" t="0" r="r" b="b"/>
            <a:pathLst>
              <a:path w="824" h="825">
                <a:moveTo>
                  <a:pt x="413" y="825"/>
                </a:moveTo>
                <a:lnTo>
                  <a:pt x="0" y="412"/>
                </a:lnTo>
                <a:lnTo>
                  <a:pt x="413" y="0"/>
                </a:lnTo>
                <a:lnTo>
                  <a:pt x="824" y="412"/>
                </a:lnTo>
                <a:lnTo>
                  <a:pt x="413" y="8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"/>
          <p:cNvSpPr/>
          <p:nvPr/>
        </p:nvSpPr>
        <p:spPr>
          <a:xfrm>
            <a:off x="11728800" y="5690520"/>
            <a:ext cx="296640" cy="296640"/>
          </a:xfrm>
          <a:custGeom>
            <a:avLst/>
            <a:gdLst/>
            <a:ahLst/>
            <a:rect l="0" t="0" r="r" b="b"/>
            <a:pathLst>
              <a:path w="824" h="824">
                <a:moveTo>
                  <a:pt x="411" y="824"/>
                </a:moveTo>
                <a:lnTo>
                  <a:pt x="0" y="412"/>
                </a:lnTo>
                <a:lnTo>
                  <a:pt x="411" y="0"/>
                </a:lnTo>
                <a:lnTo>
                  <a:pt x="824" y="412"/>
                </a:lnTo>
                <a:lnTo>
                  <a:pt x="411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"/>
          <p:cNvSpPr/>
          <p:nvPr/>
        </p:nvSpPr>
        <p:spPr>
          <a:xfrm>
            <a:off x="11432160" y="5690520"/>
            <a:ext cx="297000" cy="296640"/>
          </a:xfrm>
          <a:custGeom>
            <a:avLst/>
            <a:gdLst/>
            <a:ahLst/>
            <a:rect l="0" t="0" r="r" b="b"/>
            <a:pathLst>
              <a:path w="825" h="824">
                <a:moveTo>
                  <a:pt x="412" y="824"/>
                </a:moveTo>
                <a:lnTo>
                  <a:pt x="0" y="412"/>
                </a:lnTo>
                <a:lnTo>
                  <a:pt x="412" y="0"/>
                </a:lnTo>
                <a:lnTo>
                  <a:pt x="825" y="412"/>
                </a:lnTo>
                <a:lnTo>
                  <a:pt x="412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"/>
          <p:cNvSpPr/>
          <p:nvPr/>
        </p:nvSpPr>
        <p:spPr>
          <a:xfrm>
            <a:off x="11580480" y="5542200"/>
            <a:ext cx="296640" cy="296640"/>
          </a:xfrm>
          <a:custGeom>
            <a:avLst/>
            <a:gdLst/>
            <a:ahLst/>
            <a:rect l="0" t="0" r="r" b="b"/>
            <a:pathLst>
              <a:path w="824" h="824">
                <a:moveTo>
                  <a:pt x="413" y="824"/>
                </a:moveTo>
                <a:lnTo>
                  <a:pt x="0" y="412"/>
                </a:lnTo>
                <a:lnTo>
                  <a:pt x="413" y="0"/>
                </a:lnTo>
                <a:lnTo>
                  <a:pt x="824" y="412"/>
                </a:lnTo>
                <a:lnTo>
                  <a:pt x="413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"/>
          <p:cNvSpPr/>
          <p:nvPr/>
        </p:nvSpPr>
        <p:spPr>
          <a:xfrm>
            <a:off x="10858320" y="5542200"/>
            <a:ext cx="574200" cy="593280"/>
          </a:xfrm>
          <a:custGeom>
            <a:avLst/>
            <a:gdLst/>
            <a:ahLst/>
            <a:rect l="0" t="0" r="r" b="b"/>
            <a:pathLst>
              <a:path w="1595" h="1648">
                <a:moveTo>
                  <a:pt x="771" y="1648"/>
                </a:moveTo>
                <a:lnTo>
                  <a:pt x="0" y="877"/>
                </a:lnTo>
                <a:lnTo>
                  <a:pt x="0" y="772"/>
                </a:lnTo>
                <a:lnTo>
                  <a:pt x="771" y="0"/>
                </a:lnTo>
                <a:lnTo>
                  <a:pt x="1595" y="824"/>
                </a:lnTo>
                <a:lnTo>
                  <a:pt x="771" y="164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"/>
          <p:cNvSpPr/>
          <p:nvPr/>
        </p:nvSpPr>
        <p:spPr>
          <a:xfrm>
            <a:off x="11135880" y="5524200"/>
            <a:ext cx="593280" cy="314640"/>
          </a:xfrm>
          <a:custGeom>
            <a:avLst/>
            <a:gdLst/>
            <a:ahLst/>
            <a:rect l="0" t="0" r="r" b="b"/>
            <a:pathLst>
              <a:path w="1648" h="874">
                <a:moveTo>
                  <a:pt x="823" y="874"/>
                </a:moveTo>
                <a:lnTo>
                  <a:pt x="0" y="50"/>
                </a:lnTo>
                <a:lnTo>
                  <a:pt x="49" y="0"/>
                </a:lnTo>
                <a:lnTo>
                  <a:pt x="1598" y="0"/>
                </a:lnTo>
                <a:lnTo>
                  <a:pt x="1648" y="50"/>
                </a:lnTo>
                <a:lnTo>
                  <a:pt x="823" y="87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"/>
          <p:cNvSpPr/>
          <p:nvPr/>
        </p:nvSpPr>
        <p:spPr>
          <a:xfrm>
            <a:off x="11876760" y="5542200"/>
            <a:ext cx="297000" cy="296640"/>
          </a:xfrm>
          <a:custGeom>
            <a:avLst/>
            <a:gdLst/>
            <a:ahLst/>
            <a:rect l="0" t="0" r="r" b="b"/>
            <a:pathLst>
              <a:path w="825" h="824">
                <a:moveTo>
                  <a:pt x="413" y="824"/>
                </a:moveTo>
                <a:lnTo>
                  <a:pt x="0" y="412"/>
                </a:lnTo>
                <a:lnTo>
                  <a:pt x="413" y="0"/>
                </a:lnTo>
                <a:lnTo>
                  <a:pt x="825" y="412"/>
                </a:lnTo>
                <a:lnTo>
                  <a:pt x="413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"/>
          <p:cNvSpPr/>
          <p:nvPr/>
        </p:nvSpPr>
        <p:spPr>
          <a:xfrm>
            <a:off x="12025080" y="5524200"/>
            <a:ext cx="167040" cy="166680"/>
          </a:xfrm>
          <a:custGeom>
            <a:avLst/>
            <a:gdLst/>
            <a:ahLst/>
            <a:rect l="0" t="0" r="r" b="b"/>
            <a:pathLst>
              <a:path w="464" h="463">
                <a:moveTo>
                  <a:pt x="413" y="463"/>
                </a:moveTo>
                <a:lnTo>
                  <a:pt x="0" y="50"/>
                </a:lnTo>
                <a:lnTo>
                  <a:pt x="50" y="0"/>
                </a:lnTo>
                <a:lnTo>
                  <a:pt x="464" y="0"/>
                </a:lnTo>
                <a:lnTo>
                  <a:pt x="464" y="411"/>
                </a:lnTo>
                <a:lnTo>
                  <a:pt x="413" y="46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"/>
          <p:cNvSpPr/>
          <p:nvPr/>
        </p:nvSpPr>
        <p:spPr>
          <a:xfrm>
            <a:off x="11728800" y="5524200"/>
            <a:ext cx="296640" cy="166680"/>
          </a:xfrm>
          <a:custGeom>
            <a:avLst/>
            <a:gdLst/>
            <a:ahLst/>
            <a:rect l="0" t="0" r="r" b="b"/>
            <a:pathLst>
              <a:path w="824" h="463">
                <a:moveTo>
                  <a:pt x="411" y="463"/>
                </a:moveTo>
                <a:lnTo>
                  <a:pt x="0" y="50"/>
                </a:lnTo>
                <a:lnTo>
                  <a:pt x="49" y="0"/>
                </a:lnTo>
                <a:lnTo>
                  <a:pt x="775" y="0"/>
                </a:lnTo>
                <a:lnTo>
                  <a:pt x="824" y="50"/>
                </a:lnTo>
                <a:lnTo>
                  <a:pt x="411" y="46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"/>
          <p:cNvSpPr/>
          <p:nvPr/>
        </p:nvSpPr>
        <p:spPr>
          <a:xfrm>
            <a:off x="12007440" y="5524200"/>
            <a:ext cx="36000" cy="18360"/>
          </a:xfrm>
          <a:custGeom>
            <a:avLst/>
            <a:gdLst/>
            <a:ahLst/>
            <a:rect l="0" t="0" r="r" b="b"/>
            <a:pathLst>
              <a:path w="100" h="51">
                <a:moveTo>
                  <a:pt x="49" y="51"/>
                </a:moveTo>
                <a:lnTo>
                  <a:pt x="0" y="0"/>
                </a:lnTo>
                <a:lnTo>
                  <a:pt x="100" y="0"/>
                </a:lnTo>
                <a:lnTo>
                  <a:pt x="49" y="5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"/>
          <p:cNvSpPr/>
          <p:nvPr/>
        </p:nvSpPr>
        <p:spPr>
          <a:xfrm>
            <a:off x="11710800" y="5524200"/>
            <a:ext cx="36000" cy="18360"/>
          </a:xfrm>
          <a:custGeom>
            <a:avLst/>
            <a:gdLst/>
            <a:ahLst/>
            <a:rect l="0" t="0" r="r" b="b"/>
            <a:pathLst>
              <a:path w="100" h="51">
                <a:moveTo>
                  <a:pt x="50" y="51"/>
                </a:moveTo>
                <a:lnTo>
                  <a:pt x="0" y="0"/>
                </a:lnTo>
                <a:lnTo>
                  <a:pt x="100" y="0"/>
                </a:lnTo>
                <a:lnTo>
                  <a:pt x="50" y="5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"/>
          <p:cNvSpPr/>
          <p:nvPr/>
        </p:nvSpPr>
        <p:spPr>
          <a:xfrm>
            <a:off x="10858320" y="5524200"/>
            <a:ext cx="295560" cy="295920"/>
          </a:xfrm>
          <a:custGeom>
            <a:avLst/>
            <a:gdLst/>
            <a:ahLst/>
            <a:rect l="0" t="0" r="r" b="b"/>
            <a:pathLst>
              <a:path w="821" h="822">
                <a:moveTo>
                  <a:pt x="0" y="0"/>
                </a:moveTo>
                <a:lnTo>
                  <a:pt x="821" y="0"/>
                </a:lnTo>
                <a:lnTo>
                  <a:pt x="0" y="82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"/>
          <p:cNvSpPr/>
          <p:nvPr/>
        </p:nvSpPr>
        <p:spPr>
          <a:xfrm>
            <a:off x="11698200" y="6266520"/>
            <a:ext cx="237960" cy="299160"/>
          </a:xfrm>
          <a:custGeom>
            <a:avLst/>
            <a:gdLst/>
            <a:ahLst/>
            <a:rect l="0" t="0" r="r" b="b"/>
            <a:pathLst>
              <a:path w="661" h="831">
                <a:moveTo>
                  <a:pt x="0" y="0"/>
                </a:moveTo>
                <a:lnTo>
                  <a:pt x="661" y="0"/>
                </a:lnTo>
                <a:lnTo>
                  <a:pt x="661" y="831"/>
                </a:lnTo>
                <a:lnTo>
                  <a:pt x="0" y="831"/>
                </a:lnTo>
                <a:lnTo>
                  <a:pt x="0" y="0"/>
                </a:lnTo>
                <a:close/>
              </a:path>
            </a:pathLst>
          </a:custGeom>
          <a:solidFill>
            <a:srgbClr val="FDFC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"/>
          <p:cNvSpPr txBox="1"/>
          <p:nvPr/>
        </p:nvSpPr>
        <p:spPr>
          <a:xfrm>
            <a:off x="9570960" y="6509160"/>
            <a:ext cx="1223280" cy="33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990" b="1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b a r r i e r</a:t>
            </a:r>
            <a:endParaRPr lang="en-IN" sz="19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"/>
          <p:cNvSpPr txBox="1"/>
          <p:nvPr/>
        </p:nvSpPr>
        <p:spPr>
          <a:xfrm>
            <a:off x="11754360" y="624924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SegoeUI"/>
                <a:ea typeface="SegoeUI"/>
              </a:rPr>
              <a:t>8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"/>
          <p:cNvSpPr txBox="1"/>
          <p:nvPr/>
        </p:nvSpPr>
        <p:spPr>
          <a:xfrm>
            <a:off x="11754360" y="624924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202228"/>
                </a:solidFill>
                <a:effectLst/>
                <a:uFillTx/>
                <a:latin typeface="SegoeUI"/>
                <a:ea typeface="SegoeUI"/>
              </a:rPr>
              <a:t>8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"/>
          <p:cNvSpPr/>
          <p:nvPr/>
        </p:nvSpPr>
        <p:spPr>
          <a:xfrm>
            <a:off x="0" y="0"/>
            <a:ext cx="12192120" cy="76320"/>
          </a:xfrm>
          <a:custGeom>
            <a:avLst/>
            <a:gdLst/>
            <a:ahLst/>
            <a:rect l="0" t="0" r="r" b="b"/>
            <a:pathLst>
              <a:path w="33867" h="212">
                <a:moveTo>
                  <a:pt x="0" y="0"/>
                </a:moveTo>
                <a:lnTo>
                  <a:pt x="33867" y="0"/>
                </a:lnTo>
                <a:lnTo>
                  <a:pt x="33867" y="212"/>
                </a:lnTo>
                <a:lnTo>
                  <a:pt x="0" y="212"/>
                </a:lnTo>
                <a:lnTo>
                  <a:pt x="0" y="0"/>
                </a:lnTo>
                <a:close/>
              </a:path>
            </a:pathLst>
          </a:custGeom>
          <a:solidFill>
            <a:srgbClr val="6C63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"/>
          <p:cNvSpPr/>
          <p:nvPr/>
        </p:nvSpPr>
        <p:spPr>
          <a:xfrm>
            <a:off x="495000" y="1276200"/>
            <a:ext cx="11201760" cy="28800"/>
          </a:xfrm>
          <a:custGeom>
            <a:avLst/>
            <a:gdLst/>
            <a:ahLst/>
            <a:rect l="0" t="0" r="r" b="b"/>
            <a:pathLst>
              <a:path w="31116" h="80">
                <a:moveTo>
                  <a:pt x="0" y="0"/>
                </a:moveTo>
                <a:lnTo>
                  <a:pt x="31116" y="0"/>
                </a:lnTo>
                <a:lnTo>
                  <a:pt x="31116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"/>
          <p:cNvSpPr/>
          <p:nvPr/>
        </p:nvSpPr>
        <p:spPr>
          <a:xfrm>
            <a:off x="518760" y="1552320"/>
            <a:ext cx="5510880" cy="3181680"/>
          </a:xfrm>
          <a:custGeom>
            <a:avLst/>
            <a:gdLst/>
            <a:ahLst/>
            <a:rect l="0" t="0" r="r" b="b"/>
            <a:pathLst>
              <a:path w="15308" h="8838">
                <a:moveTo>
                  <a:pt x="0" y="8521"/>
                </a:moveTo>
                <a:lnTo>
                  <a:pt x="0" y="319"/>
                </a:lnTo>
                <a:cubicBezTo>
                  <a:pt x="0" y="298"/>
                  <a:pt x="2" y="277"/>
                  <a:pt x="5" y="257"/>
                </a:cubicBezTo>
                <a:cubicBezTo>
                  <a:pt x="9" y="236"/>
                  <a:pt x="13" y="216"/>
                  <a:pt x="20" y="197"/>
                </a:cubicBezTo>
                <a:cubicBezTo>
                  <a:pt x="26" y="178"/>
                  <a:pt x="34" y="160"/>
                  <a:pt x="43" y="142"/>
                </a:cubicBezTo>
                <a:cubicBezTo>
                  <a:pt x="52" y="125"/>
                  <a:pt x="62" y="109"/>
                  <a:pt x="74" y="93"/>
                </a:cubicBezTo>
                <a:cubicBezTo>
                  <a:pt x="86" y="78"/>
                  <a:pt x="98" y="65"/>
                  <a:pt x="112" y="54"/>
                </a:cubicBezTo>
                <a:cubicBezTo>
                  <a:pt x="126" y="42"/>
                  <a:pt x="140" y="32"/>
                  <a:pt x="156" y="24"/>
                </a:cubicBezTo>
                <a:cubicBezTo>
                  <a:pt x="171" y="16"/>
                  <a:pt x="187" y="10"/>
                  <a:pt x="203" y="6"/>
                </a:cubicBezTo>
                <a:cubicBezTo>
                  <a:pt x="219" y="2"/>
                  <a:pt x="235" y="0"/>
                  <a:pt x="252" y="0"/>
                </a:cubicBezTo>
                <a:lnTo>
                  <a:pt x="14990" y="0"/>
                </a:lnTo>
                <a:cubicBezTo>
                  <a:pt x="15011" y="0"/>
                  <a:pt x="15032" y="2"/>
                  <a:pt x="15052" y="6"/>
                </a:cubicBezTo>
                <a:cubicBezTo>
                  <a:pt x="15073" y="10"/>
                  <a:pt x="15092" y="16"/>
                  <a:pt x="15112" y="24"/>
                </a:cubicBezTo>
                <a:cubicBezTo>
                  <a:pt x="15131" y="32"/>
                  <a:pt x="15149" y="42"/>
                  <a:pt x="15167" y="54"/>
                </a:cubicBezTo>
                <a:cubicBezTo>
                  <a:pt x="15184" y="65"/>
                  <a:pt x="15200" y="78"/>
                  <a:pt x="15215" y="93"/>
                </a:cubicBezTo>
                <a:cubicBezTo>
                  <a:pt x="15229" y="109"/>
                  <a:pt x="15243" y="125"/>
                  <a:pt x="15254" y="142"/>
                </a:cubicBezTo>
                <a:cubicBezTo>
                  <a:pt x="15266" y="160"/>
                  <a:pt x="15275" y="178"/>
                  <a:pt x="15283" y="197"/>
                </a:cubicBezTo>
                <a:cubicBezTo>
                  <a:pt x="15291" y="216"/>
                  <a:pt x="15297" y="236"/>
                  <a:pt x="15302" y="257"/>
                </a:cubicBezTo>
                <a:cubicBezTo>
                  <a:pt x="15306" y="277"/>
                  <a:pt x="15308" y="298"/>
                  <a:pt x="15308" y="319"/>
                </a:cubicBezTo>
                <a:lnTo>
                  <a:pt x="15308" y="8521"/>
                </a:lnTo>
                <a:cubicBezTo>
                  <a:pt x="15308" y="8542"/>
                  <a:pt x="15306" y="8562"/>
                  <a:pt x="15302" y="8583"/>
                </a:cubicBezTo>
                <a:cubicBezTo>
                  <a:pt x="15297" y="8603"/>
                  <a:pt x="15291" y="8623"/>
                  <a:pt x="15283" y="8642"/>
                </a:cubicBezTo>
                <a:cubicBezTo>
                  <a:pt x="15275" y="8662"/>
                  <a:pt x="15266" y="8680"/>
                  <a:pt x="15254" y="8697"/>
                </a:cubicBezTo>
                <a:cubicBezTo>
                  <a:pt x="15243" y="8715"/>
                  <a:pt x="15229" y="8731"/>
                  <a:pt x="15215" y="8745"/>
                </a:cubicBezTo>
                <a:cubicBezTo>
                  <a:pt x="15200" y="8760"/>
                  <a:pt x="15184" y="8773"/>
                  <a:pt x="15167" y="8785"/>
                </a:cubicBezTo>
                <a:cubicBezTo>
                  <a:pt x="15149" y="8796"/>
                  <a:pt x="15131" y="8806"/>
                  <a:pt x="15112" y="8814"/>
                </a:cubicBezTo>
                <a:cubicBezTo>
                  <a:pt x="15092" y="8822"/>
                  <a:pt x="15073" y="8828"/>
                  <a:pt x="15052" y="8832"/>
                </a:cubicBezTo>
                <a:cubicBezTo>
                  <a:pt x="15032" y="8836"/>
                  <a:pt x="15011" y="8838"/>
                  <a:pt x="14990" y="8838"/>
                </a:cubicBezTo>
                <a:lnTo>
                  <a:pt x="252" y="8838"/>
                </a:lnTo>
                <a:cubicBezTo>
                  <a:pt x="235" y="8838"/>
                  <a:pt x="219" y="8836"/>
                  <a:pt x="203" y="8832"/>
                </a:cubicBezTo>
                <a:cubicBezTo>
                  <a:pt x="187" y="8828"/>
                  <a:pt x="171" y="8822"/>
                  <a:pt x="156" y="8814"/>
                </a:cubicBezTo>
                <a:cubicBezTo>
                  <a:pt x="140" y="8806"/>
                  <a:pt x="126" y="8796"/>
                  <a:pt x="112" y="8785"/>
                </a:cubicBezTo>
                <a:cubicBezTo>
                  <a:pt x="98" y="8773"/>
                  <a:pt x="86" y="8760"/>
                  <a:pt x="74" y="8745"/>
                </a:cubicBezTo>
                <a:cubicBezTo>
                  <a:pt x="62" y="8731"/>
                  <a:pt x="52" y="8715"/>
                  <a:pt x="43" y="8697"/>
                </a:cubicBezTo>
                <a:cubicBezTo>
                  <a:pt x="34" y="8680"/>
                  <a:pt x="26" y="8662"/>
                  <a:pt x="20" y="8642"/>
                </a:cubicBezTo>
                <a:cubicBezTo>
                  <a:pt x="13" y="8623"/>
                  <a:pt x="9" y="8603"/>
                  <a:pt x="5" y="8583"/>
                </a:cubicBezTo>
                <a:cubicBezTo>
                  <a:pt x="2" y="8562"/>
                  <a:pt x="0" y="8542"/>
                  <a:pt x="0" y="8521"/>
                </a:cubicBezTo>
                <a:close/>
              </a:path>
            </a:pathLst>
          </a:custGeom>
          <a:solidFill>
            <a:srgbClr val="F3F2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"/>
          <p:cNvSpPr/>
          <p:nvPr/>
        </p:nvSpPr>
        <p:spPr>
          <a:xfrm>
            <a:off x="495000" y="1552320"/>
            <a:ext cx="114840" cy="3181680"/>
          </a:xfrm>
          <a:custGeom>
            <a:avLst/>
            <a:gdLst/>
            <a:ahLst/>
            <a:rect l="0" t="0" r="r" b="b"/>
            <a:pathLst>
              <a:path w="319" h="8838">
                <a:moveTo>
                  <a:pt x="0" y="0"/>
                </a:moveTo>
                <a:lnTo>
                  <a:pt x="319" y="0"/>
                </a:lnTo>
                <a:lnTo>
                  <a:pt x="319" y="8838"/>
                </a:lnTo>
                <a:lnTo>
                  <a:pt x="0" y="8838"/>
                </a:lnTo>
                <a:lnTo>
                  <a:pt x="0" y="0"/>
                </a:lnTo>
                <a:close/>
              </a:path>
            </a:pathLst>
          </a:custGeom>
          <a:solidFill>
            <a:srgbClr val="6C63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"/>
          <p:cNvSpPr/>
          <p:nvPr/>
        </p:nvSpPr>
        <p:spPr>
          <a:xfrm>
            <a:off x="518760" y="4790880"/>
            <a:ext cx="5510880" cy="2067120"/>
          </a:xfrm>
          <a:custGeom>
            <a:avLst/>
            <a:gdLst/>
            <a:ahLst/>
            <a:rect l="0" t="0" r="r" b="b"/>
            <a:pathLst>
              <a:path w="15308" h="5742">
                <a:moveTo>
                  <a:pt x="0" y="5742"/>
                </a:moveTo>
                <a:lnTo>
                  <a:pt x="0" y="318"/>
                </a:lnTo>
                <a:cubicBezTo>
                  <a:pt x="0" y="297"/>
                  <a:pt x="2" y="276"/>
                  <a:pt x="5" y="256"/>
                </a:cubicBezTo>
                <a:cubicBezTo>
                  <a:pt x="9" y="235"/>
                  <a:pt x="13" y="215"/>
                  <a:pt x="20" y="196"/>
                </a:cubicBezTo>
                <a:cubicBezTo>
                  <a:pt x="26" y="177"/>
                  <a:pt x="34" y="158"/>
                  <a:pt x="43" y="141"/>
                </a:cubicBezTo>
                <a:cubicBezTo>
                  <a:pt x="52" y="124"/>
                  <a:pt x="62" y="108"/>
                  <a:pt x="74" y="93"/>
                </a:cubicBezTo>
                <a:cubicBezTo>
                  <a:pt x="86" y="78"/>
                  <a:pt x="98" y="65"/>
                  <a:pt x="112" y="54"/>
                </a:cubicBezTo>
                <a:cubicBezTo>
                  <a:pt x="126" y="42"/>
                  <a:pt x="140" y="32"/>
                  <a:pt x="156" y="24"/>
                </a:cubicBezTo>
                <a:cubicBezTo>
                  <a:pt x="171" y="16"/>
                  <a:pt x="187" y="10"/>
                  <a:pt x="203" y="6"/>
                </a:cubicBezTo>
                <a:cubicBezTo>
                  <a:pt x="219" y="2"/>
                  <a:pt x="235" y="0"/>
                  <a:pt x="252" y="0"/>
                </a:cubicBezTo>
                <a:lnTo>
                  <a:pt x="14990" y="0"/>
                </a:lnTo>
                <a:cubicBezTo>
                  <a:pt x="15011" y="0"/>
                  <a:pt x="15032" y="2"/>
                  <a:pt x="15052" y="6"/>
                </a:cubicBezTo>
                <a:cubicBezTo>
                  <a:pt x="15073" y="10"/>
                  <a:pt x="15092" y="16"/>
                  <a:pt x="15112" y="24"/>
                </a:cubicBezTo>
                <a:cubicBezTo>
                  <a:pt x="15131" y="32"/>
                  <a:pt x="15149" y="42"/>
                  <a:pt x="15167" y="54"/>
                </a:cubicBezTo>
                <a:cubicBezTo>
                  <a:pt x="15184" y="65"/>
                  <a:pt x="15200" y="78"/>
                  <a:pt x="15215" y="93"/>
                </a:cubicBezTo>
                <a:cubicBezTo>
                  <a:pt x="15229" y="108"/>
                  <a:pt x="15243" y="124"/>
                  <a:pt x="15254" y="141"/>
                </a:cubicBezTo>
                <a:cubicBezTo>
                  <a:pt x="15266" y="158"/>
                  <a:pt x="15275" y="177"/>
                  <a:pt x="15283" y="196"/>
                </a:cubicBezTo>
                <a:cubicBezTo>
                  <a:pt x="15291" y="215"/>
                  <a:pt x="15297" y="235"/>
                  <a:pt x="15302" y="256"/>
                </a:cubicBezTo>
                <a:cubicBezTo>
                  <a:pt x="15306" y="276"/>
                  <a:pt x="15308" y="297"/>
                  <a:pt x="15308" y="318"/>
                </a:cubicBezTo>
                <a:lnTo>
                  <a:pt x="15308" y="5742"/>
                </a:lnTo>
                <a:lnTo>
                  <a:pt x="0" y="5742"/>
                </a:lnTo>
                <a:close/>
              </a:path>
            </a:pathLst>
          </a:custGeom>
          <a:solidFill>
            <a:srgbClr val="EEF0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"/>
          <p:cNvSpPr/>
          <p:nvPr/>
        </p:nvSpPr>
        <p:spPr>
          <a:xfrm>
            <a:off x="495000" y="4790880"/>
            <a:ext cx="114840" cy="3181680"/>
          </a:xfrm>
          <a:custGeom>
            <a:avLst/>
            <a:gdLst/>
            <a:ahLst/>
            <a:rect l="0" t="0" r="r" b="b"/>
            <a:pathLst>
              <a:path w="319" h="8838">
                <a:moveTo>
                  <a:pt x="0" y="0"/>
                </a:moveTo>
                <a:lnTo>
                  <a:pt x="319" y="0"/>
                </a:lnTo>
                <a:lnTo>
                  <a:pt x="319" y="8838"/>
                </a:lnTo>
                <a:lnTo>
                  <a:pt x="0" y="8838"/>
                </a:lnTo>
                <a:lnTo>
                  <a:pt x="0" y="0"/>
                </a:ln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"/>
          <p:cNvSpPr txBox="1"/>
          <p:nvPr/>
        </p:nvSpPr>
        <p:spPr>
          <a:xfrm>
            <a:off x="709920" y="440640"/>
            <a:ext cx="9776880" cy="76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50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NayakAI — Leader Intelligence Suite</a:t>
            </a:r>
            <a:endParaRPr lang="en-IN" sz="4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"/>
          <p:cNvSpPr txBox="1"/>
          <p:nvPr/>
        </p:nvSpPr>
        <p:spPr>
          <a:xfrm>
            <a:off x="1734480" y="1821600"/>
            <a:ext cx="446400" cy="32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Emoji"/>
                <a:ea typeface="SegoeUIEmoji"/>
              </a:rPr>
              <a:t>🌅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"/>
          <p:cNvSpPr txBox="1"/>
          <p:nvPr/>
        </p:nvSpPr>
        <p:spPr>
          <a:xfrm>
            <a:off x="2207520" y="1707840"/>
            <a:ext cx="223380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 Morning Brief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"/>
          <p:cNvSpPr txBox="1"/>
          <p:nvPr/>
        </p:nvSpPr>
        <p:spPr>
          <a:xfrm>
            <a:off x="1480680" y="2193840"/>
            <a:ext cx="304668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Auto-generated daily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"/>
          <p:cNvSpPr txBox="1"/>
          <p:nvPr/>
        </p:nvSpPr>
        <p:spPr>
          <a:xfrm>
            <a:off x="1147680" y="2679480"/>
            <a:ext cx="362880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summary: top unresolved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"/>
          <p:cNvSpPr txBox="1"/>
          <p:nvPr/>
        </p:nvSpPr>
        <p:spPr>
          <a:xfrm>
            <a:off x="1000440" y="3165120"/>
            <a:ext cx="383796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complaints, ward hotspots,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"/>
          <p:cNvSpPr txBox="1"/>
          <p:nvPr/>
        </p:nvSpPr>
        <p:spPr>
          <a:xfrm>
            <a:off x="1546200" y="3651120"/>
            <a:ext cx="291564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pending escalations,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"/>
          <p:cNvSpPr txBox="1"/>
          <p:nvPr/>
        </p:nvSpPr>
        <p:spPr>
          <a:xfrm>
            <a:off x="1938240" y="4136760"/>
            <a:ext cx="227304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sentiment score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"/>
          <p:cNvSpPr txBox="1"/>
          <p:nvPr/>
        </p:nvSpPr>
        <p:spPr>
          <a:xfrm>
            <a:off x="1470600" y="5060160"/>
            <a:ext cx="446400" cy="32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Emoji"/>
                <a:ea typeface="SegoeUIEmoji"/>
              </a:rPr>
              <a:t>💬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"/>
          <p:cNvSpPr txBox="1"/>
          <p:nvPr/>
        </p:nvSpPr>
        <p:spPr>
          <a:xfrm>
            <a:off x="1943640" y="4946400"/>
            <a:ext cx="273888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 Governance Q&amp;A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"/>
          <p:cNvSpPr txBox="1"/>
          <p:nvPr/>
        </p:nvSpPr>
        <p:spPr>
          <a:xfrm>
            <a:off x="1205640" y="5432400"/>
            <a:ext cx="351288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Ask anything about your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"/>
          <p:cNvSpPr txBox="1"/>
          <p:nvPr/>
        </p:nvSpPr>
        <p:spPr>
          <a:xfrm>
            <a:off x="965880" y="5918040"/>
            <a:ext cx="396468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constituency — "How many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"/>
          <p:cNvSpPr/>
          <p:nvPr/>
        </p:nvSpPr>
        <p:spPr>
          <a:xfrm>
            <a:off x="6186240" y="1552320"/>
            <a:ext cx="5510520" cy="2696040"/>
          </a:xfrm>
          <a:custGeom>
            <a:avLst/>
            <a:gdLst/>
            <a:ahLst/>
            <a:rect l="0" t="0" r="r" b="b"/>
            <a:pathLst>
              <a:path w="15307" h="7489">
                <a:moveTo>
                  <a:pt x="0" y="7171"/>
                </a:moveTo>
                <a:lnTo>
                  <a:pt x="0" y="318"/>
                </a:lnTo>
                <a:cubicBezTo>
                  <a:pt x="0" y="297"/>
                  <a:pt x="2" y="276"/>
                  <a:pt x="5" y="256"/>
                </a:cubicBezTo>
                <a:cubicBezTo>
                  <a:pt x="8" y="235"/>
                  <a:pt x="13" y="215"/>
                  <a:pt x="19" y="196"/>
                </a:cubicBezTo>
                <a:cubicBezTo>
                  <a:pt x="26" y="177"/>
                  <a:pt x="33" y="159"/>
                  <a:pt x="43" y="141"/>
                </a:cubicBezTo>
                <a:cubicBezTo>
                  <a:pt x="52" y="124"/>
                  <a:pt x="62" y="108"/>
                  <a:pt x="74" y="93"/>
                </a:cubicBezTo>
                <a:cubicBezTo>
                  <a:pt x="85" y="78"/>
                  <a:pt x="98" y="65"/>
                  <a:pt x="112" y="54"/>
                </a:cubicBezTo>
                <a:cubicBezTo>
                  <a:pt x="126" y="42"/>
                  <a:pt x="140" y="32"/>
                  <a:pt x="155" y="24"/>
                </a:cubicBezTo>
                <a:cubicBezTo>
                  <a:pt x="171" y="16"/>
                  <a:pt x="186" y="10"/>
                  <a:pt x="203" y="6"/>
                </a:cubicBezTo>
                <a:cubicBezTo>
                  <a:pt x="219" y="2"/>
                  <a:pt x="235" y="0"/>
                  <a:pt x="252" y="0"/>
                </a:cubicBezTo>
                <a:lnTo>
                  <a:pt x="14990" y="0"/>
                </a:lnTo>
                <a:cubicBezTo>
                  <a:pt x="15011" y="0"/>
                  <a:pt x="15031" y="2"/>
                  <a:pt x="15052" y="6"/>
                </a:cubicBezTo>
                <a:cubicBezTo>
                  <a:pt x="15072" y="10"/>
                  <a:pt x="15092" y="16"/>
                  <a:pt x="15111" y="24"/>
                </a:cubicBezTo>
                <a:cubicBezTo>
                  <a:pt x="15131" y="32"/>
                  <a:pt x="15149" y="42"/>
                  <a:pt x="15166" y="54"/>
                </a:cubicBezTo>
                <a:cubicBezTo>
                  <a:pt x="15184" y="65"/>
                  <a:pt x="15200" y="78"/>
                  <a:pt x="15214" y="93"/>
                </a:cubicBezTo>
                <a:cubicBezTo>
                  <a:pt x="15229" y="108"/>
                  <a:pt x="15242" y="124"/>
                  <a:pt x="15254" y="141"/>
                </a:cubicBezTo>
                <a:cubicBezTo>
                  <a:pt x="15265" y="159"/>
                  <a:pt x="15275" y="177"/>
                  <a:pt x="15283" y="196"/>
                </a:cubicBezTo>
                <a:cubicBezTo>
                  <a:pt x="15291" y="215"/>
                  <a:pt x="15297" y="235"/>
                  <a:pt x="15301" y="256"/>
                </a:cubicBezTo>
                <a:cubicBezTo>
                  <a:pt x="15305" y="276"/>
                  <a:pt x="15307" y="297"/>
                  <a:pt x="15307" y="318"/>
                </a:cubicBezTo>
                <a:lnTo>
                  <a:pt x="15307" y="7171"/>
                </a:lnTo>
                <a:cubicBezTo>
                  <a:pt x="15307" y="7192"/>
                  <a:pt x="15305" y="7213"/>
                  <a:pt x="15301" y="7233"/>
                </a:cubicBezTo>
                <a:cubicBezTo>
                  <a:pt x="15297" y="7254"/>
                  <a:pt x="15291" y="7274"/>
                  <a:pt x="15283" y="7293"/>
                </a:cubicBezTo>
                <a:cubicBezTo>
                  <a:pt x="15275" y="7312"/>
                  <a:pt x="15265" y="7330"/>
                  <a:pt x="15254" y="7348"/>
                </a:cubicBezTo>
                <a:cubicBezTo>
                  <a:pt x="15242" y="7365"/>
                  <a:pt x="15229" y="7381"/>
                  <a:pt x="15214" y="7396"/>
                </a:cubicBezTo>
                <a:cubicBezTo>
                  <a:pt x="15200" y="7411"/>
                  <a:pt x="15184" y="7424"/>
                  <a:pt x="15166" y="7435"/>
                </a:cubicBezTo>
                <a:cubicBezTo>
                  <a:pt x="15149" y="7447"/>
                  <a:pt x="15131" y="7457"/>
                  <a:pt x="15111" y="7465"/>
                </a:cubicBezTo>
                <a:cubicBezTo>
                  <a:pt x="15092" y="7473"/>
                  <a:pt x="15072" y="7479"/>
                  <a:pt x="15052" y="7483"/>
                </a:cubicBezTo>
                <a:cubicBezTo>
                  <a:pt x="15031" y="7487"/>
                  <a:pt x="15011" y="7489"/>
                  <a:pt x="14990" y="7489"/>
                </a:cubicBezTo>
                <a:lnTo>
                  <a:pt x="252" y="7489"/>
                </a:lnTo>
                <a:cubicBezTo>
                  <a:pt x="235" y="7489"/>
                  <a:pt x="219" y="7487"/>
                  <a:pt x="203" y="7483"/>
                </a:cubicBezTo>
                <a:cubicBezTo>
                  <a:pt x="186" y="7479"/>
                  <a:pt x="171" y="7473"/>
                  <a:pt x="155" y="7465"/>
                </a:cubicBezTo>
                <a:cubicBezTo>
                  <a:pt x="140" y="7457"/>
                  <a:pt x="126" y="7447"/>
                  <a:pt x="112" y="7435"/>
                </a:cubicBezTo>
                <a:cubicBezTo>
                  <a:pt x="98" y="7424"/>
                  <a:pt x="85" y="7411"/>
                  <a:pt x="74" y="7396"/>
                </a:cubicBezTo>
                <a:cubicBezTo>
                  <a:pt x="62" y="7381"/>
                  <a:pt x="52" y="7365"/>
                  <a:pt x="43" y="7348"/>
                </a:cubicBezTo>
                <a:cubicBezTo>
                  <a:pt x="33" y="7330"/>
                  <a:pt x="26" y="7312"/>
                  <a:pt x="19" y="7293"/>
                </a:cubicBezTo>
                <a:cubicBezTo>
                  <a:pt x="13" y="7274"/>
                  <a:pt x="8" y="7254"/>
                  <a:pt x="5" y="7233"/>
                </a:cubicBezTo>
                <a:cubicBezTo>
                  <a:pt x="2" y="7213"/>
                  <a:pt x="0" y="7192"/>
                  <a:pt x="0" y="7171"/>
                </a:cubicBezTo>
                <a:close/>
              </a:path>
            </a:pathLst>
          </a:custGeom>
          <a:solidFill>
            <a:srgbClr val="FFF7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"/>
          <p:cNvSpPr/>
          <p:nvPr/>
        </p:nvSpPr>
        <p:spPr>
          <a:xfrm>
            <a:off x="6162480" y="1552320"/>
            <a:ext cx="114840" cy="2696040"/>
          </a:xfrm>
          <a:custGeom>
            <a:avLst/>
            <a:gdLst/>
            <a:ahLst/>
            <a:rect l="0" t="0" r="r" b="b"/>
            <a:pathLst>
              <a:path w="319" h="7489">
                <a:moveTo>
                  <a:pt x="0" y="0"/>
                </a:moveTo>
                <a:lnTo>
                  <a:pt x="319" y="0"/>
                </a:lnTo>
                <a:lnTo>
                  <a:pt x="319" y="7489"/>
                </a:lnTo>
                <a:lnTo>
                  <a:pt x="0" y="7489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"/>
          <p:cNvSpPr/>
          <p:nvPr/>
        </p:nvSpPr>
        <p:spPr>
          <a:xfrm>
            <a:off x="6186240" y="4305240"/>
            <a:ext cx="5510520" cy="2552760"/>
          </a:xfrm>
          <a:custGeom>
            <a:avLst/>
            <a:gdLst/>
            <a:ahLst/>
            <a:rect l="0" t="0" r="r" b="b"/>
            <a:pathLst>
              <a:path w="15307" h="7091">
                <a:moveTo>
                  <a:pt x="0" y="7091"/>
                </a:moveTo>
                <a:lnTo>
                  <a:pt x="0" y="317"/>
                </a:lnTo>
                <a:cubicBezTo>
                  <a:pt x="0" y="296"/>
                  <a:pt x="2" y="276"/>
                  <a:pt x="5" y="255"/>
                </a:cubicBezTo>
                <a:cubicBezTo>
                  <a:pt x="8" y="235"/>
                  <a:pt x="13" y="215"/>
                  <a:pt x="19" y="196"/>
                </a:cubicBezTo>
                <a:cubicBezTo>
                  <a:pt x="26" y="176"/>
                  <a:pt x="33" y="158"/>
                  <a:pt x="43" y="141"/>
                </a:cubicBezTo>
                <a:cubicBezTo>
                  <a:pt x="52" y="123"/>
                  <a:pt x="62" y="107"/>
                  <a:pt x="74" y="93"/>
                </a:cubicBezTo>
                <a:cubicBezTo>
                  <a:pt x="85" y="78"/>
                  <a:pt x="98" y="65"/>
                  <a:pt x="112" y="53"/>
                </a:cubicBezTo>
                <a:cubicBezTo>
                  <a:pt x="126" y="42"/>
                  <a:pt x="140" y="32"/>
                  <a:pt x="155" y="24"/>
                </a:cubicBezTo>
                <a:cubicBezTo>
                  <a:pt x="171" y="16"/>
                  <a:pt x="186" y="10"/>
                  <a:pt x="203" y="6"/>
                </a:cubicBezTo>
                <a:cubicBezTo>
                  <a:pt x="219" y="2"/>
                  <a:pt x="235" y="0"/>
                  <a:pt x="252" y="0"/>
                </a:cubicBezTo>
                <a:lnTo>
                  <a:pt x="14990" y="0"/>
                </a:lnTo>
                <a:cubicBezTo>
                  <a:pt x="15011" y="0"/>
                  <a:pt x="15031" y="2"/>
                  <a:pt x="15052" y="6"/>
                </a:cubicBezTo>
                <a:cubicBezTo>
                  <a:pt x="15072" y="10"/>
                  <a:pt x="15092" y="16"/>
                  <a:pt x="15111" y="24"/>
                </a:cubicBezTo>
                <a:cubicBezTo>
                  <a:pt x="15131" y="32"/>
                  <a:pt x="15149" y="42"/>
                  <a:pt x="15166" y="53"/>
                </a:cubicBezTo>
                <a:cubicBezTo>
                  <a:pt x="15184" y="65"/>
                  <a:pt x="15200" y="78"/>
                  <a:pt x="15214" y="93"/>
                </a:cubicBezTo>
                <a:cubicBezTo>
                  <a:pt x="15229" y="107"/>
                  <a:pt x="15242" y="123"/>
                  <a:pt x="15254" y="141"/>
                </a:cubicBezTo>
                <a:cubicBezTo>
                  <a:pt x="15265" y="158"/>
                  <a:pt x="15275" y="176"/>
                  <a:pt x="15283" y="196"/>
                </a:cubicBezTo>
                <a:cubicBezTo>
                  <a:pt x="15291" y="215"/>
                  <a:pt x="15297" y="235"/>
                  <a:pt x="15301" y="255"/>
                </a:cubicBezTo>
                <a:cubicBezTo>
                  <a:pt x="15305" y="276"/>
                  <a:pt x="15307" y="296"/>
                  <a:pt x="15307" y="317"/>
                </a:cubicBezTo>
                <a:lnTo>
                  <a:pt x="15307" y="7091"/>
                </a:lnTo>
                <a:lnTo>
                  <a:pt x="0" y="7091"/>
                </a:lnTo>
                <a:close/>
              </a:path>
            </a:pathLst>
          </a:custGeom>
          <a:solidFill>
            <a:srgbClr val="ECF9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"/>
          <p:cNvSpPr/>
          <p:nvPr/>
        </p:nvSpPr>
        <p:spPr>
          <a:xfrm>
            <a:off x="6162480" y="4305240"/>
            <a:ext cx="114840" cy="2695680"/>
          </a:xfrm>
          <a:custGeom>
            <a:avLst/>
            <a:gdLst/>
            <a:ahLst/>
            <a:rect l="0" t="0" r="r" b="b"/>
            <a:pathLst>
              <a:path w="319" h="7488">
                <a:moveTo>
                  <a:pt x="0" y="0"/>
                </a:moveTo>
                <a:lnTo>
                  <a:pt x="319" y="0"/>
                </a:lnTo>
                <a:lnTo>
                  <a:pt x="319" y="7488"/>
                </a:lnTo>
                <a:lnTo>
                  <a:pt x="0" y="7488"/>
                </a:lnTo>
                <a:lnTo>
                  <a:pt x="0" y="0"/>
                </a:lnTo>
                <a:close/>
              </a:path>
            </a:pathLst>
          </a:custGeom>
          <a:solidFill>
            <a:srgbClr val="13880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"/>
          <p:cNvSpPr txBox="1"/>
          <p:nvPr/>
        </p:nvSpPr>
        <p:spPr>
          <a:xfrm>
            <a:off x="964440" y="6403680"/>
            <a:ext cx="392292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water complaints in Ward 7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"/>
          <p:cNvSpPr txBox="1"/>
          <p:nvPr/>
        </p:nvSpPr>
        <p:spPr>
          <a:xfrm>
            <a:off x="6637680" y="1821600"/>
            <a:ext cx="446400" cy="32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Emoji"/>
                <a:ea typeface="SegoeUIEmoji"/>
              </a:rPr>
              <a:t>📄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"/>
          <p:cNvSpPr txBox="1"/>
          <p:nvPr/>
        </p:nvSpPr>
        <p:spPr>
          <a:xfrm>
            <a:off x="7110720" y="1707840"/>
            <a:ext cx="359496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 Document Summarizer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"/>
          <p:cNvSpPr txBox="1"/>
          <p:nvPr/>
        </p:nvSpPr>
        <p:spPr>
          <a:xfrm>
            <a:off x="6923160" y="2193840"/>
            <a:ext cx="346968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Upload any government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"/>
          <p:cNvSpPr txBox="1"/>
          <p:nvPr/>
        </p:nvSpPr>
        <p:spPr>
          <a:xfrm>
            <a:off x="6975360" y="2679480"/>
            <a:ext cx="339336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scheme PDF → NayakAI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"/>
          <p:cNvSpPr txBox="1"/>
          <p:nvPr/>
        </p:nvSpPr>
        <p:spPr>
          <a:xfrm>
            <a:off x="6396120" y="3165120"/>
            <a:ext cx="418248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extracts key points, eligibility,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"/>
          <p:cNvSpPr txBox="1"/>
          <p:nvPr/>
        </p:nvSpPr>
        <p:spPr>
          <a:xfrm>
            <a:off x="6612120" y="3651120"/>
            <a:ext cx="392076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deadlines in plain language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"/>
          <p:cNvSpPr txBox="1"/>
          <p:nvPr/>
        </p:nvSpPr>
        <p:spPr>
          <a:xfrm>
            <a:off x="7320960" y="4574520"/>
            <a:ext cx="446400" cy="32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Emoji"/>
                <a:ea typeface="SegoeUIEmoji"/>
              </a:rPr>
              <a:t>🎤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"/>
          <p:cNvSpPr txBox="1"/>
          <p:nvPr/>
        </p:nvSpPr>
        <p:spPr>
          <a:xfrm>
            <a:off x="7794360" y="4460760"/>
            <a:ext cx="236448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 Speech Drafter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"/>
          <p:cNvSpPr txBox="1"/>
          <p:nvPr/>
        </p:nvSpPr>
        <p:spPr>
          <a:xfrm>
            <a:off x="6655320" y="4946400"/>
            <a:ext cx="386352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Provide event context → AI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"/>
          <p:cNvSpPr txBox="1"/>
          <p:nvPr/>
        </p:nvSpPr>
        <p:spPr>
          <a:xfrm>
            <a:off x="6690240" y="5432400"/>
            <a:ext cx="373572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drafts a full inauguration /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"/>
          <p:cNvSpPr txBox="1"/>
          <p:nvPr/>
        </p:nvSpPr>
        <p:spPr>
          <a:xfrm>
            <a:off x="6558120" y="5918040"/>
            <a:ext cx="400032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rally / assembly speech with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"/>
          <p:cNvSpPr/>
          <p:nvPr/>
        </p:nvSpPr>
        <p:spPr>
          <a:xfrm>
            <a:off x="11005920" y="6431400"/>
            <a:ext cx="852840" cy="426600"/>
          </a:xfrm>
          <a:custGeom>
            <a:avLst/>
            <a:gdLst/>
            <a:ahLst/>
            <a:rect l="0" t="0" r="r" b="b"/>
            <a:pathLst>
              <a:path w="2369" h="1185">
                <a:moveTo>
                  <a:pt x="0" y="1185"/>
                </a:moveTo>
                <a:lnTo>
                  <a:pt x="1184" y="0"/>
                </a:lnTo>
                <a:lnTo>
                  <a:pt x="2369" y="1185"/>
                </a:lnTo>
                <a:lnTo>
                  <a:pt x="0" y="1185"/>
                </a:ln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"/>
          <p:cNvSpPr/>
          <p:nvPr/>
        </p:nvSpPr>
        <p:spPr>
          <a:xfrm>
            <a:off x="10858320" y="6747120"/>
            <a:ext cx="111240" cy="110880"/>
          </a:xfrm>
          <a:custGeom>
            <a:avLst/>
            <a:gdLst/>
            <a:ahLst/>
            <a:rect l="0" t="0" r="r" b="b"/>
            <a:pathLst>
              <a:path w="309" h="308">
                <a:moveTo>
                  <a:pt x="0" y="0"/>
                </a:moveTo>
                <a:lnTo>
                  <a:pt x="309" y="308"/>
                </a:lnTo>
                <a:lnTo>
                  <a:pt x="0" y="30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"/>
          <p:cNvSpPr/>
          <p:nvPr/>
        </p:nvSpPr>
        <p:spPr>
          <a:xfrm>
            <a:off x="10858320" y="6579720"/>
            <a:ext cx="277920" cy="278280"/>
          </a:xfrm>
          <a:custGeom>
            <a:avLst/>
            <a:gdLst/>
            <a:ahLst/>
            <a:rect l="0" t="0" r="r" b="b"/>
            <a:pathLst>
              <a:path w="772" h="773">
                <a:moveTo>
                  <a:pt x="309" y="773"/>
                </a:moveTo>
                <a:lnTo>
                  <a:pt x="0" y="465"/>
                </a:lnTo>
                <a:lnTo>
                  <a:pt x="0" y="359"/>
                </a:lnTo>
                <a:lnTo>
                  <a:pt x="360" y="0"/>
                </a:lnTo>
                <a:lnTo>
                  <a:pt x="772" y="412"/>
                </a:lnTo>
                <a:lnTo>
                  <a:pt x="411" y="773"/>
                </a:lnTo>
                <a:lnTo>
                  <a:pt x="309" y="77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6" name=""/>
          <p:cNvSpPr/>
          <p:nvPr/>
        </p:nvSpPr>
        <p:spPr>
          <a:xfrm>
            <a:off x="10858320" y="6450480"/>
            <a:ext cx="129600" cy="258840"/>
          </a:xfrm>
          <a:custGeom>
            <a:avLst/>
            <a:gdLst/>
            <a:ahLst/>
            <a:rect l="0" t="0" r="r" b="b"/>
            <a:pathLst>
              <a:path w="360" h="719">
                <a:moveTo>
                  <a:pt x="0" y="0"/>
                </a:moveTo>
                <a:lnTo>
                  <a:pt x="360" y="359"/>
                </a:lnTo>
                <a:lnTo>
                  <a:pt x="0" y="71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7" name=""/>
          <p:cNvSpPr/>
          <p:nvPr/>
        </p:nvSpPr>
        <p:spPr>
          <a:xfrm>
            <a:off x="10987560" y="6431400"/>
            <a:ext cx="296640" cy="297000"/>
          </a:xfrm>
          <a:custGeom>
            <a:avLst/>
            <a:gdLst/>
            <a:ahLst/>
            <a:rect l="0" t="0" r="r" b="b"/>
            <a:pathLst>
              <a:path w="824" h="825">
                <a:moveTo>
                  <a:pt x="413" y="825"/>
                </a:moveTo>
                <a:lnTo>
                  <a:pt x="0" y="412"/>
                </a:lnTo>
                <a:lnTo>
                  <a:pt x="413" y="0"/>
                </a:lnTo>
                <a:lnTo>
                  <a:pt x="824" y="412"/>
                </a:lnTo>
                <a:lnTo>
                  <a:pt x="413" y="8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8" name=""/>
          <p:cNvSpPr/>
          <p:nvPr/>
        </p:nvSpPr>
        <p:spPr>
          <a:xfrm>
            <a:off x="11135880" y="6283440"/>
            <a:ext cx="296640" cy="296640"/>
          </a:xfrm>
          <a:custGeom>
            <a:avLst/>
            <a:gdLst/>
            <a:ahLst/>
            <a:rect l="0" t="0" r="r" b="b"/>
            <a:pathLst>
              <a:path w="824" h="824">
                <a:moveTo>
                  <a:pt x="411" y="824"/>
                </a:moveTo>
                <a:lnTo>
                  <a:pt x="0" y="412"/>
                </a:lnTo>
                <a:lnTo>
                  <a:pt x="411" y="0"/>
                </a:lnTo>
                <a:lnTo>
                  <a:pt x="824" y="412"/>
                </a:lnTo>
                <a:lnTo>
                  <a:pt x="411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"/>
          <p:cNvSpPr/>
          <p:nvPr/>
        </p:nvSpPr>
        <p:spPr>
          <a:xfrm>
            <a:off x="10858320" y="6283440"/>
            <a:ext cx="277920" cy="296640"/>
          </a:xfrm>
          <a:custGeom>
            <a:avLst/>
            <a:gdLst/>
            <a:ahLst/>
            <a:rect l="0" t="0" r="r" b="b"/>
            <a:pathLst>
              <a:path w="772" h="824">
                <a:moveTo>
                  <a:pt x="360" y="824"/>
                </a:moveTo>
                <a:lnTo>
                  <a:pt x="0" y="465"/>
                </a:lnTo>
                <a:lnTo>
                  <a:pt x="0" y="360"/>
                </a:lnTo>
                <a:lnTo>
                  <a:pt x="360" y="0"/>
                </a:lnTo>
                <a:lnTo>
                  <a:pt x="772" y="412"/>
                </a:lnTo>
                <a:lnTo>
                  <a:pt x="360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"/>
          <p:cNvSpPr/>
          <p:nvPr/>
        </p:nvSpPr>
        <p:spPr>
          <a:xfrm>
            <a:off x="10987560" y="6135120"/>
            <a:ext cx="296640" cy="296640"/>
          </a:xfrm>
          <a:custGeom>
            <a:avLst/>
            <a:gdLst/>
            <a:ahLst/>
            <a:rect l="0" t="0" r="r" b="b"/>
            <a:pathLst>
              <a:path w="824" h="824">
                <a:moveTo>
                  <a:pt x="413" y="824"/>
                </a:moveTo>
                <a:lnTo>
                  <a:pt x="0" y="412"/>
                </a:lnTo>
                <a:lnTo>
                  <a:pt x="413" y="0"/>
                </a:lnTo>
                <a:lnTo>
                  <a:pt x="824" y="412"/>
                </a:lnTo>
                <a:lnTo>
                  <a:pt x="413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"/>
          <p:cNvSpPr/>
          <p:nvPr/>
        </p:nvSpPr>
        <p:spPr>
          <a:xfrm>
            <a:off x="10858320" y="5857560"/>
            <a:ext cx="277920" cy="555480"/>
          </a:xfrm>
          <a:custGeom>
            <a:avLst/>
            <a:gdLst/>
            <a:ahLst/>
            <a:rect l="0" t="0" r="r" b="b"/>
            <a:pathLst>
              <a:path w="772" h="1543">
                <a:moveTo>
                  <a:pt x="0" y="0"/>
                </a:moveTo>
                <a:lnTo>
                  <a:pt x="772" y="771"/>
                </a:lnTo>
                <a:lnTo>
                  <a:pt x="0" y="154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"/>
          <p:cNvSpPr/>
          <p:nvPr/>
        </p:nvSpPr>
        <p:spPr>
          <a:xfrm>
            <a:off x="11432160" y="5838480"/>
            <a:ext cx="759960" cy="1019520"/>
          </a:xfrm>
          <a:custGeom>
            <a:avLst/>
            <a:gdLst/>
            <a:ahLst/>
            <a:rect l="0" t="0" r="r" b="b"/>
            <a:pathLst>
              <a:path w="2111" h="2832">
                <a:moveTo>
                  <a:pt x="1185" y="2832"/>
                </a:moveTo>
                <a:lnTo>
                  <a:pt x="0" y="1647"/>
                </a:lnTo>
                <a:lnTo>
                  <a:pt x="1648" y="0"/>
                </a:lnTo>
                <a:lnTo>
                  <a:pt x="2111" y="463"/>
                </a:lnTo>
                <a:lnTo>
                  <a:pt x="2111" y="2832"/>
                </a:lnTo>
                <a:lnTo>
                  <a:pt x="1185" y="2832"/>
                </a:ln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"/>
          <p:cNvSpPr/>
          <p:nvPr/>
        </p:nvSpPr>
        <p:spPr>
          <a:xfrm>
            <a:off x="12025080" y="5671800"/>
            <a:ext cx="167040" cy="333720"/>
          </a:xfrm>
          <a:custGeom>
            <a:avLst/>
            <a:gdLst/>
            <a:ahLst/>
            <a:rect l="0" t="0" r="r" b="b"/>
            <a:pathLst>
              <a:path w="464" h="927">
                <a:moveTo>
                  <a:pt x="464" y="927"/>
                </a:moveTo>
                <a:lnTo>
                  <a:pt x="0" y="464"/>
                </a:lnTo>
                <a:lnTo>
                  <a:pt x="464" y="0"/>
                </a:lnTo>
                <a:lnTo>
                  <a:pt x="464" y="927"/>
                </a:ln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"/>
          <p:cNvSpPr/>
          <p:nvPr/>
        </p:nvSpPr>
        <p:spPr>
          <a:xfrm>
            <a:off x="11283840" y="6135120"/>
            <a:ext cx="297000" cy="296640"/>
          </a:xfrm>
          <a:custGeom>
            <a:avLst/>
            <a:gdLst/>
            <a:ahLst/>
            <a:rect l="0" t="0" r="r" b="b"/>
            <a:pathLst>
              <a:path w="825" h="824">
                <a:moveTo>
                  <a:pt x="413" y="824"/>
                </a:moveTo>
                <a:lnTo>
                  <a:pt x="0" y="412"/>
                </a:lnTo>
                <a:lnTo>
                  <a:pt x="413" y="0"/>
                </a:lnTo>
                <a:lnTo>
                  <a:pt x="825" y="412"/>
                </a:lnTo>
                <a:lnTo>
                  <a:pt x="413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"/>
          <p:cNvSpPr/>
          <p:nvPr/>
        </p:nvSpPr>
        <p:spPr>
          <a:xfrm>
            <a:off x="11432160" y="5986800"/>
            <a:ext cx="297000" cy="297000"/>
          </a:xfrm>
          <a:custGeom>
            <a:avLst/>
            <a:gdLst/>
            <a:ahLst/>
            <a:rect l="0" t="0" r="r" b="b"/>
            <a:pathLst>
              <a:path w="825" h="825">
                <a:moveTo>
                  <a:pt x="412" y="825"/>
                </a:moveTo>
                <a:lnTo>
                  <a:pt x="0" y="413"/>
                </a:lnTo>
                <a:lnTo>
                  <a:pt x="412" y="0"/>
                </a:lnTo>
                <a:lnTo>
                  <a:pt x="825" y="413"/>
                </a:lnTo>
                <a:lnTo>
                  <a:pt x="412" y="8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6" name=""/>
          <p:cNvSpPr/>
          <p:nvPr/>
        </p:nvSpPr>
        <p:spPr>
          <a:xfrm>
            <a:off x="11135880" y="5986800"/>
            <a:ext cx="296640" cy="297000"/>
          </a:xfrm>
          <a:custGeom>
            <a:avLst/>
            <a:gdLst/>
            <a:ahLst/>
            <a:rect l="0" t="0" r="r" b="b"/>
            <a:pathLst>
              <a:path w="824" h="825">
                <a:moveTo>
                  <a:pt x="411" y="825"/>
                </a:moveTo>
                <a:lnTo>
                  <a:pt x="0" y="413"/>
                </a:lnTo>
                <a:lnTo>
                  <a:pt x="411" y="0"/>
                </a:lnTo>
                <a:lnTo>
                  <a:pt x="824" y="413"/>
                </a:lnTo>
                <a:lnTo>
                  <a:pt x="411" y="8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7" name=""/>
          <p:cNvSpPr/>
          <p:nvPr/>
        </p:nvSpPr>
        <p:spPr>
          <a:xfrm>
            <a:off x="11283840" y="5838480"/>
            <a:ext cx="297000" cy="297000"/>
          </a:xfrm>
          <a:custGeom>
            <a:avLst/>
            <a:gdLst/>
            <a:ahLst/>
            <a:rect l="0" t="0" r="r" b="b"/>
            <a:pathLst>
              <a:path w="825" h="825">
                <a:moveTo>
                  <a:pt x="413" y="825"/>
                </a:moveTo>
                <a:lnTo>
                  <a:pt x="0" y="412"/>
                </a:lnTo>
                <a:lnTo>
                  <a:pt x="413" y="0"/>
                </a:lnTo>
                <a:lnTo>
                  <a:pt x="825" y="412"/>
                </a:lnTo>
                <a:lnTo>
                  <a:pt x="413" y="8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8" name=""/>
          <p:cNvSpPr/>
          <p:nvPr/>
        </p:nvSpPr>
        <p:spPr>
          <a:xfrm>
            <a:off x="11580480" y="5838480"/>
            <a:ext cx="296640" cy="297000"/>
          </a:xfrm>
          <a:custGeom>
            <a:avLst/>
            <a:gdLst/>
            <a:ahLst/>
            <a:rect l="0" t="0" r="r" b="b"/>
            <a:pathLst>
              <a:path w="824" h="825">
                <a:moveTo>
                  <a:pt x="413" y="825"/>
                </a:moveTo>
                <a:lnTo>
                  <a:pt x="0" y="412"/>
                </a:lnTo>
                <a:lnTo>
                  <a:pt x="413" y="0"/>
                </a:lnTo>
                <a:lnTo>
                  <a:pt x="824" y="412"/>
                </a:lnTo>
                <a:lnTo>
                  <a:pt x="413" y="8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9" name=""/>
          <p:cNvSpPr/>
          <p:nvPr/>
        </p:nvSpPr>
        <p:spPr>
          <a:xfrm>
            <a:off x="11728800" y="5690520"/>
            <a:ext cx="296640" cy="296640"/>
          </a:xfrm>
          <a:custGeom>
            <a:avLst/>
            <a:gdLst/>
            <a:ahLst/>
            <a:rect l="0" t="0" r="r" b="b"/>
            <a:pathLst>
              <a:path w="824" h="824">
                <a:moveTo>
                  <a:pt x="411" y="824"/>
                </a:moveTo>
                <a:lnTo>
                  <a:pt x="0" y="412"/>
                </a:lnTo>
                <a:lnTo>
                  <a:pt x="411" y="0"/>
                </a:lnTo>
                <a:lnTo>
                  <a:pt x="824" y="412"/>
                </a:lnTo>
                <a:lnTo>
                  <a:pt x="411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"/>
          <p:cNvSpPr/>
          <p:nvPr/>
        </p:nvSpPr>
        <p:spPr>
          <a:xfrm>
            <a:off x="11432160" y="5690520"/>
            <a:ext cx="297000" cy="296640"/>
          </a:xfrm>
          <a:custGeom>
            <a:avLst/>
            <a:gdLst/>
            <a:ahLst/>
            <a:rect l="0" t="0" r="r" b="b"/>
            <a:pathLst>
              <a:path w="825" h="824">
                <a:moveTo>
                  <a:pt x="412" y="824"/>
                </a:moveTo>
                <a:lnTo>
                  <a:pt x="0" y="412"/>
                </a:lnTo>
                <a:lnTo>
                  <a:pt x="412" y="0"/>
                </a:lnTo>
                <a:lnTo>
                  <a:pt x="825" y="412"/>
                </a:lnTo>
                <a:lnTo>
                  <a:pt x="412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"/>
          <p:cNvSpPr/>
          <p:nvPr/>
        </p:nvSpPr>
        <p:spPr>
          <a:xfrm>
            <a:off x="11580480" y="5542200"/>
            <a:ext cx="296640" cy="296640"/>
          </a:xfrm>
          <a:custGeom>
            <a:avLst/>
            <a:gdLst/>
            <a:ahLst/>
            <a:rect l="0" t="0" r="r" b="b"/>
            <a:pathLst>
              <a:path w="824" h="824">
                <a:moveTo>
                  <a:pt x="413" y="824"/>
                </a:moveTo>
                <a:lnTo>
                  <a:pt x="0" y="412"/>
                </a:lnTo>
                <a:lnTo>
                  <a:pt x="413" y="0"/>
                </a:lnTo>
                <a:lnTo>
                  <a:pt x="824" y="412"/>
                </a:lnTo>
                <a:lnTo>
                  <a:pt x="413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2" name=""/>
          <p:cNvSpPr/>
          <p:nvPr/>
        </p:nvSpPr>
        <p:spPr>
          <a:xfrm>
            <a:off x="10858320" y="5542200"/>
            <a:ext cx="574200" cy="593280"/>
          </a:xfrm>
          <a:custGeom>
            <a:avLst/>
            <a:gdLst/>
            <a:ahLst/>
            <a:rect l="0" t="0" r="r" b="b"/>
            <a:pathLst>
              <a:path w="1595" h="1648">
                <a:moveTo>
                  <a:pt x="771" y="1648"/>
                </a:moveTo>
                <a:lnTo>
                  <a:pt x="0" y="877"/>
                </a:lnTo>
                <a:lnTo>
                  <a:pt x="0" y="772"/>
                </a:lnTo>
                <a:lnTo>
                  <a:pt x="771" y="0"/>
                </a:lnTo>
                <a:lnTo>
                  <a:pt x="1595" y="824"/>
                </a:lnTo>
                <a:lnTo>
                  <a:pt x="771" y="164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"/>
          <p:cNvSpPr/>
          <p:nvPr/>
        </p:nvSpPr>
        <p:spPr>
          <a:xfrm>
            <a:off x="11135880" y="5524200"/>
            <a:ext cx="593280" cy="314640"/>
          </a:xfrm>
          <a:custGeom>
            <a:avLst/>
            <a:gdLst/>
            <a:ahLst/>
            <a:rect l="0" t="0" r="r" b="b"/>
            <a:pathLst>
              <a:path w="1648" h="874">
                <a:moveTo>
                  <a:pt x="823" y="874"/>
                </a:moveTo>
                <a:lnTo>
                  <a:pt x="0" y="50"/>
                </a:lnTo>
                <a:lnTo>
                  <a:pt x="49" y="0"/>
                </a:lnTo>
                <a:lnTo>
                  <a:pt x="1598" y="0"/>
                </a:lnTo>
                <a:lnTo>
                  <a:pt x="1648" y="50"/>
                </a:lnTo>
                <a:lnTo>
                  <a:pt x="823" y="87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4" name=""/>
          <p:cNvSpPr/>
          <p:nvPr/>
        </p:nvSpPr>
        <p:spPr>
          <a:xfrm>
            <a:off x="11876760" y="5542200"/>
            <a:ext cx="297000" cy="296640"/>
          </a:xfrm>
          <a:custGeom>
            <a:avLst/>
            <a:gdLst/>
            <a:ahLst/>
            <a:rect l="0" t="0" r="r" b="b"/>
            <a:pathLst>
              <a:path w="825" h="824">
                <a:moveTo>
                  <a:pt x="413" y="824"/>
                </a:moveTo>
                <a:lnTo>
                  <a:pt x="0" y="412"/>
                </a:lnTo>
                <a:lnTo>
                  <a:pt x="413" y="0"/>
                </a:lnTo>
                <a:lnTo>
                  <a:pt x="825" y="412"/>
                </a:lnTo>
                <a:lnTo>
                  <a:pt x="413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5" name=""/>
          <p:cNvSpPr/>
          <p:nvPr/>
        </p:nvSpPr>
        <p:spPr>
          <a:xfrm>
            <a:off x="12025080" y="5524200"/>
            <a:ext cx="167040" cy="166680"/>
          </a:xfrm>
          <a:custGeom>
            <a:avLst/>
            <a:gdLst/>
            <a:ahLst/>
            <a:rect l="0" t="0" r="r" b="b"/>
            <a:pathLst>
              <a:path w="464" h="463">
                <a:moveTo>
                  <a:pt x="413" y="463"/>
                </a:moveTo>
                <a:lnTo>
                  <a:pt x="0" y="50"/>
                </a:lnTo>
                <a:lnTo>
                  <a:pt x="50" y="0"/>
                </a:lnTo>
                <a:lnTo>
                  <a:pt x="464" y="0"/>
                </a:lnTo>
                <a:lnTo>
                  <a:pt x="464" y="411"/>
                </a:lnTo>
                <a:lnTo>
                  <a:pt x="413" y="46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"/>
          <p:cNvSpPr/>
          <p:nvPr/>
        </p:nvSpPr>
        <p:spPr>
          <a:xfrm>
            <a:off x="11728800" y="5524200"/>
            <a:ext cx="296640" cy="166680"/>
          </a:xfrm>
          <a:custGeom>
            <a:avLst/>
            <a:gdLst/>
            <a:ahLst/>
            <a:rect l="0" t="0" r="r" b="b"/>
            <a:pathLst>
              <a:path w="824" h="463">
                <a:moveTo>
                  <a:pt x="411" y="463"/>
                </a:moveTo>
                <a:lnTo>
                  <a:pt x="0" y="50"/>
                </a:lnTo>
                <a:lnTo>
                  <a:pt x="49" y="0"/>
                </a:lnTo>
                <a:lnTo>
                  <a:pt x="775" y="0"/>
                </a:lnTo>
                <a:lnTo>
                  <a:pt x="824" y="50"/>
                </a:lnTo>
                <a:lnTo>
                  <a:pt x="411" y="46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"/>
          <p:cNvSpPr/>
          <p:nvPr/>
        </p:nvSpPr>
        <p:spPr>
          <a:xfrm>
            <a:off x="12007440" y="5524200"/>
            <a:ext cx="36000" cy="18360"/>
          </a:xfrm>
          <a:custGeom>
            <a:avLst/>
            <a:gdLst/>
            <a:ahLst/>
            <a:rect l="0" t="0" r="r" b="b"/>
            <a:pathLst>
              <a:path w="100" h="51">
                <a:moveTo>
                  <a:pt x="49" y="51"/>
                </a:moveTo>
                <a:lnTo>
                  <a:pt x="0" y="0"/>
                </a:lnTo>
                <a:lnTo>
                  <a:pt x="100" y="0"/>
                </a:lnTo>
                <a:lnTo>
                  <a:pt x="49" y="5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8" name=""/>
          <p:cNvSpPr/>
          <p:nvPr/>
        </p:nvSpPr>
        <p:spPr>
          <a:xfrm>
            <a:off x="11710800" y="5524200"/>
            <a:ext cx="36000" cy="18360"/>
          </a:xfrm>
          <a:custGeom>
            <a:avLst/>
            <a:gdLst/>
            <a:ahLst/>
            <a:rect l="0" t="0" r="r" b="b"/>
            <a:pathLst>
              <a:path w="100" h="51">
                <a:moveTo>
                  <a:pt x="50" y="51"/>
                </a:moveTo>
                <a:lnTo>
                  <a:pt x="0" y="0"/>
                </a:lnTo>
                <a:lnTo>
                  <a:pt x="100" y="0"/>
                </a:lnTo>
                <a:lnTo>
                  <a:pt x="50" y="5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"/>
          <p:cNvSpPr/>
          <p:nvPr/>
        </p:nvSpPr>
        <p:spPr>
          <a:xfrm>
            <a:off x="10858320" y="5524200"/>
            <a:ext cx="295560" cy="295920"/>
          </a:xfrm>
          <a:custGeom>
            <a:avLst/>
            <a:gdLst/>
            <a:ahLst/>
            <a:rect l="0" t="0" r="r" b="b"/>
            <a:pathLst>
              <a:path w="821" h="822">
                <a:moveTo>
                  <a:pt x="0" y="0"/>
                </a:moveTo>
                <a:lnTo>
                  <a:pt x="821" y="0"/>
                </a:lnTo>
                <a:lnTo>
                  <a:pt x="0" y="82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"/>
          <p:cNvSpPr/>
          <p:nvPr/>
        </p:nvSpPr>
        <p:spPr>
          <a:xfrm>
            <a:off x="11698200" y="6266520"/>
            <a:ext cx="234720" cy="299160"/>
          </a:xfrm>
          <a:custGeom>
            <a:avLst/>
            <a:gdLst/>
            <a:ahLst/>
            <a:rect l="0" t="0" r="r" b="b"/>
            <a:pathLst>
              <a:path w="652" h="831">
                <a:moveTo>
                  <a:pt x="0" y="0"/>
                </a:moveTo>
                <a:lnTo>
                  <a:pt x="652" y="0"/>
                </a:lnTo>
                <a:lnTo>
                  <a:pt x="652" y="831"/>
                </a:lnTo>
                <a:lnTo>
                  <a:pt x="0" y="831"/>
                </a:lnTo>
                <a:lnTo>
                  <a:pt x="0" y="0"/>
                </a:lnTo>
                <a:close/>
              </a:path>
            </a:pathLst>
          </a:custGeom>
          <a:solidFill>
            <a:srgbClr val="FDFC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"/>
          <p:cNvSpPr txBox="1"/>
          <p:nvPr/>
        </p:nvSpPr>
        <p:spPr>
          <a:xfrm>
            <a:off x="7890480" y="6403680"/>
            <a:ext cx="178812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local nuance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"/>
          <p:cNvSpPr txBox="1"/>
          <p:nvPr/>
        </p:nvSpPr>
        <p:spPr>
          <a:xfrm>
            <a:off x="11754360" y="624924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SegoeUI"/>
                <a:ea typeface="SegoeUI"/>
              </a:rPr>
              <a:t>9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"/>
          <p:cNvSpPr txBox="1"/>
          <p:nvPr/>
        </p:nvSpPr>
        <p:spPr>
          <a:xfrm>
            <a:off x="11754360" y="624924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202228"/>
                </a:solidFill>
                <a:effectLst/>
                <a:uFillTx/>
                <a:latin typeface="SegoeUI"/>
                <a:ea typeface="SegoeUI"/>
              </a:rPr>
              <a:t>9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7" name=""/>
          <p:cNvSpPr/>
          <p:nvPr/>
        </p:nvSpPr>
        <p:spPr>
          <a:xfrm>
            <a:off x="0" y="0"/>
            <a:ext cx="12192120" cy="76320"/>
          </a:xfrm>
          <a:custGeom>
            <a:avLst/>
            <a:gdLst/>
            <a:ahLst/>
            <a:rect l="0" t="0" r="r" b="b"/>
            <a:pathLst>
              <a:path w="33867" h="212">
                <a:moveTo>
                  <a:pt x="0" y="0"/>
                </a:moveTo>
                <a:lnTo>
                  <a:pt x="33867" y="0"/>
                </a:lnTo>
                <a:lnTo>
                  <a:pt x="33867" y="212"/>
                </a:lnTo>
                <a:lnTo>
                  <a:pt x="0" y="212"/>
                </a:lnTo>
                <a:lnTo>
                  <a:pt x="0" y="0"/>
                </a:lnTo>
                <a:close/>
              </a:path>
            </a:pathLst>
          </a:custGeom>
          <a:solidFill>
            <a:srgbClr val="E6394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"/>
          <p:cNvSpPr/>
          <p:nvPr/>
        </p:nvSpPr>
        <p:spPr>
          <a:xfrm>
            <a:off x="495000" y="2076120"/>
            <a:ext cx="11201760" cy="29160"/>
          </a:xfrm>
          <a:custGeom>
            <a:avLst/>
            <a:gdLst/>
            <a:ahLst/>
            <a:rect l="0" t="0" r="r" b="b"/>
            <a:pathLst>
              <a:path w="31116" h="81">
                <a:moveTo>
                  <a:pt x="0" y="0"/>
                </a:moveTo>
                <a:lnTo>
                  <a:pt x="31116" y="0"/>
                </a:lnTo>
                <a:lnTo>
                  <a:pt x="31116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9" name=""/>
          <p:cNvSpPr txBox="1"/>
          <p:nvPr/>
        </p:nvSpPr>
        <p:spPr>
          <a:xfrm>
            <a:off x="1247040" y="440640"/>
            <a:ext cx="8866440" cy="76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50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SentinelPulse — Ward Sentiment</a:t>
            </a:r>
            <a:endParaRPr lang="en-IN" sz="4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0" name=""/>
          <p:cNvSpPr/>
          <p:nvPr/>
        </p:nvSpPr>
        <p:spPr>
          <a:xfrm>
            <a:off x="518760" y="2352600"/>
            <a:ext cx="5510880" cy="3181680"/>
          </a:xfrm>
          <a:custGeom>
            <a:avLst/>
            <a:gdLst/>
            <a:ahLst/>
            <a:rect l="0" t="0" r="r" b="b"/>
            <a:pathLst>
              <a:path w="15308" h="8838">
                <a:moveTo>
                  <a:pt x="0" y="8520"/>
                </a:moveTo>
                <a:lnTo>
                  <a:pt x="0" y="317"/>
                </a:lnTo>
                <a:cubicBezTo>
                  <a:pt x="0" y="296"/>
                  <a:pt x="2" y="276"/>
                  <a:pt x="5" y="255"/>
                </a:cubicBezTo>
                <a:cubicBezTo>
                  <a:pt x="9" y="235"/>
                  <a:pt x="13" y="215"/>
                  <a:pt x="20" y="196"/>
                </a:cubicBezTo>
                <a:cubicBezTo>
                  <a:pt x="26" y="176"/>
                  <a:pt x="34" y="158"/>
                  <a:pt x="43" y="141"/>
                </a:cubicBezTo>
                <a:cubicBezTo>
                  <a:pt x="52" y="123"/>
                  <a:pt x="62" y="107"/>
                  <a:pt x="74" y="93"/>
                </a:cubicBezTo>
                <a:cubicBezTo>
                  <a:pt x="86" y="78"/>
                  <a:pt x="98" y="65"/>
                  <a:pt x="112" y="53"/>
                </a:cubicBezTo>
                <a:cubicBezTo>
                  <a:pt x="126" y="42"/>
                  <a:pt x="140" y="32"/>
                  <a:pt x="156" y="24"/>
                </a:cubicBezTo>
                <a:cubicBezTo>
                  <a:pt x="171" y="16"/>
                  <a:pt x="187" y="10"/>
                  <a:pt x="203" y="6"/>
                </a:cubicBezTo>
                <a:cubicBezTo>
                  <a:pt x="219" y="2"/>
                  <a:pt x="235" y="0"/>
                  <a:pt x="252" y="0"/>
                </a:cubicBezTo>
                <a:lnTo>
                  <a:pt x="14990" y="0"/>
                </a:lnTo>
                <a:cubicBezTo>
                  <a:pt x="15011" y="0"/>
                  <a:pt x="15032" y="2"/>
                  <a:pt x="15052" y="6"/>
                </a:cubicBezTo>
                <a:cubicBezTo>
                  <a:pt x="15073" y="10"/>
                  <a:pt x="15092" y="16"/>
                  <a:pt x="15112" y="24"/>
                </a:cubicBezTo>
                <a:cubicBezTo>
                  <a:pt x="15131" y="32"/>
                  <a:pt x="15149" y="42"/>
                  <a:pt x="15167" y="53"/>
                </a:cubicBezTo>
                <a:cubicBezTo>
                  <a:pt x="15184" y="65"/>
                  <a:pt x="15200" y="78"/>
                  <a:pt x="15215" y="93"/>
                </a:cubicBezTo>
                <a:cubicBezTo>
                  <a:pt x="15229" y="107"/>
                  <a:pt x="15243" y="123"/>
                  <a:pt x="15254" y="141"/>
                </a:cubicBezTo>
                <a:cubicBezTo>
                  <a:pt x="15266" y="158"/>
                  <a:pt x="15275" y="176"/>
                  <a:pt x="15283" y="196"/>
                </a:cubicBezTo>
                <a:cubicBezTo>
                  <a:pt x="15291" y="215"/>
                  <a:pt x="15297" y="235"/>
                  <a:pt x="15302" y="255"/>
                </a:cubicBezTo>
                <a:cubicBezTo>
                  <a:pt x="15306" y="276"/>
                  <a:pt x="15308" y="296"/>
                  <a:pt x="15308" y="317"/>
                </a:cubicBezTo>
                <a:lnTo>
                  <a:pt x="15308" y="8520"/>
                </a:lnTo>
                <a:cubicBezTo>
                  <a:pt x="15308" y="8541"/>
                  <a:pt x="15306" y="8562"/>
                  <a:pt x="15302" y="8582"/>
                </a:cubicBezTo>
                <a:cubicBezTo>
                  <a:pt x="15297" y="8603"/>
                  <a:pt x="15291" y="8623"/>
                  <a:pt x="15283" y="8642"/>
                </a:cubicBezTo>
                <a:cubicBezTo>
                  <a:pt x="15275" y="8661"/>
                  <a:pt x="15266" y="8679"/>
                  <a:pt x="15254" y="8697"/>
                </a:cubicBezTo>
                <a:cubicBezTo>
                  <a:pt x="15243" y="8714"/>
                  <a:pt x="15229" y="8730"/>
                  <a:pt x="15215" y="8745"/>
                </a:cubicBezTo>
                <a:cubicBezTo>
                  <a:pt x="15200" y="8760"/>
                  <a:pt x="15184" y="8773"/>
                  <a:pt x="15167" y="8784"/>
                </a:cubicBezTo>
                <a:cubicBezTo>
                  <a:pt x="15149" y="8796"/>
                  <a:pt x="15131" y="8806"/>
                  <a:pt x="15112" y="8814"/>
                </a:cubicBezTo>
                <a:cubicBezTo>
                  <a:pt x="15092" y="8822"/>
                  <a:pt x="15073" y="8828"/>
                  <a:pt x="15052" y="8832"/>
                </a:cubicBezTo>
                <a:cubicBezTo>
                  <a:pt x="15032" y="8836"/>
                  <a:pt x="15011" y="8838"/>
                  <a:pt x="14990" y="8838"/>
                </a:cubicBezTo>
                <a:lnTo>
                  <a:pt x="252" y="8838"/>
                </a:lnTo>
                <a:cubicBezTo>
                  <a:pt x="235" y="8838"/>
                  <a:pt x="219" y="8836"/>
                  <a:pt x="203" y="8832"/>
                </a:cubicBezTo>
                <a:cubicBezTo>
                  <a:pt x="187" y="8828"/>
                  <a:pt x="171" y="8822"/>
                  <a:pt x="156" y="8814"/>
                </a:cubicBezTo>
                <a:cubicBezTo>
                  <a:pt x="140" y="8806"/>
                  <a:pt x="126" y="8796"/>
                  <a:pt x="112" y="8784"/>
                </a:cubicBezTo>
                <a:cubicBezTo>
                  <a:pt x="98" y="8773"/>
                  <a:pt x="86" y="8760"/>
                  <a:pt x="74" y="8745"/>
                </a:cubicBezTo>
                <a:cubicBezTo>
                  <a:pt x="62" y="8730"/>
                  <a:pt x="52" y="8714"/>
                  <a:pt x="43" y="8697"/>
                </a:cubicBezTo>
                <a:cubicBezTo>
                  <a:pt x="34" y="8679"/>
                  <a:pt x="26" y="8661"/>
                  <a:pt x="20" y="8642"/>
                </a:cubicBezTo>
                <a:cubicBezTo>
                  <a:pt x="13" y="8623"/>
                  <a:pt x="9" y="8603"/>
                  <a:pt x="5" y="8582"/>
                </a:cubicBezTo>
                <a:cubicBezTo>
                  <a:pt x="2" y="8562"/>
                  <a:pt x="0" y="8541"/>
                  <a:pt x="0" y="8520"/>
                </a:cubicBezTo>
                <a:close/>
              </a:path>
            </a:pathLst>
          </a:custGeom>
          <a:solidFill>
            <a:srgbClr val="FF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"/>
          <p:cNvSpPr/>
          <p:nvPr/>
        </p:nvSpPr>
        <p:spPr>
          <a:xfrm>
            <a:off x="495000" y="2352600"/>
            <a:ext cx="114840" cy="3181680"/>
          </a:xfrm>
          <a:custGeom>
            <a:avLst/>
            <a:gdLst/>
            <a:ahLst/>
            <a:rect l="0" t="0" r="r" b="b"/>
            <a:pathLst>
              <a:path w="319" h="8838">
                <a:moveTo>
                  <a:pt x="0" y="0"/>
                </a:moveTo>
                <a:lnTo>
                  <a:pt x="319" y="0"/>
                </a:lnTo>
                <a:lnTo>
                  <a:pt x="319" y="8838"/>
                </a:lnTo>
                <a:lnTo>
                  <a:pt x="0" y="8838"/>
                </a:lnTo>
                <a:lnTo>
                  <a:pt x="0" y="0"/>
                </a:lnTo>
                <a:close/>
              </a:path>
            </a:pathLst>
          </a:custGeom>
          <a:solidFill>
            <a:srgbClr val="E6394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"/>
          <p:cNvSpPr/>
          <p:nvPr/>
        </p:nvSpPr>
        <p:spPr>
          <a:xfrm>
            <a:off x="518760" y="5591160"/>
            <a:ext cx="5510880" cy="1266840"/>
          </a:xfrm>
          <a:custGeom>
            <a:avLst/>
            <a:gdLst/>
            <a:ahLst/>
            <a:rect l="0" t="0" r="r" b="b"/>
            <a:pathLst>
              <a:path w="15308" h="3519">
                <a:moveTo>
                  <a:pt x="0" y="3519"/>
                </a:moveTo>
                <a:lnTo>
                  <a:pt x="0" y="318"/>
                </a:lnTo>
                <a:cubicBezTo>
                  <a:pt x="0" y="296"/>
                  <a:pt x="2" y="276"/>
                  <a:pt x="5" y="255"/>
                </a:cubicBezTo>
                <a:cubicBezTo>
                  <a:pt x="9" y="235"/>
                  <a:pt x="13" y="215"/>
                  <a:pt x="20" y="196"/>
                </a:cubicBezTo>
                <a:cubicBezTo>
                  <a:pt x="26" y="176"/>
                  <a:pt x="34" y="158"/>
                  <a:pt x="43" y="141"/>
                </a:cubicBezTo>
                <a:cubicBezTo>
                  <a:pt x="52" y="123"/>
                  <a:pt x="62" y="107"/>
                  <a:pt x="74" y="93"/>
                </a:cubicBezTo>
                <a:cubicBezTo>
                  <a:pt x="86" y="78"/>
                  <a:pt x="98" y="65"/>
                  <a:pt x="112" y="53"/>
                </a:cubicBezTo>
                <a:cubicBezTo>
                  <a:pt x="126" y="41"/>
                  <a:pt x="140" y="32"/>
                  <a:pt x="156" y="24"/>
                </a:cubicBezTo>
                <a:cubicBezTo>
                  <a:pt x="171" y="16"/>
                  <a:pt x="187" y="10"/>
                  <a:pt x="203" y="6"/>
                </a:cubicBezTo>
                <a:cubicBezTo>
                  <a:pt x="219" y="2"/>
                  <a:pt x="235" y="0"/>
                  <a:pt x="252" y="0"/>
                </a:cubicBezTo>
                <a:lnTo>
                  <a:pt x="14990" y="0"/>
                </a:lnTo>
                <a:cubicBezTo>
                  <a:pt x="15011" y="0"/>
                  <a:pt x="15032" y="2"/>
                  <a:pt x="15052" y="6"/>
                </a:cubicBezTo>
                <a:cubicBezTo>
                  <a:pt x="15073" y="10"/>
                  <a:pt x="15092" y="16"/>
                  <a:pt x="15112" y="24"/>
                </a:cubicBezTo>
                <a:cubicBezTo>
                  <a:pt x="15131" y="32"/>
                  <a:pt x="15149" y="41"/>
                  <a:pt x="15167" y="53"/>
                </a:cubicBezTo>
                <a:cubicBezTo>
                  <a:pt x="15184" y="65"/>
                  <a:pt x="15200" y="78"/>
                  <a:pt x="15215" y="93"/>
                </a:cubicBezTo>
                <a:cubicBezTo>
                  <a:pt x="15229" y="107"/>
                  <a:pt x="15243" y="123"/>
                  <a:pt x="15254" y="141"/>
                </a:cubicBezTo>
                <a:cubicBezTo>
                  <a:pt x="15266" y="158"/>
                  <a:pt x="15275" y="176"/>
                  <a:pt x="15283" y="196"/>
                </a:cubicBezTo>
                <a:cubicBezTo>
                  <a:pt x="15291" y="215"/>
                  <a:pt x="15297" y="235"/>
                  <a:pt x="15302" y="255"/>
                </a:cubicBezTo>
                <a:cubicBezTo>
                  <a:pt x="15306" y="276"/>
                  <a:pt x="15308" y="296"/>
                  <a:pt x="15308" y="318"/>
                </a:cubicBezTo>
                <a:lnTo>
                  <a:pt x="15308" y="3519"/>
                </a:lnTo>
                <a:lnTo>
                  <a:pt x="0" y="3519"/>
                </a:lnTo>
                <a:close/>
              </a:path>
            </a:pathLst>
          </a:custGeom>
          <a:solidFill>
            <a:srgbClr val="FFFB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3" name=""/>
          <p:cNvSpPr/>
          <p:nvPr/>
        </p:nvSpPr>
        <p:spPr>
          <a:xfrm>
            <a:off x="495000" y="5591160"/>
            <a:ext cx="114840" cy="2695680"/>
          </a:xfrm>
          <a:custGeom>
            <a:avLst/>
            <a:gdLst/>
            <a:ahLst/>
            <a:rect l="0" t="0" r="r" b="b"/>
            <a:pathLst>
              <a:path w="319" h="7488">
                <a:moveTo>
                  <a:pt x="0" y="0"/>
                </a:moveTo>
                <a:lnTo>
                  <a:pt x="319" y="0"/>
                </a:lnTo>
                <a:lnTo>
                  <a:pt x="319" y="7488"/>
                </a:lnTo>
                <a:lnTo>
                  <a:pt x="0" y="7488"/>
                </a:lnTo>
                <a:lnTo>
                  <a:pt x="0" y="0"/>
                </a:lnTo>
                <a:close/>
              </a:path>
            </a:pathLst>
          </a:custGeom>
          <a:solidFill>
            <a:srgbClr val="F7B73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4" name=""/>
          <p:cNvSpPr txBox="1"/>
          <p:nvPr/>
        </p:nvSpPr>
        <p:spPr>
          <a:xfrm>
            <a:off x="4895280" y="1240560"/>
            <a:ext cx="2204280" cy="76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50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Monitor</a:t>
            </a:r>
            <a:endParaRPr lang="en-IN" sz="4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5" name=""/>
          <p:cNvSpPr txBox="1"/>
          <p:nvPr/>
        </p:nvSpPr>
        <p:spPr>
          <a:xfrm>
            <a:off x="1227240" y="2621880"/>
            <a:ext cx="446400" cy="32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Emoji"/>
                <a:ea typeface="SegoeUIEmoji"/>
              </a:rPr>
              <a:t>📡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"/>
          <p:cNvSpPr txBox="1"/>
          <p:nvPr/>
        </p:nvSpPr>
        <p:spPr>
          <a:xfrm>
            <a:off x="1700280" y="2508120"/>
            <a:ext cx="308916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 Real-time Ingestion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"/>
          <p:cNvSpPr txBox="1"/>
          <p:nvPr/>
        </p:nvSpPr>
        <p:spPr>
          <a:xfrm>
            <a:off x="1323000" y="2993760"/>
            <a:ext cx="327708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Social posts, complaint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"/>
          <p:cNvSpPr txBox="1"/>
          <p:nvPr/>
        </p:nvSpPr>
        <p:spPr>
          <a:xfrm>
            <a:off x="1099080" y="3479760"/>
            <a:ext cx="366840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volume, resolution rate →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9" name=""/>
          <p:cNvSpPr txBox="1"/>
          <p:nvPr/>
        </p:nvSpPr>
        <p:spPr>
          <a:xfrm>
            <a:off x="1004400" y="3965400"/>
            <a:ext cx="385884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composite sentiment score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0" name=""/>
          <p:cNvSpPr txBox="1"/>
          <p:nvPr/>
        </p:nvSpPr>
        <p:spPr>
          <a:xfrm>
            <a:off x="959040" y="4451040"/>
            <a:ext cx="392076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per ward, updated every 15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"/>
          <p:cNvSpPr txBox="1"/>
          <p:nvPr/>
        </p:nvSpPr>
        <p:spPr>
          <a:xfrm>
            <a:off x="2972880" y="4937040"/>
            <a:ext cx="54252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min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2" name=""/>
          <p:cNvSpPr txBox="1"/>
          <p:nvPr/>
        </p:nvSpPr>
        <p:spPr>
          <a:xfrm>
            <a:off x="1706040" y="5860080"/>
            <a:ext cx="446400" cy="32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Emoji"/>
                <a:ea typeface="SegoeUIEmoji"/>
              </a:rPr>
              <a:t>🟡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3" name=""/>
          <p:cNvSpPr txBox="1"/>
          <p:nvPr/>
        </p:nvSpPr>
        <p:spPr>
          <a:xfrm>
            <a:off x="2179080" y="5746680"/>
            <a:ext cx="232164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 Heatmap View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4" name=""/>
          <p:cNvSpPr txBox="1"/>
          <p:nvPr/>
        </p:nvSpPr>
        <p:spPr>
          <a:xfrm>
            <a:off x="946080" y="6232320"/>
            <a:ext cx="394740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Interactive map shows each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5" name=""/>
          <p:cNvSpPr txBox="1"/>
          <p:nvPr/>
        </p:nvSpPr>
        <p:spPr>
          <a:xfrm>
            <a:off x="1351080" y="6717960"/>
            <a:ext cx="32364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d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"/>
          <p:cNvSpPr txBox="1"/>
          <p:nvPr/>
        </p:nvSpPr>
        <p:spPr>
          <a:xfrm>
            <a:off x="2084040" y="6717960"/>
            <a:ext cx="32364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l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7" name=""/>
          <p:cNvSpPr txBox="1"/>
          <p:nvPr/>
        </p:nvSpPr>
        <p:spPr>
          <a:xfrm>
            <a:off x="2748600" y="6717960"/>
            <a:ext cx="50364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d G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8" name=""/>
          <p:cNvSpPr txBox="1"/>
          <p:nvPr/>
        </p:nvSpPr>
        <p:spPr>
          <a:xfrm>
            <a:off x="4201920" y="6717960"/>
            <a:ext cx="73080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/ Y l l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9" name=""/>
          <p:cNvSpPr/>
          <p:nvPr/>
        </p:nvSpPr>
        <p:spPr>
          <a:xfrm>
            <a:off x="6186240" y="2352600"/>
            <a:ext cx="5510520" cy="2695680"/>
          </a:xfrm>
          <a:custGeom>
            <a:avLst/>
            <a:gdLst/>
            <a:ahLst/>
            <a:rect l="0" t="0" r="r" b="b"/>
            <a:pathLst>
              <a:path w="15307" h="7488">
                <a:moveTo>
                  <a:pt x="0" y="7171"/>
                </a:moveTo>
                <a:lnTo>
                  <a:pt x="0" y="317"/>
                </a:lnTo>
                <a:cubicBezTo>
                  <a:pt x="0" y="296"/>
                  <a:pt x="2" y="276"/>
                  <a:pt x="5" y="255"/>
                </a:cubicBezTo>
                <a:cubicBezTo>
                  <a:pt x="8" y="235"/>
                  <a:pt x="13" y="215"/>
                  <a:pt x="19" y="196"/>
                </a:cubicBezTo>
                <a:cubicBezTo>
                  <a:pt x="26" y="176"/>
                  <a:pt x="33" y="158"/>
                  <a:pt x="43" y="141"/>
                </a:cubicBezTo>
                <a:cubicBezTo>
                  <a:pt x="52" y="123"/>
                  <a:pt x="62" y="107"/>
                  <a:pt x="74" y="93"/>
                </a:cubicBezTo>
                <a:cubicBezTo>
                  <a:pt x="85" y="78"/>
                  <a:pt x="98" y="65"/>
                  <a:pt x="112" y="53"/>
                </a:cubicBezTo>
                <a:cubicBezTo>
                  <a:pt x="126" y="42"/>
                  <a:pt x="140" y="32"/>
                  <a:pt x="155" y="24"/>
                </a:cubicBezTo>
                <a:cubicBezTo>
                  <a:pt x="171" y="16"/>
                  <a:pt x="186" y="10"/>
                  <a:pt x="203" y="6"/>
                </a:cubicBezTo>
                <a:cubicBezTo>
                  <a:pt x="219" y="2"/>
                  <a:pt x="235" y="0"/>
                  <a:pt x="252" y="0"/>
                </a:cubicBezTo>
                <a:lnTo>
                  <a:pt x="14990" y="0"/>
                </a:lnTo>
                <a:cubicBezTo>
                  <a:pt x="15011" y="0"/>
                  <a:pt x="15031" y="2"/>
                  <a:pt x="15052" y="6"/>
                </a:cubicBezTo>
                <a:cubicBezTo>
                  <a:pt x="15072" y="10"/>
                  <a:pt x="15092" y="16"/>
                  <a:pt x="15111" y="24"/>
                </a:cubicBezTo>
                <a:cubicBezTo>
                  <a:pt x="15131" y="32"/>
                  <a:pt x="15149" y="42"/>
                  <a:pt x="15166" y="53"/>
                </a:cubicBezTo>
                <a:cubicBezTo>
                  <a:pt x="15184" y="65"/>
                  <a:pt x="15200" y="78"/>
                  <a:pt x="15214" y="93"/>
                </a:cubicBezTo>
                <a:cubicBezTo>
                  <a:pt x="15229" y="107"/>
                  <a:pt x="15242" y="123"/>
                  <a:pt x="15254" y="141"/>
                </a:cubicBezTo>
                <a:cubicBezTo>
                  <a:pt x="15265" y="158"/>
                  <a:pt x="15275" y="176"/>
                  <a:pt x="15283" y="196"/>
                </a:cubicBezTo>
                <a:cubicBezTo>
                  <a:pt x="15291" y="215"/>
                  <a:pt x="15297" y="235"/>
                  <a:pt x="15301" y="255"/>
                </a:cubicBezTo>
                <a:cubicBezTo>
                  <a:pt x="15305" y="276"/>
                  <a:pt x="15307" y="296"/>
                  <a:pt x="15307" y="317"/>
                </a:cubicBezTo>
                <a:lnTo>
                  <a:pt x="15307" y="7171"/>
                </a:lnTo>
                <a:cubicBezTo>
                  <a:pt x="15307" y="7192"/>
                  <a:pt x="15305" y="7212"/>
                  <a:pt x="15301" y="7233"/>
                </a:cubicBezTo>
                <a:cubicBezTo>
                  <a:pt x="15297" y="7253"/>
                  <a:pt x="15291" y="7273"/>
                  <a:pt x="15283" y="7292"/>
                </a:cubicBezTo>
                <a:cubicBezTo>
                  <a:pt x="15275" y="7312"/>
                  <a:pt x="15265" y="7330"/>
                  <a:pt x="15254" y="7347"/>
                </a:cubicBezTo>
                <a:cubicBezTo>
                  <a:pt x="15242" y="7365"/>
                  <a:pt x="15229" y="7381"/>
                  <a:pt x="15214" y="7395"/>
                </a:cubicBezTo>
                <a:cubicBezTo>
                  <a:pt x="15200" y="7410"/>
                  <a:pt x="15184" y="7423"/>
                  <a:pt x="15166" y="7435"/>
                </a:cubicBezTo>
                <a:cubicBezTo>
                  <a:pt x="15149" y="7446"/>
                  <a:pt x="15131" y="7456"/>
                  <a:pt x="15111" y="7464"/>
                </a:cubicBezTo>
                <a:cubicBezTo>
                  <a:pt x="15092" y="7472"/>
                  <a:pt x="15072" y="7478"/>
                  <a:pt x="15052" y="7482"/>
                </a:cubicBezTo>
                <a:cubicBezTo>
                  <a:pt x="15031" y="7486"/>
                  <a:pt x="15011" y="7488"/>
                  <a:pt x="14990" y="7488"/>
                </a:cubicBezTo>
                <a:lnTo>
                  <a:pt x="252" y="7488"/>
                </a:lnTo>
                <a:cubicBezTo>
                  <a:pt x="235" y="7488"/>
                  <a:pt x="219" y="7486"/>
                  <a:pt x="203" y="7482"/>
                </a:cubicBezTo>
                <a:cubicBezTo>
                  <a:pt x="186" y="7478"/>
                  <a:pt x="171" y="7472"/>
                  <a:pt x="155" y="7464"/>
                </a:cubicBezTo>
                <a:cubicBezTo>
                  <a:pt x="140" y="7456"/>
                  <a:pt x="126" y="7446"/>
                  <a:pt x="112" y="7435"/>
                </a:cubicBezTo>
                <a:cubicBezTo>
                  <a:pt x="98" y="7423"/>
                  <a:pt x="85" y="7410"/>
                  <a:pt x="74" y="7395"/>
                </a:cubicBezTo>
                <a:cubicBezTo>
                  <a:pt x="62" y="7381"/>
                  <a:pt x="52" y="7365"/>
                  <a:pt x="43" y="7347"/>
                </a:cubicBezTo>
                <a:cubicBezTo>
                  <a:pt x="33" y="7330"/>
                  <a:pt x="26" y="7312"/>
                  <a:pt x="19" y="7292"/>
                </a:cubicBezTo>
                <a:cubicBezTo>
                  <a:pt x="13" y="7273"/>
                  <a:pt x="8" y="7253"/>
                  <a:pt x="5" y="7233"/>
                </a:cubicBezTo>
                <a:cubicBezTo>
                  <a:pt x="2" y="7212"/>
                  <a:pt x="0" y="7192"/>
                  <a:pt x="0" y="7171"/>
                </a:cubicBezTo>
                <a:close/>
              </a:path>
            </a:pathLst>
          </a:custGeom>
          <a:solidFill>
            <a:srgbClr val="F3F2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"/>
          <p:cNvSpPr/>
          <p:nvPr/>
        </p:nvSpPr>
        <p:spPr>
          <a:xfrm>
            <a:off x="6162480" y="2352600"/>
            <a:ext cx="114840" cy="2695680"/>
          </a:xfrm>
          <a:custGeom>
            <a:avLst/>
            <a:gdLst/>
            <a:ahLst/>
            <a:rect l="0" t="0" r="r" b="b"/>
            <a:pathLst>
              <a:path w="319" h="7488">
                <a:moveTo>
                  <a:pt x="0" y="0"/>
                </a:moveTo>
                <a:lnTo>
                  <a:pt x="319" y="0"/>
                </a:lnTo>
                <a:lnTo>
                  <a:pt x="319" y="7488"/>
                </a:lnTo>
                <a:lnTo>
                  <a:pt x="0" y="7488"/>
                </a:lnTo>
                <a:lnTo>
                  <a:pt x="0" y="0"/>
                </a:lnTo>
                <a:close/>
              </a:path>
            </a:pathLst>
          </a:custGeom>
          <a:solidFill>
            <a:srgbClr val="6C63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1" name=""/>
          <p:cNvSpPr/>
          <p:nvPr/>
        </p:nvSpPr>
        <p:spPr>
          <a:xfrm>
            <a:off x="6186240" y="5105160"/>
            <a:ext cx="5510520" cy="1752840"/>
          </a:xfrm>
          <a:custGeom>
            <a:avLst/>
            <a:gdLst/>
            <a:ahLst/>
            <a:rect l="0" t="0" r="r" b="b"/>
            <a:pathLst>
              <a:path w="15307" h="4869">
                <a:moveTo>
                  <a:pt x="0" y="4869"/>
                </a:moveTo>
                <a:lnTo>
                  <a:pt x="0" y="318"/>
                </a:lnTo>
                <a:cubicBezTo>
                  <a:pt x="0" y="297"/>
                  <a:pt x="2" y="276"/>
                  <a:pt x="5" y="256"/>
                </a:cubicBezTo>
                <a:cubicBezTo>
                  <a:pt x="8" y="235"/>
                  <a:pt x="13" y="215"/>
                  <a:pt x="19" y="196"/>
                </a:cubicBezTo>
                <a:cubicBezTo>
                  <a:pt x="26" y="177"/>
                  <a:pt x="33" y="159"/>
                  <a:pt x="43" y="141"/>
                </a:cubicBezTo>
                <a:cubicBezTo>
                  <a:pt x="52" y="124"/>
                  <a:pt x="62" y="108"/>
                  <a:pt x="74" y="93"/>
                </a:cubicBezTo>
                <a:cubicBezTo>
                  <a:pt x="85" y="78"/>
                  <a:pt x="98" y="65"/>
                  <a:pt x="112" y="54"/>
                </a:cubicBezTo>
                <a:cubicBezTo>
                  <a:pt x="126" y="42"/>
                  <a:pt x="140" y="32"/>
                  <a:pt x="155" y="24"/>
                </a:cubicBezTo>
                <a:cubicBezTo>
                  <a:pt x="171" y="16"/>
                  <a:pt x="186" y="10"/>
                  <a:pt x="203" y="6"/>
                </a:cubicBezTo>
                <a:cubicBezTo>
                  <a:pt x="219" y="2"/>
                  <a:pt x="235" y="0"/>
                  <a:pt x="252" y="0"/>
                </a:cubicBezTo>
                <a:lnTo>
                  <a:pt x="14990" y="0"/>
                </a:lnTo>
                <a:cubicBezTo>
                  <a:pt x="15011" y="0"/>
                  <a:pt x="15031" y="2"/>
                  <a:pt x="15052" y="6"/>
                </a:cubicBezTo>
                <a:cubicBezTo>
                  <a:pt x="15072" y="10"/>
                  <a:pt x="15092" y="16"/>
                  <a:pt x="15111" y="24"/>
                </a:cubicBezTo>
                <a:cubicBezTo>
                  <a:pt x="15131" y="32"/>
                  <a:pt x="15149" y="42"/>
                  <a:pt x="15166" y="54"/>
                </a:cubicBezTo>
                <a:cubicBezTo>
                  <a:pt x="15184" y="65"/>
                  <a:pt x="15200" y="78"/>
                  <a:pt x="15214" y="93"/>
                </a:cubicBezTo>
                <a:cubicBezTo>
                  <a:pt x="15229" y="108"/>
                  <a:pt x="15242" y="124"/>
                  <a:pt x="15254" y="141"/>
                </a:cubicBezTo>
                <a:cubicBezTo>
                  <a:pt x="15265" y="159"/>
                  <a:pt x="15275" y="177"/>
                  <a:pt x="15283" y="196"/>
                </a:cubicBezTo>
                <a:cubicBezTo>
                  <a:pt x="15291" y="215"/>
                  <a:pt x="15297" y="235"/>
                  <a:pt x="15301" y="256"/>
                </a:cubicBezTo>
                <a:cubicBezTo>
                  <a:pt x="15305" y="276"/>
                  <a:pt x="15307" y="297"/>
                  <a:pt x="15307" y="318"/>
                </a:cubicBezTo>
                <a:lnTo>
                  <a:pt x="15307" y="4869"/>
                </a:lnTo>
                <a:lnTo>
                  <a:pt x="0" y="4869"/>
                </a:lnTo>
                <a:close/>
              </a:path>
            </a:pathLst>
          </a:custGeom>
          <a:solidFill>
            <a:srgbClr val="ECF9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2" name=""/>
          <p:cNvSpPr/>
          <p:nvPr/>
        </p:nvSpPr>
        <p:spPr>
          <a:xfrm>
            <a:off x="6162480" y="5105160"/>
            <a:ext cx="114840" cy="2696040"/>
          </a:xfrm>
          <a:custGeom>
            <a:avLst/>
            <a:gdLst/>
            <a:ahLst/>
            <a:rect l="0" t="0" r="r" b="b"/>
            <a:pathLst>
              <a:path w="319" h="7489">
                <a:moveTo>
                  <a:pt x="0" y="0"/>
                </a:moveTo>
                <a:lnTo>
                  <a:pt x="319" y="0"/>
                </a:lnTo>
                <a:lnTo>
                  <a:pt x="319" y="7489"/>
                </a:lnTo>
                <a:lnTo>
                  <a:pt x="0" y="7489"/>
                </a:lnTo>
                <a:lnTo>
                  <a:pt x="0" y="0"/>
                </a:lnTo>
                <a:close/>
              </a:path>
            </a:pathLst>
          </a:custGeom>
          <a:solidFill>
            <a:srgbClr val="13880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3" name=""/>
          <p:cNvSpPr txBox="1"/>
          <p:nvPr/>
        </p:nvSpPr>
        <p:spPr>
          <a:xfrm>
            <a:off x="5663520" y="6717960"/>
            <a:ext cx="32364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/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4" name=""/>
          <p:cNvSpPr txBox="1"/>
          <p:nvPr/>
        </p:nvSpPr>
        <p:spPr>
          <a:xfrm>
            <a:off x="7416000" y="2621880"/>
            <a:ext cx="446400" cy="32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Emoji"/>
                <a:ea typeface="SegoeUIEmoji"/>
              </a:rPr>
              <a:t>🚨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5" name=""/>
          <p:cNvSpPr txBox="1"/>
          <p:nvPr/>
        </p:nvSpPr>
        <p:spPr>
          <a:xfrm>
            <a:off x="7889040" y="2508120"/>
            <a:ext cx="213948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 Critical Alerts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6" name=""/>
          <p:cNvSpPr txBox="1"/>
          <p:nvPr/>
        </p:nvSpPr>
        <p:spPr>
          <a:xfrm>
            <a:off x="6832440" y="2993760"/>
            <a:ext cx="356508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If sentiment drops below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7" name=""/>
          <p:cNvSpPr txBox="1"/>
          <p:nvPr/>
        </p:nvSpPr>
        <p:spPr>
          <a:xfrm>
            <a:off x="6385680" y="3479760"/>
            <a:ext cx="437472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threshold → immediate SMS +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8" name=""/>
          <p:cNvSpPr txBox="1"/>
          <p:nvPr/>
        </p:nvSpPr>
        <p:spPr>
          <a:xfrm>
            <a:off x="6561360" y="3965400"/>
            <a:ext cx="402300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dashboard push notification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9" name=""/>
          <p:cNvSpPr txBox="1"/>
          <p:nvPr/>
        </p:nvSpPr>
        <p:spPr>
          <a:xfrm>
            <a:off x="7178400" y="4451040"/>
            <a:ext cx="295740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to the elected leader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0" name=""/>
          <p:cNvSpPr txBox="1"/>
          <p:nvPr/>
        </p:nvSpPr>
        <p:spPr>
          <a:xfrm>
            <a:off x="7360200" y="5374440"/>
            <a:ext cx="446400" cy="32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Emoji"/>
                <a:ea typeface="SegoeUIEmoji"/>
              </a:rPr>
              <a:t>📈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1" name=""/>
          <p:cNvSpPr txBox="1"/>
          <p:nvPr/>
        </p:nvSpPr>
        <p:spPr>
          <a:xfrm>
            <a:off x="7833600" y="5260680"/>
            <a:ext cx="231624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 Trend Analysis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2" name=""/>
          <p:cNvSpPr txBox="1"/>
          <p:nvPr/>
        </p:nvSpPr>
        <p:spPr>
          <a:xfrm>
            <a:off x="6529680" y="5746680"/>
            <a:ext cx="408636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7-day and 30-day trends per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3" name=""/>
          <p:cNvSpPr txBox="1"/>
          <p:nvPr/>
        </p:nvSpPr>
        <p:spPr>
          <a:xfrm>
            <a:off x="6951600" y="6232320"/>
            <a:ext cx="332640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ward. Identify recurring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4" name=""/>
          <p:cNvSpPr txBox="1"/>
          <p:nvPr/>
        </p:nvSpPr>
        <p:spPr>
          <a:xfrm>
            <a:off x="6461280" y="6717960"/>
            <a:ext cx="32364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h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5" name=""/>
          <p:cNvSpPr txBox="1"/>
          <p:nvPr/>
        </p:nvSpPr>
        <p:spPr>
          <a:xfrm>
            <a:off x="6891480" y="6717960"/>
            <a:ext cx="32364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t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6" name=""/>
          <p:cNvSpPr txBox="1"/>
          <p:nvPr/>
        </p:nvSpPr>
        <p:spPr>
          <a:xfrm>
            <a:off x="7633080" y="6717960"/>
            <a:ext cx="32364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t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7" name=""/>
          <p:cNvSpPr txBox="1"/>
          <p:nvPr/>
        </p:nvSpPr>
        <p:spPr>
          <a:xfrm>
            <a:off x="8054640" y="6717960"/>
            <a:ext cx="38196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b f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8" name=""/>
          <p:cNvSpPr txBox="1"/>
          <p:nvPr/>
        </p:nvSpPr>
        <p:spPr>
          <a:xfrm>
            <a:off x="9276120" y="6717960"/>
            <a:ext cx="32364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th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9" name=""/>
          <p:cNvSpPr/>
          <p:nvPr/>
        </p:nvSpPr>
        <p:spPr>
          <a:xfrm>
            <a:off x="11005920" y="6431400"/>
            <a:ext cx="852840" cy="426600"/>
          </a:xfrm>
          <a:custGeom>
            <a:avLst/>
            <a:gdLst/>
            <a:ahLst/>
            <a:rect l="0" t="0" r="r" b="b"/>
            <a:pathLst>
              <a:path w="2369" h="1185">
                <a:moveTo>
                  <a:pt x="0" y="1185"/>
                </a:moveTo>
                <a:lnTo>
                  <a:pt x="1184" y="0"/>
                </a:lnTo>
                <a:lnTo>
                  <a:pt x="2369" y="1185"/>
                </a:lnTo>
                <a:lnTo>
                  <a:pt x="0" y="1185"/>
                </a:ln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0" name=""/>
          <p:cNvSpPr/>
          <p:nvPr/>
        </p:nvSpPr>
        <p:spPr>
          <a:xfrm>
            <a:off x="10858320" y="6747120"/>
            <a:ext cx="111240" cy="110880"/>
          </a:xfrm>
          <a:custGeom>
            <a:avLst/>
            <a:gdLst/>
            <a:ahLst/>
            <a:rect l="0" t="0" r="r" b="b"/>
            <a:pathLst>
              <a:path w="309" h="308">
                <a:moveTo>
                  <a:pt x="0" y="0"/>
                </a:moveTo>
                <a:lnTo>
                  <a:pt x="309" y="308"/>
                </a:lnTo>
                <a:lnTo>
                  <a:pt x="0" y="30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1" name=""/>
          <p:cNvSpPr/>
          <p:nvPr/>
        </p:nvSpPr>
        <p:spPr>
          <a:xfrm>
            <a:off x="10858320" y="6579720"/>
            <a:ext cx="277920" cy="278280"/>
          </a:xfrm>
          <a:custGeom>
            <a:avLst/>
            <a:gdLst/>
            <a:ahLst/>
            <a:rect l="0" t="0" r="r" b="b"/>
            <a:pathLst>
              <a:path w="772" h="773">
                <a:moveTo>
                  <a:pt x="309" y="773"/>
                </a:moveTo>
                <a:lnTo>
                  <a:pt x="0" y="465"/>
                </a:lnTo>
                <a:lnTo>
                  <a:pt x="0" y="359"/>
                </a:lnTo>
                <a:lnTo>
                  <a:pt x="360" y="0"/>
                </a:lnTo>
                <a:lnTo>
                  <a:pt x="772" y="412"/>
                </a:lnTo>
                <a:lnTo>
                  <a:pt x="411" y="773"/>
                </a:lnTo>
                <a:lnTo>
                  <a:pt x="309" y="77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2" name=""/>
          <p:cNvSpPr/>
          <p:nvPr/>
        </p:nvSpPr>
        <p:spPr>
          <a:xfrm>
            <a:off x="10858320" y="6450480"/>
            <a:ext cx="129600" cy="258840"/>
          </a:xfrm>
          <a:custGeom>
            <a:avLst/>
            <a:gdLst/>
            <a:ahLst/>
            <a:rect l="0" t="0" r="r" b="b"/>
            <a:pathLst>
              <a:path w="360" h="719">
                <a:moveTo>
                  <a:pt x="0" y="0"/>
                </a:moveTo>
                <a:lnTo>
                  <a:pt x="360" y="359"/>
                </a:lnTo>
                <a:lnTo>
                  <a:pt x="0" y="71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3" name=""/>
          <p:cNvSpPr/>
          <p:nvPr/>
        </p:nvSpPr>
        <p:spPr>
          <a:xfrm>
            <a:off x="10987560" y="6431400"/>
            <a:ext cx="296640" cy="297000"/>
          </a:xfrm>
          <a:custGeom>
            <a:avLst/>
            <a:gdLst/>
            <a:ahLst/>
            <a:rect l="0" t="0" r="r" b="b"/>
            <a:pathLst>
              <a:path w="824" h="825">
                <a:moveTo>
                  <a:pt x="413" y="825"/>
                </a:moveTo>
                <a:lnTo>
                  <a:pt x="0" y="412"/>
                </a:lnTo>
                <a:lnTo>
                  <a:pt x="413" y="0"/>
                </a:lnTo>
                <a:lnTo>
                  <a:pt x="824" y="412"/>
                </a:lnTo>
                <a:lnTo>
                  <a:pt x="413" y="8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4" name=""/>
          <p:cNvSpPr/>
          <p:nvPr/>
        </p:nvSpPr>
        <p:spPr>
          <a:xfrm>
            <a:off x="11135880" y="6283440"/>
            <a:ext cx="296640" cy="296640"/>
          </a:xfrm>
          <a:custGeom>
            <a:avLst/>
            <a:gdLst/>
            <a:ahLst/>
            <a:rect l="0" t="0" r="r" b="b"/>
            <a:pathLst>
              <a:path w="824" h="824">
                <a:moveTo>
                  <a:pt x="411" y="824"/>
                </a:moveTo>
                <a:lnTo>
                  <a:pt x="0" y="412"/>
                </a:lnTo>
                <a:lnTo>
                  <a:pt x="411" y="0"/>
                </a:lnTo>
                <a:lnTo>
                  <a:pt x="824" y="412"/>
                </a:lnTo>
                <a:lnTo>
                  <a:pt x="411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5" name=""/>
          <p:cNvSpPr/>
          <p:nvPr/>
        </p:nvSpPr>
        <p:spPr>
          <a:xfrm>
            <a:off x="10858320" y="6283440"/>
            <a:ext cx="277920" cy="296640"/>
          </a:xfrm>
          <a:custGeom>
            <a:avLst/>
            <a:gdLst/>
            <a:ahLst/>
            <a:rect l="0" t="0" r="r" b="b"/>
            <a:pathLst>
              <a:path w="772" h="824">
                <a:moveTo>
                  <a:pt x="360" y="824"/>
                </a:moveTo>
                <a:lnTo>
                  <a:pt x="0" y="465"/>
                </a:lnTo>
                <a:lnTo>
                  <a:pt x="0" y="360"/>
                </a:lnTo>
                <a:lnTo>
                  <a:pt x="360" y="0"/>
                </a:lnTo>
                <a:lnTo>
                  <a:pt x="772" y="412"/>
                </a:lnTo>
                <a:lnTo>
                  <a:pt x="360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6" name=""/>
          <p:cNvSpPr/>
          <p:nvPr/>
        </p:nvSpPr>
        <p:spPr>
          <a:xfrm>
            <a:off x="10987560" y="6135120"/>
            <a:ext cx="296640" cy="296640"/>
          </a:xfrm>
          <a:custGeom>
            <a:avLst/>
            <a:gdLst/>
            <a:ahLst/>
            <a:rect l="0" t="0" r="r" b="b"/>
            <a:pathLst>
              <a:path w="824" h="824">
                <a:moveTo>
                  <a:pt x="413" y="824"/>
                </a:moveTo>
                <a:lnTo>
                  <a:pt x="0" y="412"/>
                </a:lnTo>
                <a:lnTo>
                  <a:pt x="413" y="0"/>
                </a:lnTo>
                <a:lnTo>
                  <a:pt x="824" y="412"/>
                </a:lnTo>
                <a:lnTo>
                  <a:pt x="413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7" name=""/>
          <p:cNvSpPr/>
          <p:nvPr/>
        </p:nvSpPr>
        <p:spPr>
          <a:xfrm>
            <a:off x="10858320" y="5857560"/>
            <a:ext cx="277920" cy="555480"/>
          </a:xfrm>
          <a:custGeom>
            <a:avLst/>
            <a:gdLst/>
            <a:ahLst/>
            <a:rect l="0" t="0" r="r" b="b"/>
            <a:pathLst>
              <a:path w="772" h="1543">
                <a:moveTo>
                  <a:pt x="0" y="0"/>
                </a:moveTo>
                <a:lnTo>
                  <a:pt x="772" y="771"/>
                </a:lnTo>
                <a:lnTo>
                  <a:pt x="0" y="154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8" name=""/>
          <p:cNvSpPr/>
          <p:nvPr/>
        </p:nvSpPr>
        <p:spPr>
          <a:xfrm>
            <a:off x="11432160" y="5838480"/>
            <a:ext cx="759960" cy="1019520"/>
          </a:xfrm>
          <a:custGeom>
            <a:avLst/>
            <a:gdLst/>
            <a:ahLst/>
            <a:rect l="0" t="0" r="r" b="b"/>
            <a:pathLst>
              <a:path w="2111" h="2832">
                <a:moveTo>
                  <a:pt x="1185" y="2832"/>
                </a:moveTo>
                <a:lnTo>
                  <a:pt x="0" y="1647"/>
                </a:lnTo>
                <a:lnTo>
                  <a:pt x="1648" y="0"/>
                </a:lnTo>
                <a:lnTo>
                  <a:pt x="2111" y="463"/>
                </a:lnTo>
                <a:lnTo>
                  <a:pt x="2111" y="2832"/>
                </a:lnTo>
                <a:lnTo>
                  <a:pt x="1185" y="2832"/>
                </a:ln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9" name=""/>
          <p:cNvSpPr/>
          <p:nvPr/>
        </p:nvSpPr>
        <p:spPr>
          <a:xfrm>
            <a:off x="12025080" y="5671800"/>
            <a:ext cx="167040" cy="333720"/>
          </a:xfrm>
          <a:custGeom>
            <a:avLst/>
            <a:gdLst/>
            <a:ahLst/>
            <a:rect l="0" t="0" r="r" b="b"/>
            <a:pathLst>
              <a:path w="464" h="927">
                <a:moveTo>
                  <a:pt x="464" y="927"/>
                </a:moveTo>
                <a:lnTo>
                  <a:pt x="0" y="464"/>
                </a:lnTo>
                <a:lnTo>
                  <a:pt x="464" y="0"/>
                </a:lnTo>
                <a:lnTo>
                  <a:pt x="464" y="927"/>
                </a:ln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0" name=""/>
          <p:cNvSpPr/>
          <p:nvPr/>
        </p:nvSpPr>
        <p:spPr>
          <a:xfrm>
            <a:off x="11283840" y="6135120"/>
            <a:ext cx="297000" cy="296640"/>
          </a:xfrm>
          <a:custGeom>
            <a:avLst/>
            <a:gdLst/>
            <a:ahLst/>
            <a:rect l="0" t="0" r="r" b="b"/>
            <a:pathLst>
              <a:path w="825" h="824">
                <a:moveTo>
                  <a:pt x="413" y="824"/>
                </a:moveTo>
                <a:lnTo>
                  <a:pt x="0" y="412"/>
                </a:lnTo>
                <a:lnTo>
                  <a:pt x="413" y="0"/>
                </a:lnTo>
                <a:lnTo>
                  <a:pt x="825" y="412"/>
                </a:lnTo>
                <a:lnTo>
                  <a:pt x="413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1" name=""/>
          <p:cNvSpPr/>
          <p:nvPr/>
        </p:nvSpPr>
        <p:spPr>
          <a:xfrm>
            <a:off x="11432160" y="5986800"/>
            <a:ext cx="297000" cy="297000"/>
          </a:xfrm>
          <a:custGeom>
            <a:avLst/>
            <a:gdLst/>
            <a:ahLst/>
            <a:rect l="0" t="0" r="r" b="b"/>
            <a:pathLst>
              <a:path w="825" h="825">
                <a:moveTo>
                  <a:pt x="412" y="825"/>
                </a:moveTo>
                <a:lnTo>
                  <a:pt x="0" y="413"/>
                </a:lnTo>
                <a:lnTo>
                  <a:pt x="412" y="0"/>
                </a:lnTo>
                <a:lnTo>
                  <a:pt x="825" y="413"/>
                </a:lnTo>
                <a:lnTo>
                  <a:pt x="412" y="8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2" name=""/>
          <p:cNvSpPr/>
          <p:nvPr/>
        </p:nvSpPr>
        <p:spPr>
          <a:xfrm>
            <a:off x="11135880" y="5986800"/>
            <a:ext cx="296640" cy="297000"/>
          </a:xfrm>
          <a:custGeom>
            <a:avLst/>
            <a:gdLst/>
            <a:ahLst/>
            <a:rect l="0" t="0" r="r" b="b"/>
            <a:pathLst>
              <a:path w="824" h="825">
                <a:moveTo>
                  <a:pt x="411" y="825"/>
                </a:moveTo>
                <a:lnTo>
                  <a:pt x="0" y="413"/>
                </a:lnTo>
                <a:lnTo>
                  <a:pt x="411" y="0"/>
                </a:lnTo>
                <a:lnTo>
                  <a:pt x="824" y="413"/>
                </a:lnTo>
                <a:lnTo>
                  <a:pt x="411" y="8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3" name=""/>
          <p:cNvSpPr/>
          <p:nvPr/>
        </p:nvSpPr>
        <p:spPr>
          <a:xfrm>
            <a:off x="11283840" y="5838480"/>
            <a:ext cx="297000" cy="297000"/>
          </a:xfrm>
          <a:custGeom>
            <a:avLst/>
            <a:gdLst/>
            <a:ahLst/>
            <a:rect l="0" t="0" r="r" b="b"/>
            <a:pathLst>
              <a:path w="825" h="825">
                <a:moveTo>
                  <a:pt x="413" y="825"/>
                </a:moveTo>
                <a:lnTo>
                  <a:pt x="0" y="412"/>
                </a:lnTo>
                <a:lnTo>
                  <a:pt x="413" y="0"/>
                </a:lnTo>
                <a:lnTo>
                  <a:pt x="825" y="412"/>
                </a:lnTo>
                <a:lnTo>
                  <a:pt x="413" y="8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4" name=""/>
          <p:cNvSpPr/>
          <p:nvPr/>
        </p:nvSpPr>
        <p:spPr>
          <a:xfrm>
            <a:off x="11580480" y="5838480"/>
            <a:ext cx="296640" cy="297000"/>
          </a:xfrm>
          <a:custGeom>
            <a:avLst/>
            <a:gdLst/>
            <a:ahLst/>
            <a:rect l="0" t="0" r="r" b="b"/>
            <a:pathLst>
              <a:path w="824" h="825">
                <a:moveTo>
                  <a:pt x="413" y="825"/>
                </a:moveTo>
                <a:lnTo>
                  <a:pt x="0" y="412"/>
                </a:lnTo>
                <a:lnTo>
                  <a:pt x="413" y="0"/>
                </a:lnTo>
                <a:lnTo>
                  <a:pt x="824" y="412"/>
                </a:lnTo>
                <a:lnTo>
                  <a:pt x="413" y="8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5" name=""/>
          <p:cNvSpPr/>
          <p:nvPr/>
        </p:nvSpPr>
        <p:spPr>
          <a:xfrm>
            <a:off x="11728800" y="5690520"/>
            <a:ext cx="296640" cy="296640"/>
          </a:xfrm>
          <a:custGeom>
            <a:avLst/>
            <a:gdLst/>
            <a:ahLst/>
            <a:rect l="0" t="0" r="r" b="b"/>
            <a:pathLst>
              <a:path w="824" h="824">
                <a:moveTo>
                  <a:pt x="411" y="824"/>
                </a:moveTo>
                <a:lnTo>
                  <a:pt x="0" y="412"/>
                </a:lnTo>
                <a:lnTo>
                  <a:pt x="411" y="0"/>
                </a:lnTo>
                <a:lnTo>
                  <a:pt x="824" y="412"/>
                </a:lnTo>
                <a:lnTo>
                  <a:pt x="411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6" name=""/>
          <p:cNvSpPr/>
          <p:nvPr/>
        </p:nvSpPr>
        <p:spPr>
          <a:xfrm>
            <a:off x="11432160" y="5690520"/>
            <a:ext cx="297000" cy="296640"/>
          </a:xfrm>
          <a:custGeom>
            <a:avLst/>
            <a:gdLst/>
            <a:ahLst/>
            <a:rect l="0" t="0" r="r" b="b"/>
            <a:pathLst>
              <a:path w="825" h="824">
                <a:moveTo>
                  <a:pt x="412" y="824"/>
                </a:moveTo>
                <a:lnTo>
                  <a:pt x="0" y="412"/>
                </a:lnTo>
                <a:lnTo>
                  <a:pt x="412" y="0"/>
                </a:lnTo>
                <a:lnTo>
                  <a:pt x="825" y="412"/>
                </a:lnTo>
                <a:lnTo>
                  <a:pt x="412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7" name=""/>
          <p:cNvSpPr/>
          <p:nvPr/>
        </p:nvSpPr>
        <p:spPr>
          <a:xfrm>
            <a:off x="11580480" y="5542200"/>
            <a:ext cx="296640" cy="296640"/>
          </a:xfrm>
          <a:custGeom>
            <a:avLst/>
            <a:gdLst/>
            <a:ahLst/>
            <a:rect l="0" t="0" r="r" b="b"/>
            <a:pathLst>
              <a:path w="824" h="824">
                <a:moveTo>
                  <a:pt x="413" y="824"/>
                </a:moveTo>
                <a:lnTo>
                  <a:pt x="0" y="412"/>
                </a:lnTo>
                <a:lnTo>
                  <a:pt x="413" y="0"/>
                </a:lnTo>
                <a:lnTo>
                  <a:pt x="824" y="412"/>
                </a:lnTo>
                <a:lnTo>
                  <a:pt x="413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8" name=""/>
          <p:cNvSpPr/>
          <p:nvPr/>
        </p:nvSpPr>
        <p:spPr>
          <a:xfrm>
            <a:off x="10858320" y="5542200"/>
            <a:ext cx="574200" cy="593280"/>
          </a:xfrm>
          <a:custGeom>
            <a:avLst/>
            <a:gdLst/>
            <a:ahLst/>
            <a:rect l="0" t="0" r="r" b="b"/>
            <a:pathLst>
              <a:path w="1595" h="1648">
                <a:moveTo>
                  <a:pt x="771" y="1648"/>
                </a:moveTo>
                <a:lnTo>
                  <a:pt x="0" y="877"/>
                </a:lnTo>
                <a:lnTo>
                  <a:pt x="0" y="772"/>
                </a:lnTo>
                <a:lnTo>
                  <a:pt x="771" y="0"/>
                </a:lnTo>
                <a:lnTo>
                  <a:pt x="1595" y="824"/>
                </a:lnTo>
                <a:lnTo>
                  <a:pt x="771" y="164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9" name=""/>
          <p:cNvSpPr/>
          <p:nvPr/>
        </p:nvSpPr>
        <p:spPr>
          <a:xfrm>
            <a:off x="11135880" y="5524200"/>
            <a:ext cx="593280" cy="314640"/>
          </a:xfrm>
          <a:custGeom>
            <a:avLst/>
            <a:gdLst/>
            <a:ahLst/>
            <a:rect l="0" t="0" r="r" b="b"/>
            <a:pathLst>
              <a:path w="1648" h="874">
                <a:moveTo>
                  <a:pt x="823" y="874"/>
                </a:moveTo>
                <a:lnTo>
                  <a:pt x="0" y="50"/>
                </a:lnTo>
                <a:lnTo>
                  <a:pt x="49" y="0"/>
                </a:lnTo>
                <a:lnTo>
                  <a:pt x="1598" y="0"/>
                </a:lnTo>
                <a:lnTo>
                  <a:pt x="1648" y="50"/>
                </a:lnTo>
                <a:lnTo>
                  <a:pt x="823" y="87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0" name=""/>
          <p:cNvSpPr/>
          <p:nvPr/>
        </p:nvSpPr>
        <p:spPr>
          <a:xfrm>
            <a:off x="11876760" y="5542200"/>
            <a:ext cx="297000" cy="296640"/>
          </a:xfrm>
          <a:custGeom>
            <a:avLst/>
            <a:gdLst/>
            <a:ahLst/>
            <a:rect l="0" t="0" r="r" b="b"/>
            <a:pathLst>
              <a:path w="825" h="824">
                <a:moveTo>
                  <a:pt x="413" y="824"/>
                </a:moveTo>
                <a:lnTo>
                  <a:pt x="0" y="412"/>
                </a:lnTo>
                <a:lnTo>
                  <a:pt x="413" y="0"/>
                </a:lnTo>
                <a:lnTo>
                  <a:pt x="825" y="412"/>
                </a:lnTo>
                <a:lnTo>
                  <a:pt x="413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1" name=""/>
          <p:cNvSpPr/>
          <p:nvPr/>
        </p:nvSpPr>
        <p:spPr>
          <a:xfrm>
            <a:off x="12025080" y="5524200"/>
            <a:ext cx="167040" cy="166680"/>
          </a:xfrm>
          <a:custGeom>
            <a:avLst/>
            <a:gdLst/>
            <a:ahLst/>
            <a:rect l="0" t="0" r="r" b="b"/>
            <a:pathLst>
              <a:path w="464" h="463">
                <a:moveTo>
                  <a:pt x="413" y="463"/>
                </a:moveTo>
                <a:lnTo>
                  <a:pt x="0" y="50"/>
                </a:lnTo>
                <a:lnTo>
                  <a:pt x="50" y="0"/>
                </a:lnTo>
                <a:lnTo>
                  <a:pt x="464" y="0"/>
                </a:lnTo>
                <a:lnTo>
                  <a:pt x="464" y="411"/>
                </a:lnTo>
                <a:lnTo>
                  <a:pt x="413" y="46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2" name=""/>
          <p:cNvSpPr/>
          <p:nvPr/>
        </p:nvSpPr>
        <p:spPr>
          <a:xfrm>
            <a:off x="11728800" y="5524200"/>
            <a:ext cx="296640" cy="166680"/>
          </a:xfrm>
          <a:custGeom>
            <a:avLst/>
            <a:gdLst/>
            <a:ahLst/>
            <a:rect l="0" t="0" r="r" b="b"/>
            <a:pathLst>
              <a:path w="824" h="463">
                <a:moveTo>
                  <a:pt x="411" y="463"/>
                </a:moveTo>
                <a:lnTo>
                  <a:pt x="0" y="50"/>
                </a:lnTo>
                <a:lnTo>
                  <a:pt x="49" y="0"/>
                </a:lnTo>
                <a:lnTo>
                  <a:pt x="775" y="0"/>
                </a:lnTo>
                <a:lnTo>
                  <a:pt x="824" y="50"/>
                </a:lnTo>
                <a:lnTo>
                  <a:pt x="411" y="46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3" name=""/>
          <p:cNvSpPr/>
          <p:nvPr/>
        </p:nvSpPr>
        <p:spPr>
          <a:xfrm>
            <a:off x="12007440" y="5524200"/>
            <a:ext cx="36000" cy="18360"/>
          </a:xfrm>
          <a:custGeom>
            <a:avLst/>
            <a:gdLst/>
            <a:ahLst/>
            <a:rect l="0" t="0" r="r" b="b"/>
            <a:pathLst>
              <a:path w="100" h="51">
                <a:moveTo>
                  <a:pt x="49" y="51"/>
                </a:moveTo>
                <a:lnTo>
                  <a:pt x="0" y="0"/>
                </a:lnTo>
                <a:lnTo>
                  <a:pt x="100" y="0"/>
                </a:lnTo>
                <a:lnTo>
                  <a:pt x="49" y="5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4" name=""/>
          <p:cNvSpPr/>
          <p:nvPr/>
        </p:nvSpPr>
        <p:spPr>
          <a:xfrm>
            <a:off x="11710800" y="5524200"/>
            <a:ext cx="36000" cy="18360"/>
          </a:xfrm>
          <a:custGeom>
            <a:avLst/>
            <a:gdLst/>
            <a:ahLst/>
            <a:rect l="0" t="0" r="r" b="b"/>
            <a:pathLst>
              <a:path w="100" h="51">
                <a:moveTo>
                  <a:pt x="50" y="51"/>
                </a:moveTo>
                <a:lnTo>
                  <a:pt x="0" y="0"/>
                </a:lnTo>
                <a:lnTo>
                  <a:pt x="100" y="0"/>
                </a:lnTo>
                <a:lnTo>
                  <a:pt x="50" y="5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5" name=""/>
          <p:cNvSpPr/>
          <p:nvPr/>
        </p:nvSpPr>
        <p:spPr>
          <a:xfrm>
            <a:off x="10858320" y="5524200"/>
            <a:ext cx="295560" cy="295920"/>
          </a:xfrm>
          <a:custGeom>
            <a:avLst/>
            <a:gdLst/>
            <a:ahLst/>
            <a:rect l="0" t="0" r="r" b="b"/>
            <a:pathLst>
              <a:path w="821" h="822">
                <a:moveTo>
                  <a:pt x="0" y="0"/>
                </a:moveTo>
                <a:lnTo>
                  <a:pt x="821" y="0"/>
                </a:lnTo>
                <a:lnTo>
                  <a:pt x="0" y="82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6" name=""/>
          <p:cNvSpPr/>
          <p:nvPr/>
        </p:nvSpPr>
        <p:spPr>
          <a:xfrm>
            <a:off x="11561040" y="6266520"/>
            <a:ext cx="375120" cy="299160"/>
          </a:xfrm>
          <a:custGeom>
            <a:avLst/>
            <a:gdLst/>
            <a:ahLst/>
            <a:rect l="0" t="0" r="r" b="b"/>
            <a:pathLst>
              <a:path w="1042" h="831">
                <a:moveTo>
                  <a:pt x="0" y="0"/>
                </a:moveTo>
                <a:lnTo>
                  <a:pt x="1042" y="0"/>
                </a:lnTo>
                <a:lnTo>
                  <a:pt x="1042" y="831"/>
                </a:lnTo>
                <a:lnTo>
                  <a:pt x="0" y="831"/>
                </a:lnTo>
                <a:lnTo>
                  <a:pt x="0" y="0"/>
                </a:lnTo>
                <a:close/>
              </a:path>
            </a:pathLst>
          </a:custGeom>
          <a:solidFill>
            <a:srgbClr val="FDFC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7" name=""/>
          <p:cNvSpPr txBox="1"/>
          <p:nvPr/>
        </p:nvSpPr>
        <p:spPr>
          <a:xfrm>
            <a:off x="10126800" y="6717960"/>
            <a:ext cx="32364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b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8" name=""/>
          <p:cNvSpPr txBox="1"/>
          <p:nvPr/>
        </p:nvSpPr>
        <p:spPr>
          <a:xfrm>
            <a:off x="11602800" y="6249240"/>
            <a:ext cx="30996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SegoeUI"/>
                <a:ea typeface="SegoeUI"/>
              </a:rPr>
              <a:t>1 0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9" name=""/>
          <p:cNvSpPr txBox="1"/>
          <p:nvPr/>
        </p:nvSpPr>
        <p:spPr>
          <a:xfrm>
            <a:off x="11602800" y="6249240"/>
            <a:ext cx="30996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202228"/>
                </a:solidFill>
                <a:effectLst/>
                <a:uFillTx/>
                <a:latin typeface="SegoeUI"/>
                <a:ea typeface="SegoeUI"/>
              </a:rPr>
              <a:t>1 0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3" name=""/>
          <p:cNvSpPr/>
          <p:nvPr/>
        </p:nvSpPr>
        <p:spPr>
          <a:xfrm>
            <a:off x="0" y="0"/>
            <a:ext cx="12192120" cy="76320"/>
          </a:xfrm>
          <a:custGeom>
            <a:avLst/>
            <a:gdLst/>
            <a:ahLst/>
            <a:rect l="0" t="0" r="r" b="b"/>
            <a:pathLst>
              <a:path w="33867" h="212">
                <a:moveTo>
                  <a:pt x="0" y="0"/>
                </a:moveTo>
                <a:lnTo>
                  <a:pt x="33867" y="0"/>
                </a:lnTo>
                <a:lnTo>
                  <a:pt x="33867" y="212"/>
                </a:lnTo>
                <a:lnTo>
                  <a:pt x="0" y="212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4" name=""/>
          <p:cNvSpPr/>
          <p:nvPr/>
        </p:nvSpPr>
        <p:spPr>
          <a:xfrm>
            <a:off x="495000" y="1276200"/>
            <a:ext cx="11201760" cy="28800"/>
          </a:xfrm>
          <a:custGeom>
            <a:avLst/>
            <a:gdLst/>
            <a:ahLst/>
            <a:rect l="0" t="0" r="r" b="b"/>
            <a:pathLst>
              <a:path w="31116" h="80">
                <a:moveTo>
                  <a:pt x="0" y="0"/>
                </a:moveTo>
                <a:lnTo>
                  <a:pt x="31116" y="0"/>
                </a:lnTo>
                <a:lnTo>
                  <a:pt x="31116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5" name=""/>
          <p:cNvSpPr/>
          <p:nvPr/>
        </p:nvSpPr>
        <p:spPr>
          <a:xfrm>
            <a:off x="518760" y="1552320"/>
            <a:ext cx="5510880" cy="4781880"/>
          </a:xfrm>
          <a:custGeom>
            <a:avLst/>
            <a:gdLst/>
            <a:ahLst/>
            <a:rect l="0" t="0" r="r" b="b"/>
            <a:pathLst>
              <a:path w="15308" h="13283">
                <a:moveTo>
                  <a:pt x="0" y="12966"/>
                </a:moveTo>
                <a:lnTo>
                  <a:pt x="0" y="318"/>
                </a:lnTo>
                <a:cubicBezTo>
                  <a:pt x="0" y="297"/>
                  <a:pt x="2" y="276"/>
                  <a:pt x="5" y="256"/>
                </a:cubicBezTo>
                <a:cubicBezTo>
                  <a:pt x="9" y="235"/>
                  <a:pt x="13" y="215"/>
                  <a:pt x="20" y="196"/>
                </a:cubicBezTo>
                <a:cubicBezTo>
                  <a:pt x="26" y="177"/>
                  <a:pt x="34" y="159"/>
                  <a:pt x="43" y="141"/>
                </a:cubicBezTo>
                <a:cubicBezTo>
                  <a:pt x="52" y="124"/>
                  <a:pt x="62" y="108"/>
                  <a:pt x="74" y="93"/>
                </a:cubicBezTo>
                <a:cubicBezTo>
                  <a:pt x="86" y="78"/>
                  <a:pt x="98" y="65"/>
                  <a:pt x="112" y="54"/>
                </a:cubicBezTo>
                <a:cubicBezTo>
                  <a:pt x="126" y="42"/>
                  <a:pt x="140" y="32"/>
                  <a:pt x="156" y="24"/>
                </a:cubicBezTo>
                <a:cubicBezTo>
                  <a:pt x="171" y="16"/>
                  <a:pt x="187" y="10"/>
                  <a:pt x="203" y="6"/>
                </a:cubicBezTo>
                <a:cubicBezTo>
                  <a:pt x="219" y="2"/>
                  <a:pt x="235" y="0"/>
                  <a:pt x="252" y="0"/>
                </a:cubicBezTo>
                <a:lnTo>
                  <a:pt x="14990" y="0"/>
                </a:lnTo>
                <a:cubicBezTo>
                  <a:pt x="15011" y="0"/>
                  <a:pt x="15032" y="2"/>
                  <a:pt x="15052" y="6"/>
                </a:cubicBezTo>
                <a:cubicBezTo>
                  <a:pt x="15073" y="10"/>
                  <a:pt x="15092" y="16"/>
                  <a:pt x="15112" y="24"/>
                </a:cubicBezTo>
                <a:cubicBezTo>
                  <a:pt x="15131" y="32"/>
                  <a:pt x="15149" y="42"/>
                  <a:pt x="15167" y="54"/>
                </a:cubicBezTo>
                <a:cubicBezTo>
                  <a:pt x="15184" y="65"/>
                  <a:pt x="15200" y="78"/>
                  <a:pt x="15215" y="93"/>
                </a:cubicBezTo>
                <a:cubicBezTo>
                  <a:pt x="15229" y="108"/>
                  <a:pt x="15243" y="124"/>
                  <a:pt x="15254" y="141"/>
                </a:cubicBezTo>
                <a:cubicBezTo>
                  <a:pt x="15266" y="159"/>
                  <a:pt x="15275" y="177"/>
                  <a:pt x="15283" y="196"/>
                </a:cubicBezTo>
                <a:cubicBezTo>
                  <a:pt x="15291" y="215"/>
                  <a:pt x="15297" y="235"/>
                  <a:pt x="15302" y="256"/>
                </a:cubicBezTo>
                <a:cubicBezTo>
                  <a:pt x="15306" y="276"/>
                  <a:pt x="15308" y="297"/>
                  <a:pt x="15308" y="318"/>
                </a:cubicBezTo>
                <a:lnTo>
                  <a:pt x="15308" y="12966"/>
                </a:lnTo>
                <a:cubicBezTo>
                  <a:pt x="15308" y="12987"/>
                  <a:pt x="15306" y="13007"/>
                  <a:pt x="15302" y="13028"/>
                </a:cubicBezTo>
                <a:cubicBezTo>
                  <a:pt x="15297" y="13048"/>
                  <a:pt x="15291" y="13068"/>
                  <a:pt x="15283" y="13087"/>
                </a:cubicBezTo>
                <a:cubicBezTo>
                  <a:pt x="15275" y="13107"/>
                  <a:pt x="15266" y="13125"/>
                  <a:pt x="15254" y="13142"/>
                </a:cubicBezTo>
                <a:cubicBezTo>
                  <a:pt x="15243" y="13160"/>
                  <a:pt x="15229" y="13176"/>
                  <a:pt x="15215" y="13190"/>
                </a:cubicBezTo>
                <a:cubicBezTo>
                  <a:pt x="15200" y="13205"/>
                  <a:pt x="15184" y="13218"/>
                  <a:pt x="15167" y="13230"/>
                </a:cubicBezTo>
                <a:cubicBezTo>
                  <a:pt x="15149" y="13241"/>
                  <a:pt x="15131" y="13251"/>
                  <a:pt x="15112" y="13259"/>
                </a:cubicBezTo>
                <a:cubicBezTo>
                  <a:pt x="15092" y="13267"/>
                  <a:pt x="15073" y="13273"/>
                  <a:pt x="15052" y="13277"/>
                </a:cubicBezTo>
                <a:cubicBezTo>
                  <a:pt x="15032" y="13281"/>
                  <a:pt x="15011" y="13283"/>
                  <a:pt x="14990" y="13283"/>
                </a:cubicBezTo>
                <a:lnTo>
                  <a:pt x="252" y="13283"/>
                </a:lnTo>
                <a:cubicBezTo>
                  <a:pt x="235" y="13283"/>
                  <a:pt x="219" y="13281"/>
                  <a:pt x="203" y="13277"/>
                </a:cubicBezTo>
                <a:cubicBezTo>
                  <a:pt x="187" y="13273"/>
                  <a:pt x="171" y="13267"/>
                  <a:pt x="156" y="13259"/>
                </a:cubicBezTo>
                <a:cubicBezTo>
                  <a:pt x="140" y="13251"/>
                  <a:pt x="126" y="13241"/>
                  <a:pt x="112" y="13230"/>
                </a:cubicBezTo>
                <a:cubicBezTo>
                  <a:pt x="98" y="13218"/>
                  <a:pt x="86" y="13205"/>
                  <a:pt x="74" y="13190"/>
                </a:cubicBezTo>
                <a:cubicBezTo>
                  <a:pt x="62" y="13176"/>
                  <a:pt x="52" y="13160"/>
                  <a:pt x="43" y="13142"/>
                </a:cubicBezTo>
                <a:cubicBezTo>
                  <a:pt x="34" y="13125"/>
                  <a:pt x="26" y="13107"/>
                  <a:pt x="20" y="13087"/>
                </a:cubicBezTo>
                <a:cubicBezTo>
                  <a:pt x="13" y="13068"/>
                  <a:pt x="9" y="13048"/>
                  <a:pt x="5" y="13028"/>
                </a:cubicBezTo>
                <a:cubicBezTo>
                  <a:pt x="2" y="13007"/>
                  <a:pt x="0" y="12987"/>
                  <a:pt x="0" y="12966"/>
                </a:cubicBezTo>
                <a:close/>
              </a:path>
            </a:pathLst>
          </a:custGeom>
          <a:solidFill>
            <a:srgbClr val="FFF7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6" name=""/>
          <p:cNvSpPr/>
          <p:nvPr/>
        </p:nvSpPr>
        <p:spPr>
          <a:xfrm>
            <a:off x="495000" y="1552320"/>
            <a:ext cx="114840" cy="4781880"/>
          </a:xfrm>
          <a:custGeom>
            <a:avLst/>
            <a:gdLst/>
            <a:ahLst/>
            <a:rect l="0" t="0" r="r" b="b"/>
            <a:pathLst>
              <a:path w="319" h="13283">
                <a:moveTo>
                  <a:pt x="0" y="0"/>
                </a:moveTo>
                <a:lnTo>
                  <a:pt x="319" y="0"/>
                </a:lnTo>
                <a:lnTo>
                  <a:pt x="319" y="13283"/>
                </a:lnTo>
                <a:lnTo>
                  <a:pt x="0" y="13283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7" name=""/>
          <p:cNvSpPr txBox="1"/>
          <p:nvPr/>
        </p:nvSpPr>
        <p:spPr>
          <a:xfrm>
            <a:off x="2235960" y="440640"/>
            <a:ext cx="7049160" cy="76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50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Auth &amp; Role-Based Access</a:t>
            </a:r>
            <a:endParaRPr lang="en-IN" sz="4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8" name=""/>
          <p:cNvSpPr/>
          <p:nvPr/>
        </p:nvSpPr>
        <p:spPr>
          <a:xfrm>
            <a:off x="780840" y="2228760"/>
            <a:ext cx="1238760" cy="438480"/>
          </a:xfrm>
          <a:custGeom>
            <a:avLst/>
            <a:gdLst/>
            <a:ahLst/>
            <a:rect l="0" t="0" r="r" b="b"/>
            <a:pathLst>
              <a:path w="3441" h="1218">
                <a:moveTo>
                  <a:pt x="0" y="689"/>
                </a:moveTo>
                <a:lnTo>
                  <a:pt x="0" y="530"/>
                </a:lnTo>
                <a:cubicBezTo>
                  <a:pt x="0" y="494"/>
                  <a:pt x="3" y="460"/>
                  <a:pt x="10" y="426"/>
                </a:cubicBezTo>
                <a:cubicBezTo>
                  <a:pt x="17" y="392"/>
                  <a:pt x="27" y="359"/>
                  <a:pt x="40" y="326"/>
                </a:cubicBezTo>
                <a:cubicBezTo>
                  <a:pt x="54" y="294"/>
                  <a:pt x="70" y="264"/>
                  <a:pt x="89" y="235"/>
                </a:cubicBezTo>
                <a:cubicBezTo>
                  <a:pt x="109" y="206"/>
                  <a:pt x="131" y="179"/>
                  <a:pt x="155" y="155"/>
                </a:cubicBezTo>
                <a:cubicBezTo>
                  <a:pt x="180" y="130"/>
                  <a:pt x="206" y="108"/>
                  <a:pt x="235" y="89"/>
                </a:cubicBezTo>
                <a:cubicBezTo>
                  <a:pt x="264" y="70"/>
                  <a:pt x="295" y="53"/>
                  <a:pt x="327" y="40"/>
                </a:cubicBezTo>
                <a:cubicBezTo>
                  <a:pt x="359" y="27"/>
                  <a:pt x="392" y="17"/>
                  <a:pt x="426" y="10"/>
                </a:cubicBezTo>
                <a:cubicBezTo>
                  <a:pt x="460" y="3"/>
                  <a:pt x="495" y="0"/>
                  <a:pt x="529" y="0"/>
                </a:cubicBezTo>
                <a:lnTo>
                  <a:pt x="2910" y="0"/>
                </a:lnTo>
                <a:cubicBezTo>
                  <a:pt x="2945" y="0"/>
                  <a:pt x="2980" y="3"/>
                  <a:pt x="3015" y="10"/>
                </a:cubicBezTo>
                <a:cubicBezTo>
                  <a:pt x="3049" y="17"/>
                  <a:pt x="3082" y="27"/>
                  <a:pt x="3114" y="40"/>
                </a:cubicBezTo>
                <a:cubicBezTo>
                  <a:pt x="3146" y="53"/>
                  <a:pt x="3177" y="70"/>
                  <a:pt x="3205" y="89"/>
                </a:cubicBezTo>
                <a:cubicBezTo>
                  <a:pt x="3234" y="108"/>
                  <a:pt x="3261" y="130"/>
                  <a:pt x="3286" y="155"/>
                </a:cubicBezTo>
                <a:cubicBezTo>
                  <a:pt x="3310" y="179"/>
                  <a:pt x="3332" y="206"/>
                  <a:pt x="3351" y="235"/>
                </a:cubicBezTo>
                <a:cubicBezTo>
                  <a:pt x="3371" y="264"/>
                  <a:pt x="3387" y="294"/>
                  <a:pt x="3400" y="326"/>
                </a:cubicBezTo>
                <a:cubicBezTo>
                  <a:pt x="3414" y="359"/>
                  <a:pt x="3424" y="392"/>
                  <a:pt x="3430" y="426"/>
                </a:cubicBezTo>
                <a:cubicBezTo>
                  <a:pt x="3437" y="460"/>
                  <a:pt x="3441" y="494"/>
                  <a:pt x="3441" y="530"/>
                </a:cubicBezTo>
                <a:lnTo>
                  <a:pt x="3441" y="689"/>
                </a:lnTo>
                <a:cubicBezTo>
                  <a:pt x="3441" y="723"/>
                  <a:pt x="3437" y="758"/>
                  <a:pt x="3430" y="792"/>
                </a:cubicBezTo>
                <a:cubicBezTo>
                  <a:pt x="3424" y="826"/>
                  <a:pt x="3414" y="859"/>
                  <a:pt x="3400" y="891"/>
                </a:cubicBezTo>
                <a:cubicBezTo>
                  <a:pt x="3387" y="923"/>
                  <a:pt x="3371" y="954"/>
                  <a:pt x="3351" y="983"/>
                </a:cubicBezTo>
                <a:cubicBezTo>
                  <a:pt x="3332" y="1012"/>
                  <a:pt x="3310" y="1038"/>
                  <a:pt x="3286" y="1063"/>
                </a:cubicBezTo>
                <a:cubicBezTo>
                  <a:pt x="3261" y="1087"/>
                  <a:pt x="3234" y="1109"/>
                  <a:pt x="3205" y="1129"/>
                </a:cubicBezTo>
                <a:cubicBezTo>
                  <a:pt x="3177" y="1148"/>
                  <a:pt x="3146" y="1164"/>
                  <a:pt x="3114" y="1178"/>
                </a:cubicBezTo>
                <a:cubicBezTo>
                  <a:pt x="3082" y="1191"/>
                  <a:pt x="3049" y="1201"/>
                  <a:pt x="3015" y="1208"/>
                </a:cubicBezTo>
                <a:cubicBezTo>
                  <a:pt x="2980" y="1214"/>
                  <a:pt x="2945" y="1218"/>
                  <a:pt x="2910" y="1218"/>
                </a:cubicBezTo>
                <a:lnTo>
                  <a:pt x="529" y="1218"/>
                </a:lnTo>
                <a:cubicBezTo>
                  <a:pt x="495" y="1218"/>
                  <a:pt x="460" y="1214"/>
                  <a:pt x="426" y="1208"/>
                </a:cubicBezTo>
                <a:cubicBezTo>
                  <a:pt x="392" y="1201"/>
                  <a:pt x="359" y="1191"/>
                  <a:pt x="327" y="1178"/>
                </a:cubicBezTo>
                <a:cubicBezTo>
                  <a:pt x="295" y="1164"/>
                  <a:pt x="264" y="1148"/>
                  <a:pt x="235" y="1129"/>
                </a:cubicBezTo>
                <a:cubicBezTo>
                  <a:pt x="206" y="1109"/>
                  <a:pt x="180" y="1087"/>
                  <a:pt x="155" y="1063"/>
                </a:cubicBezTo>
                <a:cubicBezTo>
                  <a:pt x="131" y="1038"/>
                  <a:pt x="109" y="1012"/>
                  <a:pt x="89" y="983"/>
                </a:cubicBezTo>
                <a:cubicBezTo>
                  <a:pt x="70" y="954"/>
                  <a:pt x="54" y="923"/>
                  <a:pt x="40" y="891"/>
                </a:cubicBezTo>
                <a:cubicBezTo>
                  <a:pt x="27" y="859"/>
                  <a:pt x="17" y="826"/>
                  <a:pt x="10" y="792"/>
                </a:cubicBezTo>
                <a:cubicBezTo>
                  <a:pt x="3" y="758"/>
                  <a:pt x="0" y="723"/>
                  <a:pt x="0" y="689"/>
                </a:cubicBez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9" name=""/>
          <p:cNvSpPr txBox="1"/>
          <p:nvPr/>
        </p:nvSpPr>
        <p:spPr>
          <a:xfrm>
            <a:off x="2809080" y="1707840"/>
            <a:ext cx="82188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Roles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0" name=""/>
          <p:cNvSpPr txBox="1"/>
          <p:nvPr/>
        </p:nvSpPr>
        <p:spPr>
          <a:xfrm>
            <a:off x="893520" y="2270520"/>
            <a:ext cx="1230840" cy="33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990" b="1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C i t i z e n</a:t>
            </a:r>
            <a:endParaRPr lang="en-IN" sz="19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1" name=""/>
          <p:cNvSpPr txBox="1"/>
          <p:nvPr/>
        </p:nvSpPr>
        <p:spPr>
          <a:xfrm>
            <a:off x="2036880" y="2193840"/>
            <a:ext cx="312588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 — file, track, respond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2" name=""/>
          <p:cNvSpPr/>
          <p:nvPr/>
        </p:nvSpPr>
        <p:spPr>
          <a:xfrm>
            <a:off x="1199880" y="3238200"/>
            <a:ext cx="1238760" cy="438480"/>
          </a:xfrm>
          <a:custGeom>
            <a:avLst/>
            <a:gdLst/>
            <a:ahLst/>
            <a:rect l="0" t="0" r="r" b="b"/>
            <a:pathLst>
              <a:path w="3441" h="1218">
                <a:moveTo>
                  <a:pt x="0" y="689"/>
                </a:moveTo>
                <a:lnTo>
                  <a:pt x="0" y="530"/>
                </a:lnTo>
                <a:cubicBezTo>
                  <a:pt x="0" y="496"/>
                  <a:pt x="4" y="461"/>
                  <a:pt x="10" y="427"/>
                </a:cubicBezTo>
                <a:cubicBezTo>
                  <a:pt x="17" y="393"/>
                  <a:pt x="27" y="360"/>
                  <a:pt x="41" y="328"/>
                </a:cubicBezTo>
                <a:cubicBezTo>
                  <a:pt x="54" y="296"/>
                  <a:pt x="70" y="265"/>
                  <a:pt x="89" y="237"/>
                </a:cubicBezTo>
                <a:cubicBezTo>
                  <a:pt x="109" y="208"/>
                  <a:pt x="131" y="181"/>
                  <a:pt x="155" y="156"/>
                </a:cubicBezTo>
                <a:cubicBezTo>
                  <a:pt x="180" y="131"/>
                  <a:pt x="207" y="109"/>
                  <a:pt x="235" y="90"/>
                </a:cubicBezTo>
                <a:cubicBezTo>
                  <a:pt x="264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0" y="4"/>
                  <a:pt x="495" y="0"/>
                  <a:pt x="529" y="0"/>
                </a:cubicBezTo>
                <a:lnTo>
                  <a:pt x="2912" y="0"/>
                </a:lnTo>
                <a:cubicBezTo>
                  <a:pt x="2946" y="0"/>
                  <a:pt x="2981" y="4"/>
                  <a:pt x="3015" y="11"/>
                </a:cubicBezTo>
                <a:cubicBezTo>
                  <a:pt x="3049" y="17"/>
                  <a:pt x="3082" y="27"/>
                  <a:pt x="3114" y="41"/>
                </a:cubicBezTo>
                <a:cubicBezTo>
                  <a:pt x="3146" y="54"/>
                  <a:pt x="3177" y="70"/>
                  <a:pt x="3206" y="90"/>
                </a:cubicBezTo>
                <a:cubicBezTo>
                  <a:pt x="3235" y="109"/>
                  <a:pt x="3261" y="131"/>
                  <a:pt x="3286" y="156"/>
                </a:cubicBezTo>
                <a:cubicBezTo>
                  <a:pt x="3310" y="181"/>
                  <a:pt x="3332" y="208"/>
                  <a:pt x="3352" y="237"/>
                </a:cubicBezTo>
                <a:cubicBezTo>
                  <a:pt x="3371" y="265"/>
                  <a:pt x="3387" y="296"/>
                  <a:pt x="3401" y="328"/>
                </a:cubicBezTo>
                <a:cubicBezTo>
                  <a:pt x="3414" y="360"/>
                  <a:pt x="3424" y="393"/>
                  <a:pt x="3431" y="427"/>
                </a:cubicBezTo>
                <a:cubicBezTo>
                  <a:pt x="3437" y="461"/>
                  <a:pt x="3441" y="496"/>
                  <a:pt x="3441" y="530"/>
                </a:cubicBezTo>
                <a:lnTo>
                  <a:pt x="3441" y="689"/>
                </a:lnTo>
                <a:cubicBezTo>
                  <a:pt x="3441" y="724"/>
                  <a:pt x="3437" y="758"/>
                  <a:pt x="3431" y="792"/>
                </a:cubicBezTo>
                <a:cubicBezTo>
                  <a:pt x="3424" y="827"/>
                  <a:pt x="3414" y="860"/>
                  <a:pt x="3401" y="892"/>
                </a:cubicBezTo>
                <a:cubicBezTo>
                  <a:pt x="3387" y="924"/>
                  <a:pt x="3371" y="954"/>
                  <a:pt x="3352" y="983"/>
                </a:cubicBezTo>
                <a:cubicBezTo>
                  <a:pt x="3332" y="1012"/>
                  <a:pt x="3310" y="1039"/>
                  <a:pt x="3286" y="1063"/>
                </a:cubicBezTo>
                <a:cubicBezTo>
                  <a:pt x="3261" y="1088"/>
                  <a:pt x="3235" y="1110"/>
                  <a:pt x="3206" y="1129"/>
                </a:cubicBezTo>
                <a:cubicBezTo>
                  <a:pt x="3177" y="1149"/>
                  <a:pt x="3146" y="1165"/>
                  <a:pt x="3114" y="1178"/>
                </a:cubicBezTo>
                <a:cubicBezTo>
                  <a:pt x="3082" y="1191"/>
                  <a:pt x="3049" y="1201"/>
                  <a:pt x="3015" y="1208"/>
                </a:cubicBezTo>
                <a:cubicBezTo>
                  <a:pt x="2981" y="1215"/>
                  <a:pt x="2946" y="1218"/>
                  <a:pt x="2912" y="1218"/>
                </a:cubicBezTo>
                <a:lnTo>
                  <a:pt x="529" y="1218"/>
                </a:lnTo>
                <a:cubicBezTo>
                  <a:pt x="495" y="1218"/>
                  <a:pt x="460" y="1215"/>
                  <a:pt x="426" y="1208"/>
                </a:cubicBezTo>
                <a:cubicBezTo>
                  <a:pt x="392" y="1201"/>
                  <a:pt x="359" y="1191"/>
                  <a:pt x="327" y="1178"/>
                </a:cubicBezTo>
                <a:cubicBezTo>
                  <a:pt x="295" y="1165"/>
                  <a:pt x="264" y="1149"/>
                  <a:pt x="235" y="1129"/>
                </a:cubicBezTo>
                <a:cubicBezTo>
                  <a:pt x="207" y="1110"/>
                  <a:pt x="180" y="1088"/>
                  <a:pt x="155" y="1063"/>
                </a:cubicBezTo>
                <a:cubicBezTo>
                  <a:pt x="131" y="1039"/>
                  <a:pt x="109" y="1012"/>
                  <a:pt x="89" y="983"/>
                </a:cubicBezTo>
                <a:cubicBezTo>
                  <a:pt x="70" y="954"/>
                  <a:pt x="54" y="924"/>
                  <a:pt x="41" y="892"/>
                </a:cubicBezTo>
                <a:cubicBezTo>
                  <a:pt x="27" y="860"/>
                  <a:pt x="17" y="827"/>
                  <a:pt x="10" y="792"/>
                </a:cubicBezTo>
                <a:cubicBezTo>
                  <a:pt x="4" y="758"/>
                  <a:pt x="0" y="724"/>
                  <a:pt x="0" y="689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3" name=""/>
          <p:cNvSpPr txBox="1"/>
          <p:nvPr/>
        </p:nvSpPr>
        <p:spPr>
          <a:xfrm>
            <a:off x="2428560" y="2717640"/>
            <a:ext cx="143352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to queries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4" name=""/>
          <p:cNvSpPr txBox="1"/>
          <p:nvPr/>
        </p:nvSpPr>
        <p:spPr>
          <a:xfrm>
            <a:off x="1310400" y="3280320"/>
            <a:ext cx="1236240" cy="33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990" b="1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O f f i c e r</a:t>
            </a:r>
            <a:endParaRPr lang="en-IN" sz="19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5" name=""/>
          <p:cNvSpPr txBox="1"/>
          <p:nvPr/>
        </p:nvSpPr>
        <p:spPr>
          <a:xfrm>
            <a:off x="2459160" y="3203280"/>
            <a:ext cx="248544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 — view assigned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6" name=""/>
          <p:cNvSpPr/>
          <p:nvPr/>
        </p:nvSpPr>
        <p:spPr>
          <a:xfrm>
            <a:off x="1657080" y="4248000"/>
            <a:ext cx="1191240" cy="429120"/>
          </a:xfrm>
          <a:custGeom>
            <a:avLst/>
            <a:gdLst/>
            <a:ahLst/>
            <a:rect l="0" t="0" r="r" b="b"/>
            <a:pathLst>
              <a:path w="3309" h="1192">
                <a:moveTo>
                  <a:pt x="0" y="661"/>
                </a:moveTo>
                <a:lnTo>
                  <a:pt x="0" y="529"/>
                </a:lnTo>
                <a:cubicBezTo>
                  <a:pt x="0" y="494"/>
                  <a:pt x="4" y="460"/>
                  <a:pt x="10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4"/>
                  <a:pt x="70" y="264"/>
                  <a:pt x="89" y="235"/>
                </a:cubicBezTo>
                <a:cubicBezTo>
                  <a:pt x="109" y="206"/>
                  <a:pt x="131" y="179"/>
                  <a:pt x="155" y="155"/>
                </a:cubicBezTo>
                <a:cubicBezTo>
                  <a:pt x="180" y="130"/>
                  <a:pt x="207" y="108"/>
                  <a:pt x="235" y="89"/>
                </a:cubicBezTo>
                <a:cubicBezTo>
                  <a:pt x="264" y="70"/>
                  <a:pt x="295" y="53"/>
                  <a:pt x="327" y="40"/>
                </a:cubicBezTo>
                <a:cubicBezTo>
                  <a:pt x="360" y="27"/>
                  <a:pt x="393" y="17"/>
                  <a:pt x="427" y="10"/>
                </a:cubicBezTo>
                <a:cubicBezTo>
                  <a:pt x="461" y="3"/>
                  <a:pt x="496" y="0"/>
                  <a:pt x="530" y="0"/>
                </a:cubicBezTo>
                <a:lnTo>
                  <a:pt x="2779" y="0"/>
                </a:lnTo>
                <a:cubicBezTo>
                  <a:pt x="2814" y="0"/>
                  <a:pt x="2849" y="3"/>
                  <a:pt x="2883" y="10"/>
                </a:cubicBezTo>
                <a:cubicBezTo>
                  <a:pt x="2917" y="17"/>
                  <a:pt x="2950" y="27"/>
                  <a:pt x="2982" y="40"/>
                </a:cubicBezTo>
                <a:cubicBezTo>
                  <a:pt x="3014" y="53"/>
                  <a:pt x="3044" y="70"/>
                  <a:pt x="3073" y="89"/>
                </a:cubicBezTo>
                <a:cubicBezTo>
                  <a:pt x="3102" y="108"/>
                  <a:pt x="3129" y="130"/>
                  <a:pt x="3154" y="155"/>
                </a:cubicBezTo>
                <a:cubicBezTo>
                  <a:pt x="3178" y="179"/>
                  <a:pt x="3200" y="206"/>
                  <a:pt x="3219" y="235"/>
                </a:cubicBezTo>
                <a:cubicBezTo>
                  <a:pt x="3239" y="264"/>
                  <a:pt x="3255" y="294"/>
                  <a:pt x="3268" y="327"/>
                </a:cubicBezTo>
                <a:cubicBezTo>
                  <a:pt x="3282" y="359"/>
                  <a:pt x="3292" y="392"/>
                  <a:pt x="3298" y="426"/>
                </a:cubicBezTo>
                <a:cubicBezTo>
                  <a:pt x="3305" y="460"/>
                  <a:pt x="3309" y="494"/>
                  <a:pt x="3309" y="529"/>
                </a:cubicBezTo>
                <a:lnTo>
                  <a:pt x="3309" y="661"/>
                </a:lnTo>
                <a:cubicBezTo>
                  <a:pt x="3309" y="697"/>
                  <a:pt x="3305" y="732"/>
                  <a:pt x="3298" y="766"/>
                </a:cubicBezTo>
                <a:cubicBezTo>
                  <a:pt x="3292" y="800"/>
                  <a:pt x="3282" y="833"/>
                  <a:pt x="3268" y="865"/>
                </a:cubicBezTo>
                <a:cubicBezTo>
                  <a:pt x="3255" y="897"/>
                  <a:pt x="3239" y="927"/>
                  <a:pt x="3219" y="956"/>
                </a:cubicBezTo>
                <a:cubicBezTo>
                  <a:pt x="3200" y="985"/>
                  <a:pt x="3178" y="1012"/>
                  <a:pt x="3154" y="1037"/>
                </a:cubicBezTo>
                <a:cubicBezTo>
                  <a:pt x="3129" y="1061"/>
                  <a:pt x="3102" y="1083"/>
                  <a:pt x="3073" y="1102"/>
                </a:cubicBezTo>
                <a:cubicBezTo>
                  <a:pt x="3044" y="1122"/>
                  <a:pt x="3014" y="1138"/>
                  <a:pt x="2982" y="1151"/>
                </a:cubicBezTo>
                <a:cubicBezTo>
                  <a:pt x="2950" y="1165"/>
                  <a:pt x="2917" y="1175"/>
                  <a:pt x="2883" y="1181"/>
                </a:cubicBezTo>
                <a:cubicBezTo>
                  <a:pt x="2849" y="1188"/>
                  <a:pt x="2814" y="1192"/>
                  <a:pt x="2779" y="1192"/>
                </a:cubicBezTo>
                <a:lnTo>
                  <a:pt x="530" y="1192"/>
                </a:lnTo>
                <a:cubicBezTo>
                  <a:pt x="496" y="1192"/>
                  <a:pt x="461" y="1188"/>
                  <a:pt x="427" y="1181"/>
                </a:cubicBezTo>
                <a:cubicBezTo>
                  <a:pt x="393" y="1175"/>
                  <a:pt x="360" y="1165"/>
                  <a:pt x="327" y="1151"/>
                </a:cubicBezTo>
                <a:cubicBezTo>
                  <a:pt x="295" y="1138"/>
                  <a:pt x="264" y="1122"/>
                  <a:pt x="235" y="1102"/>
                </a:cubicBezTo>
                <a:cubicBezTo>
                  <a:pt x="207" y="1083"/>
                  <a:pt x="180" y="1061"/>
                  <a:pt x="155" y="1037"/>
                </a:cubicBezTo>
                <a:cubicBezTo>
                  <a:pt x="131" y="1012"/>
                  <a:pt x="109" y="985"/>
                  <a:pt x="89" y="956"/>
                </a:cubicBezTo>
                <a:cubicBezTo>
                  <a:pt x="70" y="927"/>
                  <a:pt x="54" y="897"/>
                  <a:pt x="41" y="865"/>
                </a:cubicBezTo>
                <a:cubicBezTo>
                  <a:pt x="27" y="833"/>
                  <a:pt x="17" y="800"/>
                  <a:pt x="10" y="766"/>
                </a:cubicBezTo>
                <a:cubicBezTo>
                  <a:pt x="4" y="732"/>
                  <a:pt x="0" y="697"/>
                  <a:pt x="0" y="661"/>
                </a:cubicBezTo>
                <a:close/>
              </a:path>
            </a:pathLst>
          </a:custGeom>
          <a:solidFill>
            <a:srgbClr val="13880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7" name=""/>
          <p:cNvSpPr txBox="1"/>
          <p:nvPr/>
        </p:nvSpPr>
        <p:spPr>
          <a:xfrm>
            <a:off x="1099440" y="3727440"/>
            <a:ext cx="366840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complaints, update status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8" name=""/>
          <p:cNvSpPr txBox="1"/>
          <p:nvPr/>
        </p:nvSpPr>
        <p:spPr>
          <a:xfrm>
            <a:off x="1767600" y="4289760"/>
            <a:ext cx="1146240" cy="33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990" b="1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L e a d e r</a:t>
            </a:r>
            <a:endParaRPr lang="en-IN" sz="19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9" name=""/>
          <p:cNvSpPr txBox="1"/>
          <p:nvPr/>
        </p:nvSpPr>
        <p:spPr>
          <a:xfrm>
            <a:off x="2867760" y="4213080"/>
            <a:ext cx="176076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 — NayakAI,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0" name=""/>
          <p:cNvSpPr/>
          <p:nvPr/>
        </p:nvSpPr>
        <p:spPr>
          <a:xfrm>
            <a:off x="847440" y="5248080"/>
            <a:ext cx="1162440" cy="438480"/>
          </a:xfrm>
          <a:custGeom>
            <a:avLst/>
            <a:gdLst/>
            <a:ahLst/>
            <a:rect l="0" t="0" r="r" b="b"/>
            <a:pathLst>
              <a:path w="3229" h="1218">
                <a:moveTo>
                  <a:pt x="0" y="689"/>
                </a:moveTo>
                <a:lnTo>
                  <a:pt x="0" y="529"/>
                </a:lnTo>
                <a:cubicBezTo>
                  <a:pt x="0" y="494"/>
                  <a:pt x="4" y="460"/>
                  <a:pt x="10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4"/>
                  <a:pt x="89" y="235"/>
                </a:cubicBezTo>
                <a:cubicBezTo>
                  <a:pt x="109" y="206"/>
                  <a:pt x="131" y="180"/>
                  <a:pt x="155" y="155"/>
                </a:cubicBezTo>
                <a:cubicBezTo>
                  <a:pt x="180" y="130"/>
                  <a:pt x="207" y="109"/>
                  <a:pt x="235" y="89"/>
                </a:cubicBezTo>
                <a:cubicBezTo>
                  <a:pt x="264" y="70"/>
                  <a:pt x="295" y="54"/>
                  <a:pt x="327" y="40"/>
                </a:cubicBezTo>
                <a:cubicBezTo>
                  <a:pt x="359" y="27"/>
                  <a:pt x="392" y="17"/>
                  <a:pt x="426" y="10"/>
                </a:cubicBezTo>
                <a:cubicBezTo>
                  <a:pt x="460" y="3"/>
                  <a:pt x="495" y="0"/>
                  <a:pt x="529" y="0"/>
                </a:cubicBezTo>
                <a:lnTo>
                  <a:pt x="2700" y="0"/>
                </a:lnTo>
                <a:cubicBezTo>
                  <a:pt x="2735" y="0"/>
                  <a:pt x="2769" y="3"/>
                  <a:pt x="2803" y="10"/>
                </a:cubicBezTo>
                <a:cubicBezTo>
                  <a:pt x="2837" y="17"/>
                  <a:pt x="2870" y="27"/>
                  <a:pt x="2903" y="40"/>
                </a:cubicBezTo>
                <a:cubicBezTo>
                  <a:pt x="2935" y="54"/>
                  <a:pt x="2965" y="70"/>
                  <a:pt x="2994" y="89"/>
                </a:cubicBezTo>
                <a:cubicBezTo>
                  <a:pt x="3023" y="109"/>
                  <a:pt x="3050" y="130"/>
                  <a:pt x="3074" y="155"/>
                </a:cubicBezTo>
                <a:cubicBezTo>
                  <a:pt x="3099" y="180"/>
                  <a:pt x="3121" y="206"/>
                  <a:pt x="3140" y="235"/>
                </a:cubicBezTo>
                <a:cubicBezTo>
                  <a:pt x="3159" y="264"/>
                  <a:pt x="3176" y="295"/>
                  <a:pt x="3189" y="327"/>
                </a:cubicBezTo>
                <a:cubicBezTo>
                  <a:pt x="3202" y="359"/>
                  <a:pt x="3212" y="392"/>
                  <a:pt x="3219" y="426"/>
                </a:cubicBezTo>
                <a:cubicBezTo>
                  <a:pt x="3226" y="460"/>
                  <a:pt x="3229" y="494"/>
                  <a:pt x="3229" y="529"/>
                </a:cubicBezTo>
                <a:lnTo>
                  <a:pt x="3229" y="689"/>
                </a:lnTo>
                <a:cubicBezTo>
                  <a:pt x="3229" y="724"/>
                  <a:pt x="3226" y="758"/>
                  <a:pt x="3219" y="792"/>
                </a:cubicBezTo>
                <a:cubicBezTo>
                  <a:pt x="3212" y="826"/>
                  <a:pt x="3202" y="859"/>
                  <a:pt x="3189" y="891"/>
                </a:cubicBezTo>
                <a:cubicBezTo>
                  <a:pt x="3176" y="924"/>
                  <a:pt x="3159" y="954"/>
                  <a:pt x="3140" y="983"/>
                </a:cubicBezTo>
                <a:cubicBezTo>
                  <a:pt x="3121" y="1012"/>
                  <a:pt x="3099" y="1039"/>
                  <a:pt x="3074" y="1063"/>
                </a:cubicBezTo>
                <a:cubicBezTo>
                  <a:pt x="3050" y="1088"/>
                  <a:pt x="3023" y="1110"/>
                  <a:pt x="2994" y="1129"/>
                </a:cubicBezTo>
                <a:cubicBezTo>
                  <a:pt x="2965" y="1148"/>
                  <a:pt x="2935" y="1165"/>
                  <a:pt x="2903" y="1178"/>
                </a:cubicBezTo>
                <a:cubicBezTo>
                  <a:pt x="2870" y="1191"/>
                  <a:pt x="2837" y="1201"/>
                  <a:pt x="2803" y="1208"/>
                </a:cubicBezTo>
                <a:cubicBezTo>
                  <a:pt x="2769" y="1215"/>
                  <a:pt x="2735" y="1218"/>
                  <a:pt x="2700" y="1218"/>
                </a:cubicBezTo>
                <a:lnTo>
                  <a:pt x="529" y="1218"/>
                </a:lnTo>
                <a:cubicBezTo>
                  <a:pt x="495" y="1218"/>
                  <a:pt x="460" y="1215"/>
                  <a:pt x="426" y="1208"/>
                </a:cubicBezTo>
                <a:cubicBezTo>
                  <a:pt x="392" y="1201"/>
                  <a:pt x="359" y="1191"/>
                  <a:pt x="327" y="1178"/>
                </a:cubicBezTo>
                <a:cubicBezTo>
                  <a:pt x="295" y="1165"/>
                  <a:pt x="264" y="1148"/>
                  <a:pt x="235" y="1129"/>
                </a:cubicBezTo>
                <a:cubicBezTo>
                  <a:pt x="207" y="1110"/>
                  <a:pt x="180" y="1088"/>
                  <a:pt x="155" y="1063"/>
                </a:cubicBezTo>
                <a:cubicBezTo>
                  <a:pt x="131" y="1039"/>
                  <a:pt x="109" y="1012"/>
                  <a:pt x="89" y="983"/>
                </a:cubicBezTo>
                <a:cubicBezTo>
                  <a:pt x="70" y="954"/>
                  <a:pt x="54" y="924"/>
                  <a:pt x="41" y="891"/>
                </a:cubicBezTo>
                <a:cubicBezTo>
                  <a:pt x="27" y="859"/>
                  <a:pt x="17" y="826"/>
                  <a:pt x="10" y="792"/>
                </a:cubicBezTo>
                <a:cubicBezTo>
                  <a:pt x="4" y="758"/>
                  <a:pt x="0" y="724"/>
                  <a:pt x="0" y="689"/>
                </a:cubicBezTo>
                <a:close/>
              </a:path>
            </a:pathLst>
          </a:custGeom>
          <a:solidFill>
            <a:srgbClr val="E6394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1" name=""/>
          <p:cNvSpPr txBox="1"/>
          <p:nvPr/>
        </p:nvSpPr>
        <p:spPr>
          <a:xfrm>
            <a:off x="920160" y="4727520"/>
            <a:ext cx="394164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SentinelPulse, all-ward view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2" name=""/>
          <p:cNvSpPr txBox="1"/>
          <p:nvPr/>
        </p:nvSpPr>
        <p:spPr>
          <a:xfrm>
            <a:off x="961200" y="5290200"/>
            <a:ext cx="792000" cy="33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990" b="1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Admin</a:t>
            </a:r>
            <a:endParaRPr lang="en-IN" sz="19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3" name=""/>
          <p:cNvSpPr txBox="1"/>
          <p:nvPr/>
        </p:nvSpPr>
        <p:spPr>
          <a:xfrm>
            <a:off x="2027520" y="5213160"/>
            <a:ext cx="309600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 — full system access,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4" name=""/>
          <p:cNvSpPr/>
          <p:nvPr/>
        </p:nvSpPr>
        <p:spPr>
          <a:xfrm>
            <a:off x="6186240" y="1552320"/>
            <a:ext cx="5510520" cy="4781880"/>
          </a:xfrm>
          <a:custGeom>
            <a:avLst/>
            <a:gdLst/>
            <a:ahLst/>
            <a:rect l="0" t="0" r="r" b="b"/>
            <a:pathLst>
              <a:path w="15307" h="13283">
                <a:moveTo>
                  <a:pt x="0" y="12966"/>
                </a:moveTo>
                <a:lnTo>
                  <a:pt x="0" y="318"/>
                </a:lnTo>
                <a:cubicBezTo>
                  <a:pt x="0" y="297"/>
                  <a:pt x="2" y="276"/>
                  <a:pt x="5" y="256"/>
                </a:cubicBezTo>
                <a:cubicBezTo>
                  <a:pt x="8" y="235"/>
                  <a:pt x="13" y="215"/>
                  <a:pt x="19" y="196"/>
                </a:cubicBezTo>
                <a:cubicBezTo>
                  <a:pt x="26" y="177"/>
                  <a:pt x="33" y="159"/>
                  <a:pt x="43" y="141"/>
                </a:cubicBezTo>
                <a:cubicBezTo>
                  <a:pt x="52" y="124"/>
                  <a:pt x="62" y="108"/>
                  <a:pt x="74" y="93"/>
                </a:cubicBezTo>
                <a:cubicBezTo>
                  <a:pt x="85" y="78"/>
                  <a:pt x="98" y="65"/>
                  <a:pt x="112" y="54"/>
                </a:cubicBezTo>
                <a:cubicBezTo>
                  <a:pt x="126" y="42"/>
                  <a:pt x="140" y="32"/>
                  <a:pt x="155" y="24"/>
                </a:cubicBezTo>
                <a:cubicBezTo>
                  <a:pt x="171" y="16"/>
                  <a:pt x="186" y="10"/>
                  <a:pt x="203" y="6"/>
                </a:cubicBezTo>
                <a:cubicBezTo>
                  <a:pt x="219" y="2"/>
                  <a:pt x="235" y="0"/>
                  <a:pt x="252" y="0"/>
                </a:cubicBezTo>
                <a:lnTo>
                  <a:pt x="14990" y="0"/>
                </a:lnTo>
                <a:cubicBezTo>
                  <a:pt x="15011" y="0"/>
                  <a:pt x="15031" y="2"/>
                  <a:pt x="15052" y="6"/>
                </a:cubicBezTo>
                <a:cubicBezTo>
                  <a:pt x="15072" y="10"/>
                  <a:pt x="15092" y="16"/>
                  <a:pt x="15111" y="24"/>
                </a:cubicBezTo>
                <a:cubicBezTo>
                  <a:pt x="15131" y="32"/>
                  <a:pt x="15149" y="42"/>
                  <a:pt x="15166" y="54"/>
                </a:cubicBezTo>
                <a:cubicBezTo>
                  <a:pt x="15184" y="65"/>
                  <a:pt x="15200" y="78"/>
                  <a:pt x="15214" y="93"/>
                </a:cubicBezTo>
                <a:cubicBezTo>
                  <a:pt x="15229" y="108"/>
                  <a:pt x="15242" y="124"/>
                  <a:pt x="15254" y="141"/>
                </a:cubicBezTo>
                <a:cubicBezTo>
                  <a:pt x="15265" y="159"/>
                  <a:pt x="15275" y="177"/>
                  <a:pt x="15283" y="196"/>
                </a:cubicBezTo>
                <a:cubicBezTo>
                  <a:pt x="15291" y="215"/>
                  <a:pt x="15297" y="235"/>
                  <a:pt x="15301" y="256"/>
                </a:cubicBezTo>
                <a:cubicBezTo>
                  <a:pt x="15305" y="276"/>
                  <a:pt x="15307" y="297"/>
                  <a:pt x="15307" y="318"/>
                </a:cubicBezTo>
                <a:lnTo>
                  <a:pt x="15307" y="12966"/>
                </a:lnTo>
                <a:cubicBezTo>
                  <a:pt x="15307" y="12987"/>
                  <a:pt x="15305" y="13007"/>
                  <a:pt x="15301" y="13028"/>
                </a:cubicBezTo>
                <a:cubicBezTo>
                  <a:pt x="15297" y="13048"/>
                  <a:pt x="15291" y="13068"/>
                  <a:pt x="15283" y="13087"/>
                </a:cubicBezTo>
                <a:cubicBezTo>
                  <a:pt x="15275" y="13107"/>
                  <a:pt x="15265" y="13125"/>
                  <a:pt x="15254" y="13142"/>
                </a:cubicBezTo>
                <a:cubicBezTo>
                  <a:pt x="15242" y="13160"/>
                  <a:pt x="15229" y="13176"/>
                  <a:pt x="15214" y="13190"/>
                </a:cubicBezTo>
                <a:cubicBezTo>
                  <a:pt x="15200" y="13205"/>
                  <a:pt x="15184" y="13218"/>
                  <a:pt x="15166" y="13230"/>
                </a:cubicBezTo>
                <a:cubicBezTo>
                  <a:pt x="15149" y="13241"/>
                  <a:pt x="15131" y="13251"/>
                  <a:pt x="15111" y="13259"/>
                </a:cubicBezTo>
                <a:cubicBezTo>
                  <a:pt x="15092" y="13267"/>
                  <a:pt x="15072" y="13273"/>
                  <a:pt x="15052" y="13277"/>
                </a:cubicBezTo>
                <a:cubicBezTo>
                  <a:pt x="15031" y="13281"/>
                  <a:pt x="15011" y="13283"/>
                  <a:pt x="14990" y="13283"/>
                </a:cubicBezTo>
                <a:lnTo>
                  <a:pt x="252" y="13283"/>
                </a:lnTo>
                <a:cubicBezTo>
                  <a:pt x="235" y="13283"/>
                  <a:pt x="219" y="13281"/>
                  <a:pt x="203" y="13277"/>
                </a:cubicBezTo>
                <a:cubicBezTo>
                  <a:pt x="186" y="13273"/>
                  <a:pt x="171" y="13267"/>
                  <a:pt x="155" y="13259"/>
                </a:cubicBezTo>
                <a:cubicBezTo>
                  <a:pt x="140" y="13251"/>
                  <a:pt x="126" y="13241"/>
                  <a:pt x="112" y="13230"/>
                </a:cubicBezTo>
                <a:cubicBezTo>
                  <a:pt x="98" y="13218"/>
                  <a:pt x="85" y="13205"/>
                  <a:pt x="74" y="13190"/>
                </a:cubicBezTo>
                <a:cubicBezTo>
                  <a:pt x="62" y="13176"/>
                  <a:pt x="52" y="13160"/>
                  <a:pt x="43" y="13142"/>
                </a:cubicBezTo>
                <a:cubicBezTo>
                  <a:pt x="33" y="13125"/>
                  <a:pt x="26" y="13107"/>
                  <a:pt x="19" y="13087"/>
                </a:cubicBezTo>
                <a:cubicBezTo>
                  <a:pt x="13" y="13068"/>
                  <a:pt x="8" y="13048"/>
                  <a:pt x="5" y="13028"/>
                </a:cubicBezTo>
                <a:cubicBezTo>
                  <a:pt x="2" y="13007"/>
                  <a:pt x="0" y="12987"/>
                  <a:pt x="0" y="12966"/>
                </a:cubicBezTo>
                <a:close/>
              </a:path>
            </a:pathLst>
          </a:custGeom>
          <a:solidFill>
            <a:srgbClr val="EEF0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5" name=""/>
          <p:cNvSpPr/>
          <p:nvPr/>
        </p:nvSpPr>
        <p:spPr>
          <a:xfrm>
            <a:off x="6162480" y="1552320"/>
            <a:ext cx="114840" cy="4781880"/>
          </a:xfrm>
          <a:custGeom>
            <a:avLst/>
            <a:gdLst/>
            <a:ahLst/>
            <a:rect l="0" t="0" r="r" b="b"/>
            <a:pathLst>
              <a:path w="319" h="13283">
                <a:moveTo>
                  <a:pt x="0" y="0"/>
                </a:moveTo>
                <a:lnTo>
                  <a:pt x="319" y="0"/>
                </a:lnTo>
                <a:lnTo>
                  <a:pt x="319" y="13283"/>
                </a:lnTo>
                <a:lnTo>
                  <a:pt x="0" y="13283"/>
                </a:lnTo>
                <a:lnTo>
                  <a:pt x="0" y="0"/>
                </a:ln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6" name=""/>
          <p:cNvSpPr txBox="1"/>
          <p:nvPr/>
        </p:nvSpPr>
        <p:spPr>
          <a:xfrm>
            <a:off x="1779480" y="5736960"/>
            <a:ext cx="259128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user management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7" name=""/>
          <p:cNvSpPr txBox="1"/>
          <p:nvPr/>
        </p:nvSpPr>
        <p:spPr>
          <a:xfrm>
            <a:off x="8223840" y="1707840"/>
            <a:ext cx="123300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Security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8" name=""/>
          <p:cNvSpPr txBox="1"/>
          <p:nvPr/>
        </p:nvSpPr>
        <p:spPr>
          <a:xfrm>
            <a:off x="6633000" y="2193840"/>
            <a:ext cx="390204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JWT 60-min tokens · bcrypt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9" name=""/>
          <p:cNvSpPr txBox="1"/>
          <p:nvPr/>
        </p:nvSpPr>
        <p:spPr>
          <a:xfrm>
            <a:off x="6474240" y="2679480"/>
            <a:ext cx="419760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password hashing · Supabase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0" name=""/>
          <p:cNvSpPr txBox="1"/>
          <p:nvPr/>
        </p:nvSpPr>
        <p:spPr>
          <a:xfrm>
            <a:off x="6741000" y="3165120"/>
            <a:ext cx="371016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Row-Level Security · Role-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1" name=""/>
          <p:cNvSpPr txBox="1"/>
          <p:nvPr/>
        </p:nvSpPr>
        <p:spPr>
          <a:xfrm>
            <a:off x="6779160" y="3651120"/>
            <a:ext cx="366552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based API guards · HTTPS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2" name=""/>
          <p:cNvSpPr/>
          <p:nvPr/>
        </p:nvSpPr>
        <p:spPr>
          <a:xfrm>
            <a:off x="504720" y="6495840"/>
            <a:ext cx="2067120" cy="362160"/>
          </a:xfrm>
          <a:custGeom>
            <a:avLst/>
            <a:gdLst/>
            <a:ahLst/>
            <a:rect l="0" t="0" r="r" b="b"/>
            <a:pathLst>
              <a:path w="5742" h="1006">
                <a:moveTo>
                  <a:pt x="0" y="1006"/>
                </a:moveTo>
                <a:lnTo>
                  <a:pt x="0" y="238"/>
                </a:lnTo>
                <a:cubicBezTo>
                  <a:pt x="0" y="223"/>
                  <a:pt x="1" y="207"/>
                  <a:pt x="4" y="192"/>
                </a:cubicBezTo>
                <a:cubicBezTo>
                  <a:pt x="7" y="176"/>
                  <a:pt x="12" y="162"/>
                  <a:pt x="18" y="147"/>
                </a:cubicBezTo>
                <a:cubicBezTo>
                  <a:pt x="24" y="133"/>
                  <a:pt x="31" y="119"/>
                  <a:pt x="40" y="106"/>
                </a:cubicBezTo>
                <a:cubicBezTo>
                  <a:pt x="49" y="93"/>
                  <a:pt x="58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2"/>
                  <a:pt x="132" y="24"/>
                  <a:pt x="147" y="18"/>
                </a:cubicBezTo>
                <a:cubicBezTo>
                  <a:pt x="161" y="12"/>
                  <a:pt x="176" y="8"/>
                  <a:pt x="191" y="5"/>
                </a:cubicBezTo>
                <a:cubicBezTo>
                  <a:pt x="207" y="2"/>
                  <a:pt x="222" y="0"/>
                  <a:pt x="238" y="0"/>
                </a:cubicBezTo>
                <a:lnTo>
                  <a:pt x="5504" y="0"/>
                </a:lnTo>
                <a:cubicBezTo>
                  <a:pt x="5520" y="0"/>
                  <a:pt x="5535" y="2"/>
                  <a:pt x="5551" y="5"/>
                </a:cubicBezTo>
                <a:cubicBezTo>
                  <a:pt x="5566" y="8"/>
                  <a:pt x="5581" y="12"/>
                  <a:pt x="5595" y="18"/>
                </a:cubicBezTo>
                <a:cubicBezTo>
                  <a:pt x="5610" y="24"/>
                  <a:pt x="5623" y="32"/>
                  <a:pt x="5636" y="40"/>
                </a:cubicBezTo>
                <a:cubicBezTo>
                  <a:pt x="5649" y="49"/>
                  <a:pt x="5661" y="59"/>
                  <a:pt x="5673" y="70"/>
                </a:cubicBezTo>
                <a:cubicBezTo>
                  <a:pt x="5684" y="81"/>
                  <a:pt x="5693" y="93"/>
                  <a:pt x="5702" y="106"/>
                </a:cubicBezTo>
                <a:cubicBezTo>
                  <a:pt x="5711" y="119"/>
                  <a:pt x="5718" y="133"/>
                  <a:pt x="5724" y="147"/>
                </a:cubicBezTo>
                <a:cubicBezTo>
                  <a:pt x="5730" y="162"/>
                  <a:pt x="5735" y="176"/>
                  <a:pt x="5738" y="192"/>
                </a:cubicBezTo>
                <a:cubicBezTo>
                  <a:pt x="5741" y="207"/>
                  <a:pt x="5742" y="223"/>
                  <a:pt x="5742" y="238"/>
                </a:cubicBezTo>
                <a:lnTo>
                  <a:pt x="5742" y="1006"/>
                </a:lnTo>
                <a:lnTo>
                  <a:pt x="0" y="1006"/>
                </a:lnTo>
                <a:close/>
              </a:path>
            </a:pathLst>
          </a:custGeom>
          <a:solidFill>
            <a:srgbClr val="FFF7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3" name=""/>
          <p:cNvSpPr/>
          <p:nvPr/>
        </p:nvSpPr>
        <p:spPr>
          <a:xfrm>
            <a:off x="504720" y="6495840"/>
            <a:ext cx="2067120" cy="362160"/>
          </a:xfrm>
          <a:custGeom>
            <a:avLst/>
            <a:gdLst/>
            <a:ahLst/>
            <a:rect l="0" t="0" r="r" b="b"/>
            <a:pathLst>
              <a:path w="5742" h="1006">
                <a:moveTo>
                  <a:pt x="0" y="1006"/>
                </a:moveTo>
                <a:lnTo>
                  <a:pt x="0" y="238"/>
                </a:lnTo>
                <a:cubicBezTo>
                  <a:pt x="0" y="223"/>
                  <a:pt x="1" y="207"/>
                  <a:pt x="4" y="192"/>
                </a:cubicBezTo>
                <a:cubicBezTo>
                  <a:pt x="7" y="176"/>
                  <a:pt x="12" y="162"/>
                  <a:pt x="18" y="147"/>
                </a:cubicBezTo>
                <a:cubicBezTo>
                  <a:pt x="24" y="133"/>
                  <a:pt x="31" y="119"/>
                  <a:pt x="40" y="106"/>
                </a:cubicBezTo>
                <a:cubicBezTo>
                  <a:pt x="49" y="93"/>
                  <a:pt x="58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2"/>
                  <a:pt x="132" y="24"/>
                  <a:pt x="147" y="18"/>
                </a:cubicBezTo>
                <a:cubicBezTo>
                  <a:pt x="161" y="12"/>
                  <a:pt x="176" y="8"/>
                  <a:pt x="191" y="5"/>
                </a:cubicBezTo>
                <a:cubicBezTo>
                  <a:pt x="207" y="2"/>
                  <a:pt x="222" y="0"/>
                  <a:pt x="238" y="0"/>
                </a:cubicBezTo>
                <a:lnTo>
                  <a:pt x="5504" y="0"/>
                </a:lnTo>
                <a:cubicBezTo>
                  <a:pt x="5520" y="0"/>
                  <a:pt x="5535" y="2"/>
                  <a:pt x="5551" y="5"/>
                </a:cubicBezTo>
                <a:cubicBezTo>
                  <a:pt x="5566" y="8"/>
                  <a:pt x="5581" y="12"/>
                  <a:pt x="5595" y="18"/>
                </a:cubicBezTo>
                <a:cubicBezTo>
                  <a:pt x="5610" y="24"/>
                  <a:pt x="5623" y="32"/>
                  <a:pt x="5636" y="40"/>
                </a:cubicBezTo>
                <a:cubicBezTo>
                  <a:pt x="5649" y="49"/>
                  <a:pt x="5661" y="59"/>
                  <a:pt x="5673" y="70"/>
                </a:cubicBezTo>
                <a:cubicBezTo>
                  <a:pt x="5684" y="81"/>
                  <a:pt x="5693" y="93"/>
                  <a:pt x="5702" y="106"/>
                </a:cubicBezTo>
                <a:cubicBezTo>
                  <a:pt x="5711" y="119"/>
                  <a:pt x="5718" y="133"/>
                  <a:pt x="5724" y="147"/>
                </a:cubicBezTo>
                <a:cubicBezTo>
                  <a:pt x="5730" y="162"/>
                  <a:pt x="5735" y="176"/>
                  <a:pt x="5738" y="192"/>
                </a:cubicBezTo>
                <a:cubicBezTo>
                  <a:pt x="5741" y="207"/>
                  <a:pt x="5742" y="223"/>
                  <a:pt x="5742" y="238"/>
                </a:cubicBezTo>
                <a:lnTo>
                  <a:pt x="5742" y="1006"/>
                </a:lnTo>
                <a:lnTo>
                  <a:pt x="0" y="1006"/>
                </a:lnTo>
                <a:close/>
              </a:path>
            </a:pathLst>
          </a:custGeom>
          <a:noFill/>
          <a:ln w="18720">
            <a:solidFill>
              <a:srgbClr val="FF9933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4" name=""/>
          <p:cNvSpPr txBox="1"/>
          <p:nvPr/>
        </p:nvSpPr>
        <p:spPr>
          <a:xfrm>
            <a:off x="7358040" y="4136760"/>
            <a:ext cx="270396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enforced on Vercel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5" name=""/>
          <p:cNvSpPr/>
          <p:nvPr/>
        </p:nvSpPr>
        <p:spPr>
          <a:xfrm>
            <a:off x="3162240" y="6495840"/>
            <a:ext cx="1724400" cy="362160"/>
          </a:xfrm>
          <a:custGeom>
            <a:avLst/>
            <a:gdLst/>
            <a:ahLst/>
            <a:rect l="0" t="0" r="r" b="b"/>
            <a:pathLst>
              <a:path w="4790" h="1006">
                <a:moveTo>
                  <a:pt x="0" y="1006"/>
                </a:moveTo>
                <a:lnTo>
                  <a:pt x="0" y="238"/>
                </a:lnTo>
                <a:cubicBezTo>
                  <a:pt x="0" y="223"/>
                  <a:pt x="1" y="207"/>
                  <a:pt x="4" y="192"/>
                </a:cubicBezTo>
                <a:cubicBezTo>
                  <a:pt x="7" y="176"/>
                  <a:pt x="12" y="162"/>
                  <a:pt x="18" y="147"/>
                </a:cubicBezTo>
                <a:cubicBezTo>
                  <a:pt x="24" y="133"/>
                  <a:pt x="31" y="119"/>
                  <a:pt x="40" y="106"/>
                </a:cubicBezTo>
                <a:cubicBezTo>
                  <a:pt x="48" y="93"/>
                  <a:pt x="58" y="81"/>
                  <a:pt x="69" y="70"/>
                </a:cubicBezTo>
                <a:cubicBezTo>
                  <a:pt x="80" y="59"/>
                  <a:pt x="92" y="49"/>
                  <a:pt x="105" y="40"/>
                </a:cubicBezTo>
                <a:cubicBezTo>
                  <a:pt x="118" y="32"/>
                  <a:pt x="132" y="24"/>
                  <a:pt x="147" y="18"/>
                </a:cubicBezTo>
                <a:cubicBezTo>
                  <a:pt x="161" y="12"/>
                  <a:pt x="176" y="8"/>
                  <a:pt x="191" y="5"/>
                </a:cubicBezTo>
                <a:cubicBezTo>
                  <a:pt x="207" y="2"/>
                  <a:pt x="222" y="0"/>
                  <a:pt x="238" y="0"/>
                </a:cubicBezTo>
                <a:lnTo>
                  <a:pt x="4551" y="0"/>
                </a:lnTo>
                <a:cubicBezTo>
                  <a:pt x="4567" y="0"/>
                  <a:pt x="4583" y="2"/>
                  <a:pt x="4598" y="5"/>
                </a:cubicBezTo>
                <a:cubicBezTo>
                  <a:pt x="4613" y="8"/>
                  <a:pt x="4628" y="12"/>
                  <a:pt x="4643" y="18"/>
                </a:cubicBezTo>
                <a:cubicBezTo>
                  <a:pt x="4657" y="24"/>
                  <a:pt x="4671" y="32"/>
                  <a:pt x="4684" y="40"/>
                </a:cubicBezTo>
                <a:cubicBezTo>
                  <a:pt x="4697" y="49"/>
                  <a:pt x="4709" y="59"/>
                  <a:pt x="4720" y="70"/>
                </a:cubicBezTo>
                <a:cubicBezTo>
                  <a:pt x="4731" y="81"/>
                  <a:pt x="4741" y="93"/>
                  <a:pt x="4749" y="106"/>
                </a:cubicBezTo>
                <a:cubicBezTo>
                  <a:pt x="4758" y="119"/>
                  <a:pt x="4766" y="133"/>
                  <a:pt x="4771" y="147"/>
                </a:cubicBezTo>
                <a:cubicBezTo>
                  <a:pt x="4777" y="162"/>
                  <a:pt x="4782" y="176"/>
                  <a:pt x="4785" y="192"/>
                </a:cubicBezTo>
                <a:cubicBezTo>
                  <a:pt x="4788" y="207"/>
                  <a:pt x="4790" y="223"/>
                  <a:pt x="4790" y="238"/>
                </a:cubicBezTo>
                <a:lnTo>
                  <a:pt x="4790" y="1006"/>
                </a:lnTo>
                <a:lnTo>
                  <a:pt x="0" y="1006"/>
                </a:lnTo>
                <a:close/>
              </a:path>
            </a:pathLst>
          </a:custGeom>
          <a:solidFill>
            <a:srgbClr val="EEF0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6" name=""/>
          <p:cNvSpPr/>
          <p:nvPr/>
        </p:nvSpPr>
        <p:spPr>
          <a:xfrm>
            <a:off x="3162240" y="6495840"/>
            <a:ext cx="1724400" cy="362160"/>
          </a:xfrm>
          <a:custGeom>
            <a:avLst/>
            <a:gdLst/>
            <a:ahLst/>
            <a:rect l="0" t="0" r="r" b="b"/>
            <a:pathLst>
              <a:path w="4790" h="1006">
                <a:moveTo>
                  <a:pt x="0" y="1006"/>
                </a:moveTo>
                <a:lnTo>
                  <a:pt x="0" y="238"/>
                </a:lnTo>
                <a:cubicBezTo>
                  <a:pt x="0" y="223"/>
                  <a:pt x="1" y="207"/>
                  <a:pt x="4" y="192"/>
                </a:cubicBezTo>
                <a:cubicBezTo>
                  <a:pt x="7" y="176"/>
                  <a:pt x="12" y="162"/>
                  <a:pt x="18" y="147"/>
                </a:cubicBezTo>
                <a:cubicBezTo>
                  <a:pt x="24" y="133"/>
                  <a:pt x="31" y="119"/>
                  <a:pt x="40" y="106"/>
                </a:cubicBezTo>
                <a:cubicBezTo>
                  <a:pt x="48" y="93"/>
                  <a:pt x="58" y="81"/>
                  <a:pt x="69" y="70"/>
                </a:cubicBezTo>
                <a:cubicBezTo>
                  <a:pt x="80" y="59"/>
                  <a:pt x="92" y="49"/>
                  <a:pt x="105" y="40"/>
                </a:cubicBezTo>
                <a:cubicBezTo>
                  <a:pt x="118" y="32"/>
                  <a:pt x="132" y="24"/>
                  <a:pt x="147" y="18"/>
                </a:cubicBezTo>
                <a:cubicBezTo>
                  <a:pt x="161" y="12"/>
                  <a:pt x="176" y="8"/>
                  <a:pt x="191" y="5"/>
                </a:cubicBezTo>
                <a:cubicBezTo>
                  <a:pt x="207" y="2"/>
                  <a:pt x="222" y="0"/>
                  <a:pt x="238" y="0"/>
                </a:cubicBezTo>
                <a:lnTo>
                  <a:pt x="4551" y="0"/>
                </a:lnTo>
                <a:cubicBezTo>
                  <a:pt x="4567" y="0"/>
                  <a:pt x="4583" y="2"/>
                  <a:pt x="4598" y="5"/>
                </a:cubicBezTo>
                <a:cubicBezTo>
                  <a:pt x="4613" y="8"/>
                  <a:pt x="4628" y="12"/>
                  <a:pt x="4643" y="18"/>
                </a:cubicBezTo>
                <a:cubicBezTo>
                  <a:pt x="4657" y="24"/>
                  <a:pt x="4671" y="32"/>
                  <a:pt x="4684" y="40"/>
                </a:cubicBezTo>
                <a:cubicBezTo>
                  <a:pt x="4697" y="49"/>
                  <a:pt x="4709" y="59"/>
                  <a:pt x="4720" y="70"/>
                </a:cubicBezTo>
                <a:cubicBezTo>
                  <a:pt x="4731" y="81"/>
                  <a:pt x="4741" y="93"/>
                  <a:pt x="4749" y="106"/>
                </a:cubicBezTo>
                <a:cubicBezTo>
                  <a:pt x="4758" y="119"/>
                  <a:pt x="4766" y="133"/>
                  <a:pt x="4771" y="147"/>
                </a:cubicBezTo>
                <a:cubicBezTo>
                  <a:pt x="4777" y="162"/>
                  <a:pt x="4782" y="176"/>
                  <a:pt x="4785" y="192"/>
                </a:cubicBezTo>
                <a:cubicBezTo>
                  <a:pt x="4788" y="207"/>
                  <a:pt x="4790" y="223"/>
                  <a:pt x="4790" y="238"/>
                </a:cubicBezTo>
                <a:lnTo>
                  <a:pt x="4790" y="1006"/>
                </a:lnTo>
                <a:lnTo>
                  <a:pt x="0" y="1006"/>
                </a:lnTo>
                <a:close/>
              </a:path>
            </a:pathLst>
          </a:custGeom>
          <a:noFill/>
          <a:ln w="18720">
            <a:solidFill>
              <a:srgbClr val="00008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7" name=""/>
          <p:cNvSpPr txBox="1"/>
          <p:nvPr/>
        </p:nvSpPr>
        <p:spPr>
          <a:xfrm>
            <a:off x="960120" y="6585120"/>
            <a:ext cx="99648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4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Login /</a:t>
            </a:r>
            <a:endParaRPr lang="en-IN" sz="2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8" name=""/>
          <p:cNvSpPr/>
          <p:nvPr/>
        </p:nvSpPr>
        <p:spPr>
          <a:xfrm>
            <a:off x="5467320" y="6495840"/>
            <a:ext cx="1514520" cy="362160"/>
          </a:xfrm>
          <a:custGeom>
            <a:avLst/>
            <a:gdLst/>
            <a:ahLst/>
            <a:rect l="0" t="0" r="r" b="b"/>
            <a:pathLst>
              <a:path w="4207" h="1006">
                <a:moveTo>
                  <a:pt x="0" y="1006"/>
                </a:moveTo>
                <a:lnTo>
                  <a:pt x="0" y="238"/>
                </a:lnTo>
                <a:cubicBezTo>
                  <a:pt x="0" y="223"/>
                  <a:pt x="1" y="207"/>
                  <a:pt x="4" y="192"/>
                </a:cubicBezTo>
                <a:cubicBezTo>
                  <a:pt x="7" y="176"/>
                  <a:pt x="12" y="162"/>
                  <a:pt x="18" y="147"/>
                </a:cubicBezTo>
                <a:cubicBezTo>
                  <a:pt x="24" y="133"/>
                  <a:pt x="31" y="119"/>
                  <a:pt x="40" y="106"/>
                </a:cubicBezTo>
                <a:cubicBezTo>
                  <a:pt x="48" y="93"/>
                  <a:pt x="58" y="81"/>
                  <a:pt x="69" y="70"/>
                </a:cubicBezTo>
                <a:cubicBezTo>
                  <a:pt x="80" y="59"/>
                  <a:pt x="92" y="49"/>
                  <a:pt x="105" y="40"/>
                </a:cubicBezTo>
                <a:cubicBezTo>
                  <a:pt x="118" y="32"/>
                  <a:pt x="132" y="24"/>
                  <a:pt x="147" y="18"/>
                </a:cubicBezTo>
                <a:cubicBezTo>
                  <a:pt x="161" y="12"/>
                  <a:pt x="176" y="8"/>
                  <a:pt x="191" y="5"/>
                </a:cubicBezTo>
                <a:cubicBezTo>
                  <a:pt x="207" y="2"/>
                  <a:pt x="222" y="0"/>
                  <a:pt x="238" y="0"/>
                </a:cubicBezTo>
                <a:lnTo>
                  <a:pt x="3969" y="0"/>
                </a:lnTo>
                <a:cubicBezTo>
                  <a:pt x="3985" y="0"/>
                  <a:pt x="4000" y="2"/>
                  <a:pt x="4016" y="5"/>
                </a:cubicBezTo>
                <a:cubicBezTo>
                  <a:pt x="4031" y="8"/>
                  <a:pt x="4046" y="12"/>
                  <a:pt x="4060" y="18"/>
                </a:cubicBezTo>
                <a:cubicBezTo>
                  <a:pt x="4075" y="24"/>
                  <a:pt x="4089" y="32"/>
                  <a:pt x="4102" y="40"/>
                </a:cubicBezTo>
                <a:cubicBezTo>
                  <a:pt x="4115" y="49"/>
                  <a:pt x="4127" y="59"/>
                  <a:pt x="4138" y="70"/>
                </a:cubicBezTo>
                <a:cubicBezTo>
                  <a:pt x="4149" y="81"/>
                  <a:pt x="4159" y="93"/>
                  <a:pt x="4167" y="106"/>
                </a:cubicBezTo>
                <a:cubicBezTo>
                  <a:pt x="4176" y="119"/>
                  <a:pt x="4183" y="133"/>
                  <a:pt x="4189" y="147"/>
                </a:cubicBezTo>
                <a:cubicBezTo>
                  <a:pt x="4195" y="162"/>
                  <a:pt x="4200" y="176"/>
                  <a:pt x="4203" y="192"/>
                </a:cubicBezTo>
                <a:cubicBezTo>
                  <a:pt x="4206" y="207"/>
                  <a:pt x="4207" y="223"/>
                  <a:pt x="4207" y="238"/>
                </a:cubicBezTo>
                <a:lnTo>
                  <a:pt x="4207" y="1006"/>
                </a:lnTo>
                <a:lnTo>
                  <a:pt x="0" y="1006"/>
                </a:lnTo>
                <a:close/>
              </a:path>
            </a:pathLst>
          </a:custGeom>
          <a:solidFill>
            <a:srgbClr val="ECF9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9" name=""/>
          <p:cNvSpPr/>
          <p:nvPr/>
        </p:nvSpPr>
        <p:spPr>
          <a:xfrm>
            <a:off x="5467320" y="6495840"/>
            <a:ext cx="1514520" cy="362160"/>
          </a:xfrm>
          <a:custGeom>
            <a:avLst/>
            <a:gdLst/>
            <a:ahLst/>
            <a:rect l="0" t="0" r="r" b="b"/>
            <a:pathLst>
              <a:path w="4207" h="1006">
                <a:moveTo>
                  <a:pt x="0" y="1006"/>
                </a:moveTo>
                <a:lnTo>
                  <a:pt x="0" y="238"/>
                </a:lnTo>
                <a:cubicBezTo>
                  <a:pt x="0" y="223"/>
                  <a:pt x="1" y="207"/>
                  <a:pt x="4" y="192"/>
                </a:cubicBezTo>
                <a:cubicBezTo>
                  <a:pt x="7" y="176"/>
                  <a:pt x="12" y="162"/>
                  <a:pt x="18" y="147"/>
                </a:cubicBezTo>
                <a:cubicBezTo>
                  <a:pt x="24" y="133"/>
                  <a:pt x="31" y="119"/>
                  <a:pt x="40" y="106"/>
                </a:cubicBezTo>
                <a:cubicBezTo>
                  <a:pt x="48" y="93"/>
                  <a:pt x="58" y="81"/>
                  <a:pt x="69" y="70"/>
                </a:cubicBezTo>
                <a:cubicBezTo>
                  <a:pt x="80" y="59"/>
                  <a:pt x="92" y="49"/>
                  <a:pt x="105" y="40"/>
                </a:cubicBezTo>
                <a:cubicBezTo>
                  <a:pt x="118" y="32"/>
                  <a:pt x="132" y="24"/>
                  <a:pt x="147" y="18"/>
                </a:cubicBezTo>
                <a:cubicBezTo>
                  <a:pt x="161" y="12"/>
                  <a:pt x="176" y="8"/>
                  <a:pt x="191" y="5"/>
                </a:cubicBezTo>
                <a:cubicBezTo>
                  <a:pt x="207" y="2"/>
                  <a:pt x="222" y="0"/>
                  <a:pt x="238" y="0"/>
                </a:cubicBezTo>
                <a:lnTo>
                  <a:pt x="3969" y="0"/>
                </a:lnTo>
                <a:cubicBezTo>
                  <a:pt x="3985" y="0"/>
                  <a:pt x="4000" y="2"/>
                  <a:pt x="4016" y="5"/>
                </a:cubicBezTo>
                <a:cubicBezTo>
                  <a:pt x="4031" y="8"/>
                  <a:pt x="4046" y="12"/>
                  <a:pt x="4060" y="18"/>
                </a:cubicBezTo>
                <a:cubicBezTo>
                  <a:pt x="4075" y="24"/>
                  <a:pt x="4089" y="32"/>
                  <a:pt x="4102" y="40"/>
                </a:cubicBezTo>
                <a:cubicBezTo>
                  <a:pt x="4115" y="49"/>
                  <a:pt x="4127" y="59"/>
                  <a:pt x="4138" y="70"/>
                </a:cubicBezTo>
                <a:cubicBezTo>
                  <a:pt x="4149" y="81"/>
                  <a:pt x="4159" y="93"/>
                  <a:pt x="4167" y="106"/>
                </a:cubicBezTo>
                <a:cubicBezTo>
                  <a:pt x="4176" y="119"/>
                  <a:pt x="4183" y="133"/>
                  <a:pt x="4189" y="147"/>
                </a:cubicBezTo>
                <a:cubicBezTo>
                  <a:pt x="4195" y="162"/>
                  <a:pt x="4200" y="176"/>
                  <a:pt x="4203" y="192"/>
                </a:cubicBezTo>
                <a:cubicBezTo>
                  <a:pt x="4206" y="207"/>
                  <a:pt x="4207" y="223"/>
                  <a:pt x="4207" y="238"/>
                </a:cubicBezTo>
                <a:lnTo>
                  <a:pt x="4207" y="1006"/>
                </a:lnTo>
                <a:lnTo>
                  <a:pt x="0" y="1006"/>
                </a:lnTo>
                <a:close/>
              </a:path>
            </a:pathLst>
          </a:custGeom>
          <a:noFill/>
          <a:ln w="18720">
            <a:solidFill>
              <a:srgbClr val="138808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0" name=""/>
          <p:cNvSpPr txBox="1"/>
          <p:nvPr/>
        </p:nvSpPr>
        <p:spPr>
          <a:xfrm>
            <a:off x="3497400" y="6585120"/>
            <a:ext cx="98784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4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bcr ypt</a:t>
            </a:r>
            <a:endParaRPr lang="en-IN" sz="2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1" name=""/>
          <p:cNvSpPr/>
          <p:nvPr/>
        </p:nvSpPr>
        <p:spPr>
          <a:xfrm>
            <a:off x="7572240" y="6495840"/>
            <a:ext cx="1495800" cy="362160"/>
          </a:xfrm>
          <a:custGeom>
            <a:avLst/>
            <a:gdLst/>
            <a:ahLst/>
            <a:rect l="0" t="0" r="r" b="b"/>
            <a:pathLst>
              <a:path w="4155" h="1006">
                <a:moveTo>
                  <a:pt x="0" y="1006"/>
                </a:moveTo>
                <a:lnTo>
                  <a:pt x="0" y="238"/>
                </a:lnTo>
                <a:cubicBezTo>
                  <a:pt x="0" y="223"/>
                  <a:pt x="1" y="207"/>
                  <a:pt x="4" y="192"/>
                </a:cubicBezTo>
                <a:cubicBezTo>
                  <a:pt x="7" y="176"/>
                  <a:pt x="12" y="162"/>
                  <a:pt x="18" y="147"/>
                </a:cubicBezTo>
                <a:cubicBezTo>
                  <a:pt x="24" y="133"/>
                  <a:pt x="31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2"/>
                  <a:pt x="132" y="24"/>
                  <a:pt x="147" y="18"/>
                </a:cubicBezTo>
                <a:cubicBezTo>
                  <a:pt x="161" y="12"/>
                  <a:pt x="176" y="8"/>
                  <a:pt x="192" y="5"/>
                </a:cubicBezTo>
                <a:cubicBezTo>
                  <a:pt x="207" y="2"/>
                  <a:pt x="222" y="0"/>
                  <a:pt x="238" y="0"/>
                </a:cubicBezTo>
                <a:lnTo>
                  <a:pt x="3917" y="0"/>
                </a:lnTo>
                <a:cubicBezTo>
                  <a:pt x="3932" y="0"/>
                  <a:pt x="3948" y="2"/>
                  <a:pt x="3963" y="5"/>
                </a:cubicBezTo>
                <a:cubicBezTo>
                  <a:pt x="3978" y="8"/>
                  <a:pt x="3993" y="12"/>
                  <a:pt x="4008" y="18"/>
                </a:cubicBezTo>
                <a:cubicBezTo>
                  <a:pt x="4022" y="24"/>
                  <a:pt x="4036" y="32"/>
                  <a:pt x="4049" y="40"/>
                </a:cubicBezTo>
                <a:cubicBezTo>
                  <a:pt x="4062" y="49"/>
                  <a:pt x="4074" y="59"/>
                  <a:pt x="4085" y="70"/>
                </a:cubicBezTo>
                <a:cubicBezTo>
                  <a:pt x="4096" y="81"/>
                  <a:pt x="4106" y="93"/>
                  <a:pt x="4115" y="106"/>
                </a:cubicBezTo>
                <a:cubicBezTo>
                  <a:pt x="4123" y="119"/>
                  <a:pt x="4131" y="133"/>
                  <a:pt x="4137" y="147"/>
                </a:cubicBezTo>
                <a:cubicBezTo>
                  <a:pt x="4143" y="162"/>
                  <a:pt x="4147" y="176"/>
                  <a:pt x="4150" y="192"/>
                </a:cubicBezTo>
                <a:cubicBezTo>
                  <a:pt x="4153" y="207"/>
                  <a:pt x="4155" y="223"/>
                  <a:pt x="4155" y="238"/>
                </a:cubicBezTo>
                <a:lnTo>
                  <a:pt x="4155" y="1006"/>
                </a:lnTo>
                <a:lnTo>
                  <a:pt x="0" y="1006"/>
                </a:lnTo>
                <a:close/>
              </a:path>
            </a:pathLst>
          </a:custGeom>
          <a:solidFill>
            <a:srgbClr val="EEF0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2" name=""/>
          <p:cNvSpPr/>
          <p:nvPr/>
        </p:nvSpPr>
        <p:spPr>
          <a:xfrm>
            <a:off x="7572240" y="6495840"/>
            <a:ext cx="1495800" cy="362160"/>
          </a:xfrm>
          <a:custGeom>
            <a:avLst/>
            <a:gdLst/>
            <a:ahLst/>
            <a:rect l="0" t="0" r="r" b="b"/>
            <a:pathLst>
              <a:path w="4155" h="1006">
                <a:moveTo>
                  <a:pt x="0" y="1006"/>
                </a:moveTo>
                <a:lnTo>
                  <a:pt x="0" y="238"/>
                </a:lnTo>
                <a:cubicBezTo>
                  <a:pt x="0" y="223"/>
                  <a:pt x="1" y="207"/>
                  <a:pt x="4" y="192"/>
                </a:cubicBezTo>
                <a:cubicBezTo>
                  <a:pt x="7" y="176"/>
                  <a:pt x="12" y="162"/>
                  <a:pt x="18" y="147"/>
                </a:cubicBezTo>
                <a:cubicBezTo>
                  <a:pt x="24" y="133"/>
                  <a:pt x="31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2"/>
                  <a:pt x="132" y="24"/>
                  <a:pt x="147" y="18"/>
                </a:cubicBezTo>
                <a:cubicBezTo>
                  <a:pt x="161" y="12"/>
                  <a:pt x="176" y="8"/>
                  <a:pt x="192" y="5"/>
                </a:cubicBezTo>
                <a:cubicBezTo>
                  <a:pt x="207" y="2"/>
                  <a:pt x="222" y="0"/>
                  <a:pt x="238" y="0"/>
                </a:cubicBezTo>
                <a:lnTo>
                  <a:pt x="3917" y="0"/>
                </a:lnTo>
                <a:cubicBezTo>
                  <a:pt x="3932" y="0"/>
                  <a:pt x="3948" y="2"/>
                  <a:pt x="3963" y="5"/>
                </a:cubicBezTo>
                <a:cubicBezTo>
                  <a:pt x="3978" y="8"/>
                  <a:pt x="3993" y="12"/>
                  <a:pt x="4008" y="18"/>
                </a:cubicBezTo>
                <a:cubicBezTo>
                  <a:pt x="4022" y="24"/>
                  <a:pt x="4036" y="32"/>
                  <a:pt x="4049" y="40"/>
                </a:cubicBezTo>
                <a:cubicBezTo>
                  <a:pt x="4062" y="49"/>
                  <a:pt x="4074" y="59"/>
                  <a:pt x="4085" y="70"/>
                </a:cubicBezTo>
                <a:cubicBezTo>
                  <a:pt x="4096" y="81"/>
                  <a:pt x="4106" y="93"/>
                  <a:pt x="4115" y="106"/>
                </a:cubicBezTo>
                <a:cubicBezTo>
                  <a:pt x="4123" y="119"/>
                  <a:pt x="4131" y="133"/>
                  <a:pt x="4137" y="147"/>
                </a:cubicBezTo>
                <a:cubicBezTo>
                  <a:pt x="4143" y="162"/>
                  <a:pt x="4147" y="176"/>
                  <a:pt x="4150" y="192"/>
                </a:cubicBezTo>
                <a:cubicBezTo>
                  <a:pt x="4153" y="207"/>
                  <a:pt x="4155" y="223"/>
                  <a:pt x="4155" y="238"/>
                </a:cubicBezTo>
                <a:lnTo>
                  <a:pt x="4155" y="1006"/>
                </a:lnTo>
                <a:lnTo>
                  <a:pt x="0" y="1006"/>
                </a:lnTo>
                <a:close/>
              </a:path>
            </a:pathLst>
          </a:custGeom>
          <a:noFill/>
          <a:ln w="18720">
            <a:solidFill>
              <a:srgbClr val="00008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3" name=""/>
          <p:cNvSpPr txBox="1"/>
          <p:nvPr/>
        </p:nvSpPr>
        <p:spPr>
          <a:xfrm>
            <a:off x="5898960" y="6585120"/>
            <a:ext cx="60588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4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JWT</a:t>
            </a:r>
            <a:endParaRPr lang="en-IN" sz="2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4" name=""/>
          <p:cNvSpPr/>
          <p:nvPr/>
        </p:nvSpPr>
        <p:spPr>
          <a:xfrm>
            <a:off x="9658080" y="6495840"/>
            <a:ext cx="2029320" cy="362160"/>
          </a:xfrm>
          <a:custGeom>
            <a:avLst/>
            <a:gdLst/>
            <a:ahLst/>
            <a:rect l="0" t="0" r="r" b="b"/>
            <a:pathLst>
              <a:path w="5637" h="1006">
                <a:moveTo>
                  <a:pt x="0" y="1006"/>
                </a:moveTo>
                <a:lnTo>
                  <a:pt x="0" y="238"/>
                </a:lnTo>
                <a:cubicBezTo>
                  <a:pt x="0" y="223"/>
                  <a:pt x="2" y="207"/>
                  <a:pt x="5" y="192"/>
                </a:cubicBezTo>
                <a:cubicBezTo>
                  <a:pt x="8" y="176"/>
                  <a:pt x="12" y="162"/>
                  <a:pt x="18" y="147"/>
                </a:cubicBezTo>
                <a:cubicBezTo>
                  <a:pt x="24" y="133"/>
                  <a:pt x="32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2"/>
                  <a:pt x="133" y="24"/>
                  <a:pt x="147" y="18"/>
                </a:cubicBezTo>
                <a:cubicBezTo>
                  <a:pt x="162" y="12"/>
                  <a:pt x="177" y="8"/>
                  <a:pt x="192" y="5"/>
                </a:cubicBezTo>
                <a:cubicBezTo>
                  <a:pt x="207" y="2"/>
                  <a:pt x="223" y="0"/>
                  <a:pt x="238" y="0"/>
                </a:cubicBezTo>
                <a:lnTo>
                  <a:pt x="5399" y="0"/>
                </a:lnTo>
                <a:cubicBezTo>
                  <a:pt x="5414" y="0"/>
                  <a:pt x="5430" y="2"/>
                  <a:pt x="5445" y="5"/>
                </a:cubicBezTo>
                <a:cubicBezTo>
                  <a:pt x="5461" y="8"/>
                  <a:pt x="5475" y="12"/>
                  <a:pt x="5490" y="18"/>
                </a:cubicBezTo>
                <a:cubicBezTo>
                  <a:pt x="5504" y="24"/>
                  <a:pt x="5518" y="32"/>
                  <a:pt x="5531" y="40"/>
                </a:cubicBezTo>
                <a:cubicBezTo>
                  <a:pt x="5544" y="49"/>
                  <a:pt x="5556" y="59"/>
                  <a:pt x="5567" y="70"/>
                </a:cubicBezTo>
                <a:cubicBezTo>
                  <a:pt x="5578" y="81"/>
                  <a:pt x="5588" y="93"/>
                  <a:pt x="5597" y="106"/>
                </a:cubicBezTo>
                <a:cubicBezTo>
                  <a:pt x="5605" y="119"/>
                  <a:pt x="5613" y="133"/>
                  <a:pt x="5619" y="147"/>
                </a:cubicBezTo>
                <a:cubicBezTo>
                  <a:pt x="5625" y="162"/>
                  <a:pt x="5629" y="176"/>
                  <a:pt x="5632" y="192"/>
                </a:cubicBezTo>
                <a:cubicBezTo>
                  <a:pt x="5635" y="207"/>
                  <a:pt x="5637" y="223"/>
                  <a:pt x="5637" y="238"/>
                </a:cubicBezTo>
                <a:lnTo>
                  <a:pt x="5637" y="1006"/>
                </a:lnTo>
                <a:lnTo>
                  <a:pt x="0" y="1006"/>
                </a:lnTo>
                <a:close/>
              </a:path>
            </a:pathLst>
          </a:custGeom>
          <a:solidFill>
            <a:srgbClr val="FF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5" name=""/>
          <p:cNvSpPr/>
          <p:nvPr/>
        </p:nvSpPr>
        <p:spPr>
          <a:xfrm>
            <a:off x="9658080" y="6495840"/>
            <a:ext cx="2029320" cy="362160"/>
          </a:xfrm>
          <a:custGeom>
            <a:avLst/>
            <a:gdLst/>
            <a:ahLst/>
            <a:rect l="0" t="0" r="r" b="b"/>
            <a:pathLst>
              <a:path w="5637" h="1006">
                <a:moveTo>
                  <a:pt x="0" y="1006"/>
                </a:moveTo>
                <a:lnTo>
                  <a:pt x="0" y="238"/>
                </a:lnTo>
                <a:cubicBezTo>
                  <a:pt x="0" y="223"/>
                  <a:pt x="2" y="207"/>
                  <a:pt x="5" y="192"/>
                </a:cubicBezTo>
                <a:cubicBezTo>
                  <a:pt x="8" y="176"/>
                  <a:pt x="12" y="162"/>
                  <a:pt x="18" y="147"/>
                </a:cubicBezTo>
                <a:cubicBezTo>
                  <a:pt x="24" y="133"/>
                  <a:pt x="32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2"/>
                  <a:pt x="133" y="24"/>
                  <a:pt x="147" y="18"/>
                </a:cubicBezTo>
                <a:cubicBezTo>
                  <a:pt x="162" y="12"/>
                  <a:pt x="177" y="8"/>
                  <a:pt x="192" y="5"/>
                </a:cubicBezTo>
                <a:cubicBezTo>
                  <a:pt x="207" y="2"/>
                  <a:pt x="223" y="0"/>
                  <a:pt x="238" y="0"/>
                </a:cubicBezTo>
                <a:lnTo>
                  <a:pt x="5399" y="0"/>
                </a:lnTo>
                <a:cubicBezTo>
                  <a:pt x="5414" y="0"/>
                  <a:pt x="5430" y="2"/>
                  <a:pt x="5445" y="5"/>
                </a:cubicBezTo>
                <a:cubicBezTo>
                  <a:pt x="5461" y="8"/>
                  <a:pt x="5475" y="12"/>
                  <a:pt x="5490" y="18"/>
                </a:cubicBezTo>
                <a:cubicBezTo>
                  <a:pt x="5504" y="24"/>
                  <a:pt x="5518" y="32"/>
                  <a:pt x="5531" y="40"/>
                </a:cubicBezTo>
                <a:cubicBezTo>
                  <a:pt x="5544" y="49"/>
                  <a:pt x="5556" y="59"/>
                  <a:pt x="5567" y="70"/>
                </a:cubicBezTo>
                <a:cubicBezTo>
                  <a:pt x="5578" y="81"/>
                  <a:pt x="5588" y="93"/>
                  <a:pt x="5597" y="106"/>
                </a:cubicBezTo>
                <a:cubicBezTo>
                  <a:pt x="5605" y="119"/>
                  <a:pt x="5613" y="133"/>
                  <a:pt x="5619" y="147"/>
                </a:cubicBezTo>
                <a:cubicBezTo>
                  <a:pt x="5625" y="162"/>
                  <a:pt x="5629" y="176"/>
                  <a:pt x="5632" y="192"/>
                </a:cubicBezTo>
                <a:cubicBezTo>
                  <a:pt x="5635" y="207"/>
                  <a:pt x="5637" y="223"/>
                  <a:pt x="5637" y="238"/>
                </a:cubicBezTo>
                <a:lnTo>
                  <a:pt x="5637" y="1006"/>
                </a:lnTo>
                <a:lnTo>
                  <a:pt x="0" y="1006"/>
                </a:lnTo>
                <a:close/>
              </a:path>
            </a:pathLst>
          </a:custGeom>
          <a:noFill/>
          <a:ln w="18720">
            <a:solidFill>
              <a:srgbClr val="E63946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6" name=""/>
          <p:cNvSpPr txBox="1"/>
          <p:nvPr/>
        </p:nvSpPr>
        <p:spPr>
          <a:xfrm>
            <a:off x="7968600" y="6585120"/>
            <a:ext cx="62172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4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Role</a:t>
            </a:r>
            <a:endParaRPr lang="en-IN" sz="2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7" name=""/>
          <p:cNvSpPr/>
          <p:nvPr/>
        </p:nvSpPr>
        <p:spPr>
          <a:xfrm>
            <a:off x="11005920" y="6431400"/>
            <a:ext cx="852840" cy="426600"/>
          </a:xfrm>
          <a:custGeom>
            <a:avLst/>
            <a:gdLst/>
            <a:ahLst/>
            <a:rect l="0" t="0" r="r" b="b"/>
            <a:pathLst>
              <a:path w="2369" h="1185">
                <a:moveTo>
                  <a:pt x="0" y="1185"/>
                </a:moveTo>
                <a:lnTo>
                  <a:pt x="1184" y="0"/>
                </a:lnTo>
                <a:lnTo>
                  <a:pt x="2369" y="1185"/>
                </a:lnTo>
                <a:lnTo>
                  <a:pt x="0" y="1185"/>
                </a:ln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8" name=""/>
          <p:cNvSpPr/>
          <p:nvPr/>
        </p:nvSpPr>
        <p:spPr>
          <a:xfrm>
            <a:off x="10858320" y="6747120"/>
            <a:ext cx="111240" cy="110880"/>
          </a:xfrm>
          <a:custGeom>
            <a:avLst/>
            <a:gdLst/>
            <a:ahLst/>
            <a:rect l="0" t="0" r="r" b="b"/>
            <a:pathLst>
              <a:path w="309" h="308">
                <a:moveTo>
                  <a:pt x="0" y="0"/>
                </a:moveTo>
                <a:lnTo>
                  <a:pt x="309" y="308"/>
                </a:lnTo>
                <a:lnTo>
                  <a:pt x="0" y="30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9" name=""/>
          <p:cNvSpPr/>
          <p:nvPr/>
        </p:nvSpPr>
        <p:spPr>
          <a:xfrm>
            <a:off x="10858320" y="6579720"/>
            <a:ext cx="277920" cy="278280"/>
          </a:xfrm>
          <a:custGeom>
            <a:avLst/>
            <a:gdLst/>
            <a:ahLst/>
            <a:rect l="0" t="0" r="r" b="b"/>
            <a:pathLst>
              <a:path w="772" h="773">
                <a:moveTo>
                  <a:pt x="309" y="773"/>
                </a:moveTo>
                <a:lnTo>
                  <a:pt x="0" y="465"/>
                </a:lnTo>
                <a:lnTo>
                  <a:pt x="0" y="359"/>
                </a:lnTo>
                <a:lnTo>
                  <a:pt x="360" y="0"/>
                </a:lnTo>
                <a:lnTo>
                  <a:pt x="772" y="412"/>
                </a:lnTo>
                <a:lnTo>
                  <a:pt x="411" y="773"/>
                </a:lnTo>
                <a:lnTo>
                  <a:pt x="309" y="77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0" name=""/>
          <p:cNvSpPr/>
          <p:nvPr/>
        </p:nvSpPr>
        <p:spPr>
          <a:xfrm>
            <a:off x="10858320" y="6450480"/>
            <a:ext cx="129600" cy="258840"/>
          </a:xfrm>
          <a:custGeom>
            <a:avLst/>
            <a:gdLst/>
            <a:ahLst/>
            <a:rect l="0" t="0" r="r" b="b"/>
            <a:pathLst>
              <a:path w="360" h="719">
                <a:moveTo>
                  <a:pt x="0" y="0"/>
                </a:moveTo>
                <a:lnTo>
                  <a:pt x="360" y="359"/>
                </a:lnTo>
                <a:lnTo>
                  <a:pt x="0" y="71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1" name=""/>
          <p:cNvSpPr/>
          <p:nvPr/>
        </p:nvSpPr>
        <p:spPr>
          <a:xfrm>
            <a:off x="10987560" y="6431400"/>
            <a:ext cx="296640" cy="297000"/>
          </a:xfrm>
          <a:custGeom>
            <a:avLst/>
            <a:gdLst/>
            <a:ahLst/>
            <a:rect l="0" t="0" r="r" b="b"/>
            <a:pathLst>
              <a:path w="824" h="825">
                <a:moveTo>
                  <a:pt x="413" y="825"/>
                </a:moveTo>
                <a:lnTo>
                  <a:pt x="0" y="412"/>
                </a:lnTo>
                <a:lnTo>
                  <a:pt x="413" y="0"/>
                </a:lnTo>
                <a:lnTo>
                  <a:pt x="824" y="412"/>
                </a:lnTo>
                <a:lnTo>
                  <a:pt x="413" y="8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2" name=""/>
          <p:cNvSpPr/>
          <p:nvPr/>
        </p:nvSpPr>
        <p:spPr>
          <a:xfrm>
            <a:off x="11135880" y="6283440"/>
            <a:ext cx="296640" cy="296640"/>
          </a:xfrm>
          <a:custGeom>
            <a:avLst/>
            <a:gdLst/>
            <a:ahLst/>
            <a:rect l="0" t="0" r="r" b="b"/>
            <a:pathLst>
              <a:path w="824" h="824">
                <a:moveTo>
                  <a:pt x="411" y="824"/>
                </a:moveTo>
                <a:lnTo>
                  <a:pt x="0" y="412"/>
                </a:lnTo>
                <a:lnTo>
                  <a:pt x="411" y="0"/>
                </a:lnTo>
                <a:lnTo>
                  <a:pt x="824" y="412"/>
                </a:lnTo>
                <a:lnTo>
                  <a:pt x="411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3" name=""/>
          <p:cNvSpPr/>
          <p:nvPr/>
        </p:nvSpPr>
        <p:spPr>
          <a:xfrm>
            <a:off x="10858320" y="6283440"/>
            <a:ext cx="277920" cy="296640"/>
          </a:xfrm>
          <a:custGeom>
            <a:avLst/>
            <a:gdLst/>
            <a:ahLst/>
            <a:rect l="0" t="0" r="r" b="b"/>
            <a:pathLst>
              <a:path w="772" h="824">
                <a:moveTo>
                  <a:pt x="360" y="824"/>
                </a:moveTo>
                <a:lnTo>
                  <a:pt x="0" y="465"/>
                </a:lnTo>
                <a:lnTo>
                  <a:pt x="0" y="360"/>
                </a:lnTo>
                <a:lnTo>
                  <a:pt x="360" y="0"/>
                </a:lnTo>
                <a:lnTo>
                  <a:pt x="772" y="412"/>
                </a:lnTo>
                <a:lnTo>
                  <a:pt x="360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4" name=""/>
          <p:cNvSpPr/>
          <p:nvPr/>
        </p:nvSpPr>
        <p:spPr>
          <a:xfrm>
            <a:off x="10987560" y="6135120"/>
            <a:ext cx="296640" cy="296640"/>
          </a:xfrm>
          <a:custGeom>
            <a:avLst/>
            <a:gdLst/>
            <a:ahLst/>
            <a:rect l="0" t="0" r="r" b="b"/>
            <a:pathLst>
              <a:path w="824" h="824">
                <a:moveTo>
                  <a:pt x="413" y="824"/>
                </a:moveTo>
                <a:lnTo>
                  <a:pt x="0" y="412"/>
                </a:lnTo>
                <a:lnTo>
                  <a:pt x="413" y="0"/>
                </a:lnTo>
                <a:lnTo>
                  <a:pt x="824" y="412"/>
                </a:lnTo>
                <a:lnTo>
                  <a:pt x="413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5" name=""/>
          <p:cNvSpPr/>
          <p:nvPr/>
        </p:nvSpPr>
        <p:spPr>
          <a:xfrm>
            <a:off x="10858320" y="5857560"/>
            <a:ext cx="277920" cy="555480"/>
          </a:xfrm>
          <a:custGeom>
            <a:avLst/>
            <a:gdLst/>
            <a:ahLst/>
            <a:rect l="0" t="0" r="r" b="b"/>
            <a:pathLst>
              <a:path w="772" h="1543">
                <a:moveTo>
                  <a:pt x="0" y="0"/>
                </a:moveTo>
                <a:lnTo>
                  <a:pt x="772" y="771"/>
                </a:lnTo>
                <a:lnTo>
                  <a:pt x="0" y="154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6" name=""/>
          <p:cNvSpPr/>
          <p:nvPr/>
        </p:nvSpPr>
        <p:spPr>
          <a:xfrm>
            <a:off x="11432160" y="5838480"/>
            <a:ext cx="759960" cy="1019520"/>
          </a:xfrm>
          <a:custGeom>
            <a:avLst/>
            <a:gdLst/>
            <a:ahLst/>
            <a:rect l="0" t="0" r="r" b="b"/>
            <a:pathLst>
              <a:path w="2111" h="2832">
                <a:moveTo>
                  <a:pt x="1185" y="2832"/>
                </a:moveTo>
                <a:lnTo>
                  <a:pt x="0" y="1647"/>
                </a:lnTo>
                <a:lnTo>
                  <a:pt x="1648" y="0"/>
                </a:lnTo>
                <a:lnTo>
                  <a:pt x="2111" y="463"/>
                </a:lnTo>
                <a:lnTo>
                  <a:pt x="2111" y="2832"/>
                </a:lnTo>
                <a:lnTo>
                  <a:pt x="1185" y="2832"/>
                </a:ln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7" name=""/>
          <p:cNvSpPr/>
          <p:nvPr/>
        </p:nvSpPr>
        <p:spPr>
          <a:xfrm>
            <a:off x="12025080" y="5671800"/>
            <a:ext cx="167040" cy="333720"/>
          </a:xfrm>
          <a:custGeom>
            <a:avLst/>
            <a:gdLst/>
            <a:ahLst/>
            <a:rect l="0" t="0" r="r" b="b"/>
            <a:pathLst>
              <a:path w="464" h="927">
                <a:moveTo>
                  <a:pt x="464" y="927"/>
                </a:moveTo>
                <a:lnTo>
                  <a:pt x="0" y="464"/>
                </a:lnTo>
                <a:lnTo>
                  <a:pt x="464" y="0"/>
                </a:lnTo>
                <a:lnTo>
                  <a:pt x="464" y="927"/>
                </a:ln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8" name=""/>
          <p:cNvSpPr/>
          <p:nvPr/>
        </p:nvSpPr>
        <p:spPr>
          <a:xfrm>
            <a:off x="11283840" y="6135120"/>
            <a:ext cx="297000" cy="296640"/>
          </a:xfrm>
          <a:custGeom>
            <a:avLst/>
            <a:gdLst/>
            <a:ahLst/>
            <a:rect l="0" t="0" r="r" b="b"/>
            <a:pathLst>
              <a:path w="825" h="824">
                <a:moveTo>
                  <a:pt x="413" y="824"/>
                </a:moveTo>
                <a:lnTo>
                  <a:pt x="0" y="412"/>
                </a:lnTo>
                <a:lnTo>
                  <a:pt x="413" y="0"/>
                </a:lnTo>
                <a:lnTo>
                  <a:pt x="825" y="412"/>
                </a:lnTo>
                <a:lnTo>
                  <a:pt x="413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9" name=""/>
          <p:cNvSpPr/>
          <p:nvPr/>
        </p:nvSpPr>
        <p:spPr>
          <a:xfrm>
            <a:off x="11432160" y="5986800"/>
            <a:ext cx="297000" cy="297000"/>
          </a:xfrm>
          <a:custGeom>
            <a:avLst/>
            <a:gdLst/>
            <a:ahLst/>
            <a:rect l="0" t="0" r="r" b="b"/>
            <a:pathLst>
              <a:path w="825" h="825">
                <a:moveTo>
                  <a:pt x="412" y="825"/>
                </a:moveTo>
                <a:lnTo>
                  <a:pt x="0" y="413"/>
                </a:lnTo>
                <a:lnTo>
                  <a:pt x="412" y="0"/>
                </a:lnTo>
                <a:lnTo>
                  <a:pt x="825" y="413"/>
                </a:lnTo>
                <a:lnTo>
                  <a:pt x="412" y="8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0" name=""/>
          <p:cNvSpPr/>
          <p:nvPr/>
        </p:nvSpPr>
        <p:spPr>
          <a:xfrm>
            <a:off x="11135880" y="5986800"/>
            <a:ext cx="296640" cy="297000"/>
          </a:xfrm>
          <a:custGeom>
            <a:avLst/>
            <a:gdLst/>
            <a:ahLst/>
            <a:rect l="0" t="0" r="r" b="b"/>
            <a:pathLst>
              <a:path w="824" h="825">
                <a:moveTo>
                  <a:pt x="411" y="825"/>
                </a:moveTo>
                <a:lnTo>
                  <a:pt x="0" y="413"/>
                </a:lnTo>
                <a:lnTo>
                  <a:pt x="411" y="0"/>
                </a:lnTo>
                <a:lnTo>
                  <a:pt x="824" y="413"/>
                </a:lnTo>
                <a:lnTo>
                  <a:pt x="411" y="8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1" name=""/>
          <p:cNvSpPr/>
          <p:nvPr/>
        </p:nvSpPr>
        <p:spPr>
          <a:xfrm>
            <a:off x="11283840" y="5838480"/>
            <a:ext cx="297000" cy="297000"/>
          </a:xfrm>
          <a:custGeom>
            <a:avLst/>
            <a:gdLst/>
            <a:ahLst/>
            <a:rect l="0" t="0" r="r" b="b"/>
            <a:pathLst>
              <a:path w="825" h="825">
                <a:moveTo>
                  <a:pt x="413" y="825"/>
                </a:moveTo>
                <a:lnTo>
                  <a:pt x="0" y="412"/>
                </a:lnTo>
                <a:lnTo>
                  <a:pt x="413" y="0"/>
                </a:lnTo>
                <a:lnTo>
                  <a:pt x="825" y="412"/>
                </a:lnTo>
                <a:lnTo>
                  <a:pt x="413" y="8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2" name=""/>
          <p:cNvSpPr/>
          <p:nvPr/>
        </p:nvSpPr>
        <p:spPr>
          <a:xfrm>
            <a:off x="11580480" y="5838480"/>
            <a:ext cx="296640" cy="297000"/>
          </a:xfrm>
          <a:custGeom>
            <a:avLst/>
            <a:gdLst/>
            <a:ahLst/>
            <a:rect l="0" t="0" r="r" b="b"/>
            <a:pathLst>
              <a:path w="824" h="825">
                <a:moveTo>
                  <a:pt x="413" y="825"/>
                </a:moveTo>
                <a:lnTo>
                  <a:pt x="0" y="412"/>
                </a:lnTo>
                <a:lnTo>
                  <a:pt x="413" y="0"/>
                </a:lnTo>
                <a:lnTo>
                  <a:pt x="824" y="412"/>
                </a:lnTo>
                <a:lnTo>
                  <a:pt x="413" y="8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3" name=""/>
          <p:cNvSpPr/>
          <p:nvPr/>
        </p:nvSpPr>
        <p:spPr>
          <a:xfrm>
            <a:off x="11728800" y="5690520"/>
            <a:ext cx="296640" cy="296640"/>
          </a:xfrm>
          <a:custGeom>
            <a:avLst/>
            <a:gdLst/>
            <a:ahLst/>
            <a:rect l="0" t="0" r="r" b="b"/>
            <a:pathLst>
              <a:path w="824" h="824">
                <a:moveTo>
                  <a:pt x="411" y="824"/>
                </a:moveTo>
                <a:lnTo>
                  <a:pt x="0" y="412"/>
                </a:lnTo>
                <a:lnTo>
                  <a:pt x="411" y="0"/>
                </a:lnTo>
                <a:lnTo>
                  <a:pt x="824" y="412"/>
                </a:lnTo>
                <a:lnTo>
                  <a:pt x="411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4" name=""/>
          <p:cNvSpPr/>
          <p:nvPr/>
        </p:nvSpPr>
        <p:spPr>
          <a:xfrm>
            <a:off x="11432160" y="5690520"/>
            <a:ext cx="297000" cy="296640"/>
          </a:xfrm>
          <a:custGeom>
            <a:avLst/>
            <a:gdLst/>
            <a:ahLst/>
            <a:rect l="0" t="0" r="r" b="b"/>
            <a:pathLst>
              <a:path w="825" h="824">
                <a:moveTo>
                  <a:pt x="412" y="824"/>
                </a:moveTo>
                <a:lnTo>
                  <a:pt x="0" y="412"/>
                </a:lnTo>
                <a:lnTo>
                  <a:pt x="412" y="0"/>
                </a:lnTo>
                <a:lnTo>
                  <a:pt x="825" y="412"/>
                </a:lnTo>
                <a:lnTo>
                  <a:pt x="412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5" name=""/>
          <p:cNvSpPr/>
          <p:nvPr/>
        </p:nvSpPr>
        <p:spPr>
          <a:xfrm>
            <a:off x="11580480" y="5542200"/>
            <a:ext cx="296640" cy="296640"/>
          </a:xfrm>
          <a:custGeom>
            <a:avLst/>
            <a:gdLst/>
            <a:ahLst/>
            <a:rect l="0" t="0" r="r" b="b"/>
            <a:pathLst>
              <a:path w="824" h="824">
                <a:moveTo>
                  <a:pt x="413" y="824"/>
                </a:moveTo>
                <a:lnTo>
                  <a:pt x="0" y="412"/>
                </a:lnTo>
                <a:lnTo>
                  <a:pt x="413" y="0"/>
                </a:lnTo>
                <a:lnTo>
                  <a:pt x="824" y="412"/>
                </a:lnTo>
                <a:lnTo>
                  <a:pt x="413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6" name=""/>
          <p:cNvSpPr/>
          <p:nvPr/>
        </p:nvSpPr>
        <p:spPr>
          <a:xfrm>
            <a:off x="10858320" y="5542200"/>
            <a:ext cx="574200" cy="593280"/>
          </a:xfrm>
          <a:custGeom>
            <a:avLst/>
            <a:gdLst/>
            <a:ahLst/>
            <a:rect l="0" t="0" r="r" b="b"/>
            <a:pathLst>
              <a:path w="1595" h="1648">
                <a:moveTo>
                  <a:pt x="771" y="1648"/>
                </a:moveTo>
                <a:lnTo>
                  <a:pt x="0" y="877"/>
                </a:lnTo>
                <a:lnTo>
                  <a:pt x="0" y="772"/>
                </a:lnTo>
                <a:lnTo>
                  <a:pt x="771" y="0"/>
                </a:lnTo>
                <a:lnTo>
                  <a:pt x="1595" y="824"/>
                </a:lnTo>
                <a:lnTo>
                  <a:pt x="771" y="164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7" name=""/>
          <p:cNvSpPr/>
          <p:nvPr/>
        </p:nvSpPr>
        <p:spPr>
          <a:xfrm>
            <a:off x="11135880" y="5524200"/>
            <a:ext cx="593280" cy="314640"/>
          </a:xfrm>
          <a:custGeom>
            <a:avLst/>
            <a:gdLst/>
            <a:ahLst/>
            <a:rect l="0" t="0" r="r" b="b"/>
            <a:pathLst>
              <a:path w="1648" h="874">
                <a:moveTo>
                  <a:pt x="823" y="874"/>
                </a:moveTo>
                <a:lnTo>
                  <a:pt x="0" y="50"/>
                </a:lnTo>
                <a:lnTo>
                  <a:pt x="49" y="0"/>
                </a:lnTo>
                <a:lnTo>
                  <a:pt x="1598" y="0"/>
                </a:lnTo>
                <a:lnTo>
                  <a:pt x="1648" y="50"/>
                </a:lnTo>
                <a:lnTo>
                  <a:pt x="823" y="87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8" name=""/>
          <p:cNvSpPr/>
          <p:nvPr/>
        </p:nvSpPr>
        <p:spPr>
          <a:xfrm>
            <a:off x="11876760" y="5542200"/>
            <a:ext cx="297000" cy="296640"/>
          </a:xfrm>
          <a:custGeom>
            <a:avLst/>
            <a:gdLst/>
            <a:ahLst/>
            <a:rect l="0" t="0" r="r" b="b"/>
            <a:pathLst>
              <a:path w="825" h="824">
                <a:moveTo>
                  <a:pt x="413" y="824"/>
                </a:moveTo>
                <a:lnTo>
                  <a:pt x="0" y="412"/>
                </a:lnTo>
                <a:lnTo>
                  <a:pt x="413" y="0"/>
                </a:lnTo>
                <a:lnTo>
                  <a:pt x="825" y="412"/>
                </a:lnTo>
                <a:lnTo>
                  <a:pt x="413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9" name=""/>
          <p:cNvSpPr/>
          <p:nvPr/>
        </p:nvSpPr>
        <p:spPr>
          <a:xfrm>
            <a:off x="12025080" y="5524200"/>
            <a:ext cx="167040" cy="166680"/>
          </a:xfrm>
          <a:custGeom>
            <a:avLst/>
            <a:gdLst/>
            <a:ahLst/>
            <a:rect l="0" t="0" r="r" b="b"/>
            <a:pathLst>
              <a:path w="464" h="463">
                <a:moveTo>
                  <a:pt x="413" y="463"/>
                </a:moveTo>
                <a:lnTo>
                  <a:pt x="0" y="50"/>
                </a:lnTo>
                <a:lnTo>
                  <a:pt x="50" y="0"/>
                </a:lnTo>
                <a:lnTo>
                  <a:pt x="464" y="0"/>
                </a:lnTo>
                <a:lnTo>
                  <a:pt x="464" y="411"/>
                </a:lnTo>
                <a:lnTo>
                  <a:pt x="413" y="46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0" name=""/>
          <p:cNvSpPr/>
          <p:nvPr/>
        </p:nvSpPr>
        <p:spPr>
          <a:xfrm>
            <a:off x="11728800" y="5524200"/>
            <a:ext cx="296640" cy="166680"/>
          </a:xfrm>
          <a:custGeom>
            <a:avLst/>
            <a:gdLst/>
            <a:ahLst/>
            <a:rect l="0" t="0" r="r" b="b"/>
            <a:pathLst>
              <a:path w="824" h="463">
                <a:moveTo>
                  <a:pt x="411" y="463"/>
                </a:moveTo>
                <a:lnTo>
                  <a:pt x="0" y="50"/>
                </a:lnTo>
                <a:lnTo>
                  <a:pt x="49" y="0"/>
                </a:lnTo>
                <a:lnTo>
                  <a:pt x="775" y="0"/>
                </a:lnTo>
                <a:lnTo>
                  <a:pt x="824" y="50"/>
                </a:lnTo>
                <a:lnTo>
                  <a:pt x="411" y="46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1" name=""/>
          <p:cNvSpPr/>
          <p:nvPr/>
        </p:nvSpPr>
        <p:spPr>
          <a:xfrm>
            <a:off x="12007440" y="5524200"/>
            <a:ext cx="36000" cy="18360"/>
          </a:xfrm>
          <a:custGeom>
            <a:avLst/>
            <a:gdLst/>
            <a:ahLst/>
            <a:rect l="0" t="0" r="r" b="b"/>
            <a:pathLst>
              <a:path w="100" h="51">
                <a:moveTo>
                  <a:pt x="49" y="51"/>
                </a:moveTo>
                <a:lnTo>
                  <a:pt x="0" y="0"/>
                </a:lnTo>
                <a:lnTo>
                  <a:pt x="100" y="0"/>
                </a:lnTo>
                <a:lnTo>
                  <a:pt x="49" y="5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2" name=""/>
          <p:cNvSpPr/>
          <p:nvPr/>
        </p:nvSpPr>
        <p:spPr>
          <a:xfrm>
            <a:off x="11710800" y="5524200"/>
            <a:ext cx="36000" cy="18360"/>
          </a:xfrm>
          <a:custGeom>
            <a:avLst/>
            <a:gdLst/>
            <a:ahLst/>
            <a:rect l="0" t="0" r="r" b="b"/>
            <a:pathLst>
              <a:path w="100" h="51">
                <a:moveTo>
                  <a:pt x="50" y="51"/>
                </a:moveTo>
                <a:lnTo>
                  <a:pt x="0" y="0"/>
                </a:lnTo>
                <a:lnTo>
                  <a:pt x="100" y="0"/>
                </a:lnTo>
                <a:lnTo>
                  <a:pt x="50" y="5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3" name=""/>
          <p:cNvSpPr/>
          <p:nvPr/>
        </p:nvSpPr>
        <p:spPr>
          <a:xfrm>
            <a:off x="10858320" y="5524200"/>
            <a:ext cx="295560" cy="295920"/>
          </a:xfrm>
          <a:custGeom>
            <a:avLst/>
            <a:gdLst/>
            <a:ahLst/>
            <a:rect l="0" t="0" r="r" b="b"/>
            <a:pathLst>
              <a:path w="821" h="822">
                <a:moveTo>
                  <a:pt x="0" y="0"/>
                </a:moveTo>
                <a:lnTo>
                  <a:pt x="821" y="0"/>
                </a:lnTo>
                <a:lnTo>
                  <a:pt x="0" y="82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4" name=""/>
          <p:cNvSpPr/>
          <p:nvPr/>
        </p:nvSpPr>
        <p:spPr>
          <a:xfrm>
            <a:off x="11561040" y="6266520"/>
            <a:ext cx="341640" cy="295920"/>
          </a:xfrm>
          <a:custGeom>
            <a:avLst/>
            <a:gdLst/>
            <a:ahLst/>
            <a:rect l="0" t="0" r="r" b="b"/>
            <a:pathLst>
              <a:path w="949" h="822">
                <a:moveTo>
                  <a:pt x="0" y="0"/>
                </a:moveTo>
                <a:lnTo>
                  <a:pt x="949" y="0"/>
                </a:lnTo>
                <a:lnTo>
                  <a:pt x="949" y="822"/>
                </a:lnTo>
                <a:lnTo>
                  <a:pt x="0" y="822"/>
                </a:lnTo>
                <a:lnTo>
                  <a:pt x="0" y="0"/>
                </a:lnTo>
                <a:close/>
              </a:path>
            </a:pathLst>
          </a:custGeom>
          <a:solidFill>
            <a:srgbClr val="FDFC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5" name=""/>
          <p:cNvSpPr txBox="1"/>
          <p:nvPr/>
        </p:nvSpPr>
        <p:spPr>
          <a:xfrm>
            <a:off x="9890640" y="6585120"/>
            <a:ext cx="136260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4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Protected</a:t>
            </a:r>
            <a:endParaRPr lang="en-IN" sz="2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6" name=""/>
          <p:cNvSpPr txBox="1"/>
          <p:nvPr/>
        </p:nvSpPr>
        <p:spPr>
          <a:xfrm>
            <a:off x="11602800" y="6249240"/>
            <a:ext cx="30996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SegoeUI"/>
                <a:ea typeface="SegoeUI"/>
              </a:rPr>
              <a:t>1 1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7" name=""/>
          <p:cNvSpPr txBox="1"/>
          <p:nvPr/>
        </p:nvSpPr>
        <p:spPr>
          <a:xfrm>
            <a:off x="11602800" y="6249240"/>
            <a:ext cx="30996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202228"/>
                </a:solidFill>
                <a:effectLst/>
                <a:uFillTx/>
                <a:latin typeface="SegoeUI"/>
                <a:ea typeface="SegoeUI"/>
              </a:rPr>
              <a:t>1 1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1" name=""/>
          <p:cNvSpPr/>
          <p:nvPr/>
        </p:nvSpPr>
        <p:spPr>
          <a:xfrm>
            <a:off x="0" y="0"/>
            <a:ext cx="12192120" cy="76320"/>
          </a:xfrm>
          <a:custGeom>
            <a:avLst/>
            <a:gdLst/>
            <a:ahLst/>
            <a:rect l="0" t="0" r="r" b="b"/>
            <a:pathLst>
              <a:path w="33867" h="212">
                <a:moveTo>
                  <a:pt x="0" y="0"/>
                </a:moveTo>
                <a:lnTo>
                  <a:pt x="33867" y="0"/>
                </a:lnTo>
                <a:lnTo>
                  <a:pt x="33867" y="212"/>
                </a:lnTo>
                <a:lnTo>
                  <a:pt x="0" y="212"/>
                </a:lnTo>
                <a:lnTo>
                  <a:pt x="0" y="0"/>
                </a:lnTo>
                <a:close/>
              </a:path>
            </a:pathLst>
          </a:custGeom>
          <a:solidFill>
            <a:srgbClr val="13880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2" name=""/>
          <p:cNvSpPr/>
          <p:nvPr/>
        </p:nvSpPr>
        <p:spPr>
          <a:xfrm>
            <a:off x="495000" y="1276200"/>
            <a:ext cx="11201760" cy="28800"/>
          </a:xfrm>
          <a:custGeom>
            <a:avLst/>
            <a:gdLst/>
            <a:ahLst/>
            <a:rect l="0" t="0" r="r" b="b"/>
            <a:pathLst>
              <a:path w="31116" h="80">
                <a:moveTo>
                  <a:pt x="0" y="0"/>
                </a:moveTo>
                <a:lnTo>
                  <a:pt x="31116" y="0"/>
                </a:lnTo>
                <a:lnTo>
                  <a:pt x="31116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3" name=""/>
          <p:cNvSpPr/>
          <p:nvPr/>
        </p:nvSpPr>
        <p:spPr>
          <a:xfrm>
            <a:off x="518760" y="1552320"/>
            <a:ext cx="5510880" cy="3696120"/>
          </a:xfrm>
          <a:custGeom>
            <a:avLst/>
            <a:gdLst/>
            <a:ahLst/>
            <a:rect l="0" t="0" r="r" b="b"/>
            <a:pathLst>
              <a:path w="15308" h="10267">
                <a:moveTo>
                  <a:pt x="0" y="9950"/>
                </a:moveTo>
                <a:lnTo>
                  <a:pt x="0" y="318"/>
                </a:lnTo>
                <a:cubicBezTo>
                  <a:pt x="0" y="297"/>
                  <a:pt x="2" y="276"/>
                  <a:pt x="5" y="256"/>
                </a:cubicBezTo>
                <a:cubicBezTo>
                  <a:pt x="9" y="235"/>
                  <a:pt x="13" y="215"/>
                  <a:pt x="20" y="196"/>
                </a:cubicBezTo>
                <a:cubicBezTo>
                  <a:pt x="26" y="177"/>
                  <a:pt x="34" y="159"/>
                  <a:pt x="43" y="141"/>
                </a:cubicBezTo>
                <a:cubicBezTo>
                  <a:pt x="52" y="124"/>
                  <a:pt x="62" y="108"/>
                  <a:pt x="74" y="93"/>
                </a:cubicBezTo>
                <a:cubicBezTo>
                  <a:pt x="86" y="78"/>
                  <a:pt x="98" y="65"/>
                  <a:pt x="112" y="54"/>
                </a:cubicBezTo>
                <a:cubicBezTo>
                  <a:pt x="126" y="42"/>
                  <a:pt x="140" y="32"/>
                  <a:pt x="156" y="24"/>
                </a:cubicBezTo>
                <a:cubicBezTo>
                  <a:pt x="171" y="16"/>
                  <a:pt x="187" y="10"/>
                  <a:pt x="203" y="6"/>
                </a:cubicBezTo>
                <a:cubicBezTo>
                  <a:pt x="219" y="2"/>
                  <a:pt x="235" y="0"/>
                  <a:pt x="252" y="0"/>
                </a:cubicBezTo>
                <a:lnTo>
                  <a:pt x="14990" y="0"/>
                </a:lnTo>
                <a:cubicBezTo>
                  <a:pt x="15011" y="0"/>
                  <a:pt x="15032" y="2"/>
                  <a:pt x="15052" y="6"/>
                </a:cubicBezTo>
                <a:cubicBezTo>
                  <a:pt x="15073" y="10"/>
                  <a:pt x="15092" y="16"/>
                  <a:pt x="15112" y="24"/>
                </a:cubicBezTo>
                <a:cubicBezTo>
                  <a:pt x="15131" y="32"/>
                  <a:pt x="15149" y="42"/>
                  <a:pt x="15167" y="54"/>
                </a:cubicBezTo>
                <a:cubicBezTo>
                  <a:pt x="15184" y="65"/>
                  <a:pt x="15200" y="78"/>
                  <a:pt x="15215" y="93"/>
                </a:cubicBezTo>
                <a:cubicBezTo>
                  <a:pt x="15229" y="108"/>
                  <a:pt x="15243" y="124"/>
                  <a:pt x="15254" y="141"/>
                </a:cubicBezTo>
                <a:cubicBezTo>
                  <a:pt x="15266" y="159"/>
                  <a:pt x="15275" y="177"/>
                  <a:pt x="15283" y="196"/>
                </a:cubicBezTo>
                <a:cubicBezTo>
                  <a:pt x="15291" y="215"/>
                  <a:pt x="15297" y="235"/>
                  <a:pt x="15302" y="256"/>
                </a:cubicBezTo>
                <a:cubicBezTo>
                  <a:pt x="15306" y="276"/>
                  <a:pt x="15308" y="297"/>
                  <a:pt x="15308" y="318"/>
                </a:cubicBezTo>
                <a:lnTo>
                  <a:pt x="15308" y="9950"/>
                </a:lnTo>
                <a:cubicBezTo>
                  <a:pt x="15308" y="9970"/>
                  <a:pt x="15306" y="9991"/>
                  <a:pt x="15302" y="10011"/>
                </a:cubicBezTo>
                <a:cubicBezTo>
                  <a:pt x="15297" y="10032"/>
                  <a:pt x="15291" y="10052"/>
                  <a:pt x="15283" y="10071"/>
                </a:cubicBezTo>
                <a:cubicBezTo>
                  <a:pt x="15275" y="10090"/>
                  <a:pt x="15266" y="10109"/>
                  <a:pt x="15254" y="10126"/>
                </a:cubicBezTo>
                <a:cubicBezTo>
                  <a:pt x="15243" y="10143"/>
                  <a:pt x="15229" y="10159"/>
                  <a:pt x="15215" y="10174"/>
                </a:cubicBezTo>
                <a:cubicBezTo>
                  <a:pt x="15200" y="10189"/>
                  <a:pt x="15184" y="10202"/>
                  <a:pt x="15167" y="10214"/>
                </a:cubicBezTo>
                <a:cubicBezTo>
                  <a:pt x="15149" y="10225"/>
                  <a:pt x="15131" y="10235"/>
                  <a:pt x="15112" y="10243"/>
                </a:cubicBezTo>
                <a:cubicBezTo>
                  <a:pt x="15092" y="10251"/>
                  <a:pt x="15073" y="10257"/>
                  <a:pt x="15052" y="10261"/>
                </a:cubicBezTo>
                <a:cubicBezTo>
                  <a:pt x="15032" y="10265"/>
                  <a:pt x="15011" y="10267"/>
                  <a:pt x="14990" y="10267"/>
                </a:cubicBezTo>
                <a:lnTo>
                  <a:pt x="252" y="10267"/>
                </a:lnTo>
                <a:cubicBezTo>
                  <a:pt x="235" y="10267"/>
                  <a:pt x="219" y="10265"/>
                  <a:pt x="203" y="10261"/>
                </a:cubicBezTo>
                <a:cubicBezTo>
                  <a:pt x="187" y="10257"/>
                  <a:pt x="171" y="10251"/>
                  <a:pt x="156" y="10243"/>
                </a:cubicBezTo>
                <a:cubicBezTo>
                  <a:pt x="140" y="10235"/>
                  <a:pt x="126" y="10225"/>
                  <a:pt x="112" y="10214"/>
                </a:cubicBezTo>
                <a:cubicBezTo>
                  <a:pt x="98" y="10202"/>
                  <a:pt x="86" y="10189"/>
                  <a:pt x="74" y="10174"/>
                </a:cubicBezTo>
                <a:cubicBezTo>
                  <a:pt x="62" y="10159"/>
                  <a:pt x="52" y="10143"/>
                  <a:pt x="43" y="10126"/>
                </a:cubicBezTo>
                <a:cubicBezTo>
                  <a:pt x="34" y="10109"/>
                  <a:pt x="26" y="10090"/>
                  <a:pt x="20" y="10071"/>
                </a:cubicBezTo>
                <a:cubicBezTo>
                  <a:pt x="13" y="10052"/>
                  <a:pt x="9" y="10032"/>
                  <a:pt x="5" y="10011"/>
                </a:cubicBezTo>
                <a:cubicBezTo>
                  <a:pt x="2" y="9991"/>
                  <a:pt x="0" y="9970"/>
                  <a:pt x="0" y="9950"/>
                </a:cubicBezTo>
                <a:close/>
              </a:path>
            </a:pathLst>
          </a:custGeom>
          <a:solidFill>
            <a:srgbClr val="ECF9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4" name=""/>
          <p:cNvSpPr/>
          <p:nvPr/>
        </p:nvSpPr>
        <p:spPr>
          <a:xfrm>
            <a:off x="495000" y="1552320"/>
            <a:ext cx="114840" cy="3696120"/>
          </a:xfrm>
          <a:custGeom>
            <a:avLst/>
            <a:gdLst/>
            <a:ahLst/>
            <a:rect l="0" t="0" r="r" b="b"/>
            <a:pathLst>
              <a:path w="319" h="10267">
                <a:moveTo>
                  <a:pt x="0" y="0"/>
                </a:moveTo>
                <a:lnTo>
                  <a:pt x="319" y="0"/>
                </a:lnTo>
                <a:lnTo>
                  <a:pt x="319" y="10267"/>
                </a:lnTo>
                <a:lnTo>
                  <a:pt x="0" y="10267"/>
                </a:lnTo>
                <a:lnTo>
                  <a:pt x="0" y="0"/>
                </a:lnTo>
                <a:close/>
              </a:path>
            </a:pathLst>
          </a:custGeom>
          <a:solidFill>
            <a:srgbClr val="13880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5" name=""/>
          <p:cNvSpPr/>
          <p:nvPr/>
        </p:nvSpPr>
        <p:spPr>
          <a:xfrm>
            <a:off x="518760" y="5305320"/>
            <a:ext cx="5510880" cy="1552680"/>
          </a:xfrm>
          <a:custGeom>
            <a:avLst/>
            <a:gdLst/>
            <a:ahLst/>
            <a:rect l="0" t="0" r="r" b="b"/>
            <a:pathLst>
              <a:path w="15308" h="4313">
                <a:moveTo>
                  <a:pt x="0" y="4313"/>
                </a:moveTo>
                <a:lnTo>
                  <a:pt x="0" y="317"/>
                </a:lnTo>
                <a:cubicBezTo>
                  <a:pt x="0" y="296"/>
                  <a:pt x="2" y="276"/>
                  <a:pt x="5" y="255"/>
                </a:cubicBezTo>
                <a:cubicBezTo>
                  <a:pt x="9" y="235"/>
                  <a:pt x="13" y="215"/>
                  <a:pt x="20" y="196"/>
                </a:cubicBezTo>
                <a:cubicBezTo>
                  <a:pt x="26" y="177"/>
                  <a:pt x="34" y="158"/>
                  <a:pt x="43" y="141"/>
                </a:cubicBezTo>
                <a:cubicBezTo>
                  <a:pt x="52" y="124"/>
                  <a:pt x="62" y="108"/>
                  <a:pt x="74" y="93"/>
                </a:cubicBezTo>
                <a:cubicBezTo>
                  <a:pt x="86" y="78"/>
                  <a:pt x="98" y="65"/>
                  <a:pt x="112" y="53"/>
                </a:cubicBezTo>
                <a:cubicBezTo>
                  <a:pt x="126" y="42"/>
                  <a:pt x="140" y="32"/>
                  <a:pt x="156" y="24"/>
                </a:cubicBezTo>
                <a:cubicBezTo>
                  <a:pt x="171" y="16"/>
                  <a:pt x="187" y="10"/>
                  <a:pt x="203" y="6"/>
                </a:cubicBezTo>
                <a:cubicBezTo>
                  <a:pt x="219" y="2"/>
                  <a:pt x="235" y="0"/>
                  <a:pt x="252" y="0"/>
                </a:cubicBezTo>
                <a:lnTo>
                  <a:pt x="14990" y="0"/>
                </a:lnTo>
                <a:cubicBezTo>
                  <a:pt x="15011" y="0"/>
                  <a:pt x="15032" y="2"/>
                  <a:pt x="15052" y="6"/>
                </a:cubicBezTo>
                <a:cubicBezTo>
                  <a:pt x="15073" y="10"/>
                  <a:pt x="15092" y="16"/>
                  <a:pt x="15112" y="24"/>
                </a:cubicBezTo>
                <a:cubicBezTo>
                  <a:pt x="15131" y="32"/>
                  <a:pt x="15149" y="42"/>
                  <a:pt x="15167" y="53"/>
                </a:cubicBezTo>
                <a:cubicBezTo>
                  <a:pt x="15184" y="65"/>
                  <a:pt x="15200" y="78"/>
                  <a:pt x="15215" y="93"/>
                </a:cubicBezTo>
                <a:cubicBezTo>
                  <a:pt x="15229" y="108"/>
                  <a:pt x="15243" y="124"/>
                  <a:pt x="15254" y="141"/>
                </a:cubicBezTo>
                <a:cubicBezTo>
                  <a:pt x="15266" y="158"/>
                  <a:pt x="15275" y="177"/>
                  <a:pt x="15283" y="196"/>
                </a:cubicBezTo>
                <a:cubicBezTo>
                  <a:pt x="15291" y="215"/>
                  <a:pt x="15297" y="235"/>
                  <a:pt x="15302" y="255"/>
                </a:cubicBezTo>
                <a:cubicBezTo>
                  <a:pt x="15306" y="276"/>
                  <a:pt x="15308" y="296"/>
                  <a:pt x="15308" y="317"/>
                </a:cubicBezTo>
                <a:lnTo>
                  <a:pt x="15308" y="4313"/>
                </a:lnTo>
                <a:lnTo>
                  <a:pt x="0" y="4313"/>
                </a:lnTo>
                <a:close/>
              </a:path>
            </a:pathLst>
          </a:custGeom>
          <a:solidFill>
            <a:srgbClr val="EEF0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6" name=""/>
          <p:cNvSpPr/>
          <p:nvPr/>
        </p:nvSpPr>
        <p:spPr>
          <a:xfrm>
            <a:off x="495000" y="5305320"/>
            <a:ext cx="114840" cy="3238920"/>
          </a:xfrm>
          <a:custGeom>
            <a:avLst/>
            <a:gdLst/>
            <a:ahLst/>
            <a:rect l="0" t="0" r="r" b="b"/>
            <a:pathLst>
              <a:path w="319" h="8997">
                <a:moveTo>
                  <a:pt x="0" y="0"/>
                </a:moveTo>
                <a:lnTo>
                  <a:pt x="319" y="0"/>
                </a:lnTo>
                <a:lnTo>
                  <a:pt x="319" y="8997"/>
                </a:lnTo>
                <a:lnTo>
                  <a:pt x="0" y="8997"/>
                </a:lnTo>
                <a:lnTo>
                  <a:pt x="0" y="0"/>
                </a:ln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7" name=""/>
          <p:cNvSpPr txBox="1"/>
          <p:nvPr/>
        </p:nvSpPr>
        <p:spPr>
          <a:xfrm>
            <a:off x="2840400" y="440640"/>
            <a:ext cx="5979960" cy="76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50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Deployment on Vercel</a:t>
            </a:r>
            <a:endParaRPr lang="en-IN" sz="4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8" name=""/>
          <p:cNvSpPr txBox="1"/>
          <p:nvPr/>
        </p:nvSpPr>
        <p:spPr>
          <a:xfrm>
            <a:off x="2183040" y="1821600"/>
            <a:ext cx="446400" cy="32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Emoji"/>
                <a:ea typeface="SegoeUIEmoji"/>
              </a:rPr>
              <a:t>🖥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9" name=""/>
          <p:cNvSpPr txBox="1"/>
          <p:nvPr/>
        </p:nvSpPr>
        <p:spPr>
          <a:xfrm>
            <a:off x="2656080" y="1707840"/>
            <a:ext cx="148248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 Frontend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0" name=""/>
          <p:cNvSpPr txBox="1"/>
          <p:nvPr/>
        </p:nvSpPr>
        <p:spPr>
          <a:xfrm>
            <a:off x="940680" y="2193840"/>
            <a:ext cx="393048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React + Vite → Vercel static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1" name=""/>
          <p:cNvSpPr txBox="1"/>
          <p:nvPr/>
        </p:nvSpPr>
        <p:spPr>
          <a:xfrm>
            <a:off x="2649600" y="2679480"/>
            <a:ext cx="107568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hosting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2" name=""/>
          <p:cNvSpPr txBox="1"/>
          <p:nvPr/>
        </p:nvSpPr>
        <p:spPr>
          <a:xfrm>
            <a:off x="1072080" y="3165120"/>
            <a:ext cx="372276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Global CDN, instant cache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3" name=""/>
          <p:cNvSpPr/>
          <p:nvPr/>
        </p:nvSpPr>
        <p:spPr>
          <a:xfrm>
            <a:off x="895320" y="4124160"/>
            <a:ext cx="2257560" cy="514800"/>
          </a:xfrm>
          <a:custGeom>
            <a:avLst/>
            <a:gdLst/>
            <a:ahLst/>
            <a:rect l="0" t="0" r="r" b="b"/>
            <a:pathLst>
              <a:path w="6271" h="1430">
                <a:moveTo>
                  <a:pt x="0" y="0"/>
                </a:moveTo>
                <a:lnTo>
                  <a:pt x="6271" y="0"/>
                </a:lnTo>
                <a:lnTo>
                  <a:pt x="6271" y="1430"/>
                </a:lnTo>
                <a:lnTo>
                  <a:pt x="0" y="1430"/>
                </a:lnTo>
                <a:lnTo>
                  <a:pt x="0" y="0"/>
                </a:lnTo>
                <a:close/>
              </a:path>
            </a:pathLst>
          </a:custGeom>
          <a:solidFill>
            <a:srgbClr val="F2F1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4" name=""/>
          <p:cNvSpPr txBox="1"/>
          <p:nvPr/>
        </p:nvSpPr>
        <p:spPr>
          <a:xfrm>
            <a:off x="2287080" y="3651120"/>
            <a:ext cx="263772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i n v a l i d a t i o n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5" name=""/>
          <p:cNvSpPr txBox="1"/>
          <p:nvPr/>
        </p:nvSpPr>
        <p:spPr>
          <a:xfrm>
            <a:off x="955800" y="4243680"/>
            <a:ext cx="214236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202228"/>
                </a:solidFill>
                <a:effectLst/>
                <a:uFillTx/>
                <a:latin typeface="Consolas"/>
                <a:ea typeface="Consolas"/>
              </a:rPr>
              <a:t>VITE_API_URL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6" name=""/>
          <p:cNvSpPr txBox="1"/>
          <p:nvPr/>
        </p:nvSpPr>
        <p:spPr>
          <a:xfrm>
            <a:off x="3222000" y="4136760"/>
            <a:ext cx="210096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 env var points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7" name=""/>
          <p:cNvSpPr txBox="1"/>
          <p:nvPr/>
        </p:nvSpPr>
        <p:spPr>
          <a:xfrm>
            <a:off x="2344320" y="4651200"/>
            <a:ext cx="160164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to backend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8" name=""/>
          <p:cNvSpPr txBox="1"/>
          <p:nvPr/>
        </p:nvSpPr>
        <p:spPr>
          <a:xfrm>
            <a:off x="2247840" y="5574600"/>
            <a:ext cx="446400" cy="32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Emoji"/>
                <a:ea typeface="SegoeUIEmoji"/>
              </a:rPr>
              <a:t>⚙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9" name=""/>
          <p:cNvSpPr txBox="1"/>
          <p:nvPr/>
        </p:nvSpPr>
        <p:spPr>
          <a:xfrm>
            <a:off x="2720880" y="5460840"/>
            <a:ext cx="138348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 Backend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0" name=""/>
          <p:cNvSpPr txBox="1"/>
          <p:nvPr/>
        </p:nvSpPr>
        <p:spPr>
          <a:xfrm>
            <a:off x="990360" y="5946480"/>
            <a:ext cx="386136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FastAPI → Vercel serverless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1" name=""/>
          <p:cNvSpPr/>
          <p:nvPr/>
        </p:nvSpPr>
        <p:spPr>
          <a:xfrm>
            <a:off x="6186240" y="1552320"/>
            <a:ext cx="5510520" cy="3667680"/>
          </a:xfrm>
          <a:custGeom>
            <a:avLst/>
            <a:gdLst/>
            <a:ahLst/>
            <a:rect l="0" t="0" r="r" b="b"/>
            <a:pathLst>
              <a:path w="15307" h="10188">
                <a:moveTo>
                  <a:pt x="0" y="9870"/>
                </a:moveTo>
                <a:lnTo>
                  <a:pt x="0" y="318"/>
                </a:lnTo>
                <a:cubicBezTo>
                  <a:pt x="0" y="297"/>
                  <a:pt x="2" y="276"/>
                  <a:pt x="5" y="256"/>
                </a:cubicBezTo>
                <a:cubicBezTo>
                  <a:pt x="8" y="235"/>
                  <a:pt x="13" y="215"/>
                  <a:pt x="19" y="196"/>
                </a:cubicBezTo>
                <a:cubicBezTo>
                  <a:pt x="26" y="177"/>
                  <a:pt x="33" y="159"/>
                  <a:pt x="43" y="141"/>
                </a:cubicBezTo>
                <a:cubicBezTo>
                  <a:pt x="52" y="124"/>
                  <a:pt x="62" y="108"/>
                  <a:pt x="74" y="93"/>
                </a:cubicBezTo>
                <a:cubicBezTo>
                  <a:pt x="85" y="78"/>
                  <a:pt x="98" y="65"/>
                  <a:pt x="112" y="54"/>
                </a:cubicBezTo>
                <a:cubicBezTo>
                  <a:pt x="126" y="42"/>
                  <a:pt x="140" y="32"/>
                  <a:pt x="155" y="24"/>
                </a:cubicBezTo>
                <a:cubicBezTo>
                  <a:pt x="171" y="16"/>
                  <a:pt x="186" y="10"/>
                  <a:pt x="203" y="6"/>
                </a:cubicBezTo>
                <a:cubicBezTo>
                  <a:pt x="219" y="2"/>
                  <a:pt x="235" y="0"/>
                  <a:pt x="252" y="0"/>
                </a:cubicBezTo>
                <a:lnTo>
                  <a:pt x="14990" y="0"/>
                </a:lnTo>
                <a:cubicBezTo>
                  <a:pt x="15011" y="0"/>
                  <a:pt x="15031" y="2"/>
                  <a:pt x="15052" y="6"/>
                </a:cubicBezTo>
                <a:cubicBezTo>
                  <a:pt x="15072" y="10"/>
                  <a:pt x="15092" y="16"/>
                  <a:pt x="15111" y="24"/>
                </a:cubicBezTo>
                <a:cubicBezTo>
                  <a:pt x="15131" y="32"/>
                  <a:pt x="15149" y="42"/>
                  <a:pt x="15166" y="54"/>
                </a:cubicBezTo>
                <a:cubicBezTo>
                  <a:pt x="15184" y="65"/>
                  <a:pt x="15200" y="78"/>
                  <a:pt x="15214" y="93"/>
                </a:cubicBezTo>
                <a:cubicBezTo>
                  <a:pt x="15229" y="108"/>
                  <a:pt x="15242" y="124"/>
                  <a:pt x="15254" y="141"/>
                </a:cubicBezTo>
                <a:cubicBezTo>
                  <a:pt x="15265" y="159"/>
                  <a:pt x="15275" y="177"/>
                  <a:pt x="15283" y="196"/>
                </a:cubicBezTo>
                <a:cubicBezTo>
                  <a:pt x="15291" y="215"/>
                  <a:pt x="15297" y="235"/>
                  <a:pt x="15301" y="256"/>
                </a:cubicBezTo>
                <a:cubicBezTo>
                  <a:pt x="15305" y="276"/>
                  <a:pt x="15307" y="297"/>
                  <a:pt x="15307" y="318"/>
                </a:cubicBezTo>
                <a:lnTo>
                  <a:pt x="15307" y="9870"/>
                </a:lnTo>
                <a:cubicBezTo>
                  <a:pt x="15307" y="9891"/>
                  <a:pt x="15305" y="9912"/>
                  <a:pt x="15301" y="9932"/>
                </a:cubicBezTo>
                <a:cubicBezTo>
                  <a:pt x="15297" y="9953"/>
                  <a:pt x="15291" y="9972"/>
                  <a:pt x="15283" y="9992"/>
                </a:cubicBezTo>
                <a:cubicBezTo>
                  <a:pt x="15275" y="10011"/>
                  <a:pt x="15265" y="10029"/>
                  <a:pt x="15254" y="10047"/>
                </a:cubicBezTo>
                <a:cubicBezTo>
                  <a:pt x="15242" y="10064"/>
                  <a:pt x="15229" y="10080"/>
                  <a:pt x="15214" y="10095"/>
                </a:cubicBezTo>
                <a:cubicBezTo>
                  <a:pt x="15200" y="10109"/>
                  <a:pt x="15184" y="10123"/>
                  <a:pt x="15166" y="10134"/>
                </a:cubicBezTo>
                <a:cubicBezTo>
                  <a:pt x="15149" y="10146"/>
                  <a:pt x="15131" y="10156"/>
                  <a:pt x="15111" y="10163"/>
                </a:cubicBezTo>
                <a:cubicBezTo>
                  <a:pt x="15092" y="10171"/>
                  <a:pt x="15072" y="10177"/>
                  <a:pt x="15052" y="10182"/>
                </a:cubicBezTo>
                <a:cubicBezTo>
                  <a:pt x="15031" y="10186"/>
                  <a:pt x="15011" y="10188"/>
                  <a:pt x="14990" y="10188"/>
                </a:cubicBezTo>
                <a:lnTo>
                  <a:pt x="252" y="10188"/>
                </a:lnTo>
                <a:cubicBezTo>
                  <a:pt x="235" y="10188"/>
                  <a:pt x="219" y="10186"/>
                  <a:pt x="203" y="10182"/>
                </a:cubicBezTo>
                <a:cubicBezTo>
                  <a:pt x="186" y="10177"/>
                  <a:pt x="171" y="10171"/>
                  <a:pt x="155" y="10163"/>
                </a:cubicBezTo>
                <a:cubicBezTo>
                  <a:pt x="140" y="10156"/>
                  <a:pt x="126" y="10146"/>
                  <a:pt x="112" y="10134"/>
                </a:cubicBezTo>
                <a:cubicBezTo>
                  <a:pt x="98" y="10123"/>
                  <a:pt x="85" y="10109"/>
                  <a:pt x="74" y="10095"/>
                </a:cubicBezTo>
                <a:cubicBezTo>
                  <a:pt x="62" y="10080"/>
                  <a:pt x="52" y="10064"/>
                  <a:pt x="43" y="10047"/>
                </a:cubicBezTo>
                <a:cubicBezTo>
                  <a:pt x="33" y="10029"/>
                  <a:pt x="26" y="10011"/>
                  <a:pt x="19" y="9992"/>
                </a:cubicBezTo>
                <a:cubicBezTo>
                  <a:pt x="13" y="9972"/>
                  <a:pt x="8" y="9953"/>
                  <a:pt x="5" y="9932"/>
                </a:cubicBezTo>
                <a:cubicBezTo>
                  <a:pt x="2" y="9912"/>
                  <a:pt x="0" y="9891"/>
                  <a:pt x="0" y="9870"/>
                </a:cubicBezTo>
                <a:close/>
              </a:path>
            </a:pathLst>
          </a:custGeom>
          <a:solidFill>
            <a:srgbClr val="F3F2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2" name=""/>
          <p:cNvSpPr/>
          <p:nvPr/>
        </p:nvSpPr>
        <p:spPr>
          <a:xfrm>
            <a:off x="6162480" y="1552320"/>
            <a:ext cx="114840" cy="3667680"/>
          </a:xfrm>
          <a:custGeom>
            <a:avLst/>
            <a:gdLst/>
            <a:ahLst/>
            <a:rect l="0" t="0" r="r" b="b"/>
            <a:pathLst>
              <a:path w="319" h="10188">
                <a:moveTo>
                  <a:pt x="0" y="0"/>
                </a:moveTo>
                <a:lnTo>
                  <a:pt x="319" y="0"/>
                </a:lnTo>
                <a:lnTo>
                  <a:pt x="319" y="10188"/>
                </a:lnTo>
                <a:lnTo>
                  <a:pt x="0" y="10188"/>
                </a:lnTo>
                <a:lnTo>
                  <a:pt x="0" y="0"/>
                </a:lnTo>
                <a:close/>
              </a:path>
            </a:pathLst>
          </a:custGeom>
          <a:solidFill>
            <a:srgbClr val="6C63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3" name=""/>
          <p:cNvSpPr/>
          <p:nvPr/>
        </p:nvSpPr>
        <p:spPr>
          <a:xfrm>
            <a:off x="6186240" y="5276520"/>
            <a:ext cx="5510520" cy="1581480"/>
          </a:xfrm>
          <a:custGeom>
            <a:avLst/>
            <a:gdLst/>
            <a:ahLst/>
            <a:rect l="0" t="0" r="r" b="b"/>
            <a:pathLst>
              <a:path w="15307" h="4393">
                <a:moveTo>
                  <a:pt x="0" y="4393"/>
                </a:moveTo>
                <a:lnTo>
                  <a:pt x="0" y="318"/>
                </a:lnTo>
                <a:cubicBezTo>
                  <a:pt x="0" y="297"/>
                  <a:pt x="2" y="276"/>
                  <a:pt x="5" y="256"/>
                </a:cubicBezTo>
                <a:cubicBezTo>
                  <a:pt x="8" y="236"/>
                  <a:pt x="13" y="216"/>
                  <a:pt x="19" y="196"/>
                </a:cubicBezTo>
                <a:cubicBezTo>
                  <a:pt x="26" y="177"/>
                  <a:pt x="33" y="159"/>
                  <a:pt x="43" y="142"/>
                </a:cubicBezTo>
                <a:cubicBezTo>
                  <a:pt x="52" y="124"/>
                  <a:pt x="62" y="108"/>
                  <a:pt x="74" y="93"/>
                </a:cubicBezTo>
                <a:cubicBezTo>
                  <a:pt x="85" y="79"/>
                  <a:pt x="98" y="66"/>
                  <a:pt x="112" y="54"/>
                </a:cubicBezTo>
                <a:cubicBezTo>
                  <a:pt x="126" y="42"/>
                  <a:pt x="140" y="33"/>
                  <a:pt x="155" y="25"/>
                </a:cubicBezTo>
                <a:cubicBezTo>
                  <a:pt x="171" y="17"/>
                  <a:pt x="186" y="11"/>
                  <a:pt x="203" y="7"/>
                </a:cubicBezTo>
                <a:cubicBezTo>
                  <a:pt x="219" y="2"/>
                  <a:pt x="235" y="0"/>
                  <a:pt x="252" y="0"/>
                </a:cubicBezTo>
                <a:lnTo>
                  <a:pt x="14990" y="0"/>
                </a:lnTo>
                <a:cubicBezTo>
                  <a:pt x="15011" y="0"/>
                  <a:pt x="15031" y="2"/>
                  <a:pt x="15052" y="7"/>
                </a:cubicBezTo>
                <a:cubicBezTo>
                  <a:pt x="15072" y="11"/>
                  <a:pt x="15092" y="17"/>
                  <a:pt x="15111" y="25"/>
                </a:cubicBezTo>
                <a:cubicBezTo>
                  <a:pt x="15131" y="33"/>
                  <a:pt x="15149" y="42"/>
                  <a:pt x="15166" y="54"/>
                </a:cubicBezTo>
                <a:cubicBezTo>
                  <a:pt x="15184" y="66"/>
                  <a:pt x="15200" y="79"/>
                  <a:pt x="15214" y="93"/>
                </a:cubicBezTo>
                <a:cubicBezTo>
                  <a:pt x="15229" y="108"/>
                  <a:pt x="15242" y="124"/>
                  <a:pt x="15254" y="142"/>
                </a:cubicBezTo>
                <a:cubicBezTo>
                  <a:pt x="15265" y="159"/>
                  <a:pt x="15275" y="177"/>
                  <a:pt x="15283" y="196"/>
                </a:cubicBezTo>
                <a:cubicBezTo>
                  <a:pt x="15291" y="216"/>
                  <a:pt x="15297" y="236"/>
                  <a:pt x="15301" y="256"/>
                </a:cubicBezTo>
                <a:cubicBezTo>
                  <a:pt x="15305" y="276"/>
                  <a:pt x="15307" y="297"/>
                  <a:pt x="15307" y="318"/>
                </a:cubicBezTo>
                <a:lnTo>
                  <a:pt x="15307" y="4393"/>
                </a:lnTo>
                <a:lnTo>
                  <a:pt x="0" y="4393"/>
                </a:lnTo>
                <a:close/>
              </a:path>
            </a:pathLst>
          </a:custGeom>
          <a:solidFill>
            <a:srgbClr val="FFF7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4" name=""/>
          <p:cNvSpPr/>
          <p:nvPr/>
        </p:nvSpPr>
        <p:spPr>
          <a:xfrm>
            <a:off x="6162480" y="5276520"/>
            <a:ext cx="114840" cy="3753360"/>
          </a:xfrm>
          <a:custGeom>
            <a:avLst/>
            <a:gdLst/>
            <a:ahLst/>
            <a:rect l="0" t="0" r="r" b="b"/>
            <a:pathLst>
              <a:path w="319" h="10426">
                <a:moveTo>
                  <a:pt x="0" y="0"/>
                </a:moveTo>
                <a:lnTo>
                  <a:pt x="319" y="0"/>
                </a:lnTo>
                <a:lnTo>
                  <a:pt x="319" y="10426"/>
                </a:lnTo>
                <a:lnTo>
                  <a:pt x="0" y="10426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5" name=""/>
          <p:cNvSpPr txBox="1"/>
          <p:nvPr/>
        </p:nvSpPr>
        <p:spPr>
          <a:xfrm>
            <a:off x="2499480" y="6432480"/>
            <a:ext cx="131976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functions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6" name=""/>
          <p:cNvSpPr txBox="1"/>
          <p:nvPr/>
        </p:nvSpPr>
        <p:spPr>
          <a:xfrm>
            <a:off x="7841880" y="1821600"/>
            <a:ext cx="446400" cy="32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Emoji"/>
                <a:ea typeface="SegoeUIEmoji"/>
              </a:rPr>
              <a:t>🗄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7" name=""/>
          <p:cNvSpPr txBox="1"/>
          <p:nvPr/>
        </p:nvSpPr>
        <p:spPr>
          <a:xfrm>
            <a:off x="8315280" y="1707840"/>
            <a:ext cx="149976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 Database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8" name=""/>
          <p:cNvSpPr txBox="1"/>
          <p:nvPr/>
        </p:nvSpPr>
        <p:spPr>
          <a:xfrm>
            <a:off x="6720480" y="2193840"/>
            <a:ext cx="380160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Supabase PostgreSQL (ap-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9" name=""/>
          <p:cNvSpPr txBox="1"/>
          <p:nvPr/>
        </p:nvSpPr>
        <p:spPr>
          <a:xfrm>
            <a:off x="7498800" y="2679480"/>
            <a:ext cx="248724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south-1 Mumbai)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0" name=""/>
          <p:cNvSpPr txBox="1"/>
          <p:nvPr/>
        </p:nvSpPr>
        <p:spPr>
          <a:xfrm>
            <a:off x="6735600" y="3165120"/>
            <a:ext cx="371124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Realtime subscriptions for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1" name=""/>
          <p:cNvSpPr txBox="1"/>
          <p:nvPr/>
        </p:nvSpPr>
        <p:spPr>
          <a:xfrm>
            <a:off x="7706160" y="3651120"/>
            <a:ext cx="210024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live dashboard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2" name=""/>
          <p:cNvSpPr txBox="1"/>
          <p:nvPr/>
        </p:nvSpPr>
        <p:spPr>
          <a:xfrm>
            <a:off x="6620760" y="4136760"/>
            <a:ext cx="391320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Row-Level Security for data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3" name=""/>
          <p:cNvSpPr txBox="1"/>
          <p:nvPr/>
        </p:nvSpPr>
        <p:spPr>
          <a:xfrm>
            <a:off x="8219880" y="4622760"/>
            <a:ext cx="192492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i s o l a t i o n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4" name=""/>
          <p:cNvSpPr txBox="1"/>
          <p:nvPr/>
        </p:nvSpPr>
        <p:spPr>
          <a:xfrm>
            <a:off x="7712640" y="5545800"/>
            <a:ext cx="446400" cy="32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Emoji"/>
                <a:ea typeface="SegoeUIEmoji"/>
              </a:rPr>
              <a:t>📱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5" name=""/>
          <p:cNvSpPr txBox="1"/>
          <p:nvPr/>
        </p:nvSpPr>
        <p:spPr>
          <a:xfrm>
            <a:off x="8185680" y="5432400"/>
            <a:ext cx="172728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 Messaging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6" name=""/>
          <p:cNvSpPr txBox="1"/>
          <p:nvPr/>
        </p:nvSpPr>
        <p:spPr>
          <a:xfrm>
            <a:off x="6819120" y="5918040"/>
            <a:ext cx="361008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Twilio webhooks point to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7" name=""/>
          <p:cNvSpPr/>
          <p:nvPr/>
        </p:nvSpPr>
        <p:spPr>
          <a:xfrm>
            <a:off x="11005920" y="6431400"/>
            <a:ext cx="852840" cy="426600"/>
          </a:xfrm>
          <a:custGeom>
            <a:avLst/>
            <a:gdLst/>
            <a:ahLst/>
            <a:rect l="0" t="0" r="r" b="b"/>
            <a:pathLst>
              <a:path w="2369" h="1185">
                <a:moveTo>
                  <a:pt x="0" y="1185"/>
                </a:moveTo>
                <a:lnTo>
                  <a:pt x="1184" y="0"/>
                </a:lnTo>
                <a:lnTo>
                  <a:pt x="2369" y="1185"/>
                </a:lnTo>
                <a:lnTo>
                  <a:pt x="0" y="1185"/>
                </a:ln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8" name=""/>
          <p:cNvSpPr/>
          <p:nvPr/>
        </p:nvSpPr>
        <p:spPr>
          <a:xfrm>
            <a:off x="10858320" y="6747120"/>
            <a:ext cx="111240" cy="110880"/>
          </a:xfrm>
          <a:custGeom>
            <a:avLst/>
            <a:gdLst/>
            <a:ahLst/>
            <a:rect l="0" t="0" r="r" b="b"/>
            <a:pathLst>
              <a:path w="309" h="308">
                <a:moveTo>
                  <a:pt x="0" y="0"/>
                </a:moveTo>
                <a:lnTo>
                  <a:pt x="309" y="308"/>
                </a:lnTo>
                <a:lnTo>
                  <a:pt x="0" y="30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9" name=""/>
          <p:cNvSpPr/>
          <p:nvPr/>
        </p:nvSpPr>
        <p:spPr>
          <a:xfrm>
            <a:off x="10858320" y="6579720"/>
            <a:ext cx="277920" cy="278280"/>
          </a:xfrm>
          <a:custGeom>
            <a:avLst/>
            <a:gdLst/>
            <a:ahLst/>
            <a:rect l="0" t="0" r="r" b="b"/>
            <a:pathLst>
              <a:path w="772" h="773">
                <a:moveTo>
                  <a:pt x="309" y="773"/>
                </a:moveTo>
                <a:lnTo>
                  <a:pt x="0" y="465"/>
                </a:lnTo>
                <a:lnTo>
                  <a:pt x="0" y="359"/>
                </a:lnTo>
                <a:lnTo>
                  <a:pt x="360" y="0"/>
                </a:lnTo>
                <a:lnTo>
                  <a:pt x="772" y="412"/>
                </a:lnTo>
                <a:lnTo>
                  <a:pt x="411" y="773"/>
                </a:lnTo>
                <a:lnTo>
                  <a:pt x="309" y="77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0" name=""/>
          <p:cNvSpPr/>
          <p:nvPr/>
        </p:nvSpPr>
        <p:spPr>
          <a:xfrm>
            <a:off x="10858320" y="6450480"/>
            <a:ext cx="129600" cy="258840"/>
          </a:xfrm>
          <a:custGeom>
            <a:avLst/>
            <a:gdLst/>
            <a:ahLst/>
            <a:rect l="0" t="0" r="r" b="b"/>
            <a:pathLst>
              <a:path w="360" h="719">
                <a:moveTo>
                  <a:pt x="0" y="0"/>
                </a:moveTo>
                <a:lnTo>
                  <a:pt x="360" y="359"/>
                </a:lnTo>
                <a:lnTo>
                  <a:pt x="0" y="71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1" name=""/>
          <p:cNvSpPr/>
          <p:nvPr/>
        </p:nvSpPr>
        <p:spPr>
          <a:xfrm>
            <a:off x="10987560" y="6431400"/>
            <a:ext cx="296640" cy="297000"/>
          </a:xfrm>
          <a:custGeom>
            <a:avLst/>
            <a:gdLst/>
            <a:ahLst/>
            <a:rect l="0" t="0" r="r" b="b"/>
            <a:pathLst>
              <a:path w="824" h="825">
                <a:moveTo>
                  <a:pt x="413" y="825"/>
                </a:moveTo>
                <a:lnTo>
                  <a:pt x="0" y="412"/>
                </a:lnTo>
                <a:lnTo>
                  <a:pt x="413" y="0"/>
                </a:lnTo>
                <a:lnTo>
                  <a:pt x="824" y="412"/>
                </a:lnTo>
                <a:lnTo>
                  <a:pt x="413" y="8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2" name=""/>
          <p:cNvSpPr/>
          <p:nvPr/>
        </p:nvSpPr>
        <p:spPr>
          <a:xfrm>
            <a:off x="11135880" y="6283440"/>
            <a:ext cx="296640" cy="296640"/>
          </a:xfrm>
          <a:custGeom>
            <a:avLst/>
            <a:gdLst/>
            <a:ahLst/>
            <a:rect l="0" t="0" r="r" b="b"/>
            <a:pathLst>
              <a:path w="824" h="824">
                <a:moveTo>
                  <a:pt x="411" y="824"/>
                </a:moveTo>
                <a:lnTo>
                  <a:pt x="0" y="412"/>
                </a:lnTo>
                <a:lnTo>
                  <a:pt x="411" y="0"/>
                </a:lnTo>
                <a:lnTo>
                  <a:pt x="824" y="412"/>
                </a:lnTo>
                <a:lnTo>
                  <a:pt x="411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3" name=""/>
          <p:cNvSpPr/>
          <p:nvPr/>
        </p:nvSpPr>
        <p:spPr>
          <a:xfrm>
            <a:off x="10858320" y="6283440"/>
            <a:ext cx="277920" cy="296640"/>
          </a:xfrm>
          <a:custGeom>
            <a:avLst/>
            <a:gdLst/>
            <a:ahLst/>
            <a:rect l="0" t="0" r="r" b="b"/>
            <a:pathLst>
              <a:path w="772" h="824">
                <a:moveTo>
                  <a:pt x="360" y="824"/>
                </a:moveTo>
                <a:lnTo>
                  <a:pt x="0" y="465"/>
                </a:lnTo>
                <a:lnTo>
                  <a:pt x="0" y="360"/>
                </a:lnTo>
                <a:lnTo>
                  <a:pt x="360" y="0"/>
                </a:lnTo>
                <a:lnTo>
                  <a:pt x="772" y="412"/>
                </a:lnTo>
                <a:lnTo>
                  <a:pt x="360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4" name=""/>
          <p:cNvSpPr/>
          <p:nvPr/>
        </p:nvSpPr>
        <p:spPr>
          <a:xfrm>
            <a:off x="10987560" y="6135120"/>
            <a:ext cx="296640" cy="296640"/>
          </a:xfrm>
          <a:custGeom>
            <a:avLst/>
            <a:gdLst/>
            <a:ahLst/>
            <a:rect l="0" t="0" r="r" b="b"/>
            <a:pathLst>
              <a:path w="824" h="824">
                <a:moveTo>
                  <a:pt x="413" y="824"/>
                </a:moveTo>
                <a:lnTo>
                  <a:pt x="0" y="412"/>
                </a:lnTo>
                <a:lnTo>
                  <a:pt x="413" y="0"/>
                </a:lnTo>
                <a:lnTo>
                  <a:pt x="824" y="412"/>
                </a:lnTo>
                <a:lnTo>
                  <a:pt x="413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5" name=""/>
          <p:cNvSpPr/>
          <p:nvPr/>
        </p:nvSpPr>
        <p:spPr>
          <a:xfrm>
            <a:off x="10858320" y="5857560"/>
            <a:ext cx="277920" cy="555480"/>
          </a:xfrm>
          <a:custGeom>
            <a:avLst/>
            <a:gdLst/>
            <a:ahLst/>
            <a:rect l="0" t="0" r="r" b="b"/>
            <a:pathLst>
              <a:path w="772" h="1543">
                <a:moveTo>
                  <a:pt x="0" y="0"/>
                </a:moveTo>
                <a:lnTo>
                  <a:pt x="772" y="771"/>
                </a:lnTo>
                <a:lnTo>
                  <a:pt x="0" y="154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6" name=""/>
          <p:cNvSpPr/>
          <p:nvPr/>
        </p:nvSpPr>
        <p:spPr>
          <a:xfrm>
            <a:off x="11432160" y="5838480"/>
            <a:ext cx="759960" cy="1019520"/>
          </a:xfrm>
          <a:custGeom>
            <a:avLst/>
            <a:gdLst/>
            <a:ahLst/>
            <a:rect l="0" t="0" r="r" b="b"/>
            <a:pathLst>
              <a:path w="2111" h="2832">
                <a:moveTo>
                  <a:pt x="1185" y="2832"/>
                </a:moveTo>
                <a:lnTo>
                  <a:pt x="0" y="1647"/>
                </a:lnTo>
                <a:lnTo>
                  <a:pt x="1648" y="0"/>
                </a:lnTo>
                <a:lnTo>
                  <a:pt x="2111" y="463"/>
                </a:lnTo>
                <a:lnTo>
                  <a:pt x="2111" y="2832"/>
                </a:lnTo>
                <a:lnTo>
                  <a:pt x="1185" y="2832"/>
                </a:ln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7" name=""/>
          <p:cNvSpPr/>
          <p:nvPr/>
        </p:nvSpPr>
        <p:spPr>
          <a:xfrm>
            <a:off x="12025080" y="5671800"/>
            <a:ext cx="167040" cy="333720"/>
          </a:xfrm>
          <a:custGeom>
            <a:avLst/>
            <a:gdLst/>
            <a:ahLst/>
            <a:rect l="0" t="0" r="r" b="b"/>
            <a:pathLst>
              <a:path w="464" h="927">
                <a:moveTo>
                  <a:pt x="464" y="927"/>
                </a:moveTo>
                <a:lnTo>
                  <a:pt x="0" y="464"/>
                </a:lnTo>
                <a:lnTo>
                  <a:pt x="464" y="0"/>
                </a:lnTo>
                <a:lnTo>
                  <a:pt x="464" y="927"/>
                </a:ln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8" name=""/>
          <p:cNvSpPr/>
          <p:nvPr/>
        </p:nvSpPr>
        <p:spPr>
          <a:xfrm>
            <a:off x="11283840" y="6135120"/>
            <a:ext cx="297000" cy="296640"/>
          </a:xfrm>
          <a:custGeom>
            <a:avLst/>
            <a:gdLst/>
            <a:ahLst/>
            <a:rect l="0" t="0" r="r" b="b"/>
            <a:pathLst>
              <a:path w="825" h="824">
                <a:moveTo>
                  <a:pt x="413" y="824"/>
                </a:moveTo>
                <a:lnTo>
                  <a:pt x="0" y="412"/>
                </a:lnTo>
                <a:lnTo>
                  <a:pt x="413" y="0"/>
                </a:lnTo>
                <a:lnTo>
                  <a:pt x="825" y="412"/>
                </a:lnTo>
                <a:lnTo>
                  <a:pt x="413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9" name=""/>
          <p:cNvSpPr/>
          <p:nvPr/>
        </p:nvSpPr>
        <p:spPr>
          <a:xfrm>
            <a:off x="11432160" y="5986800"/>
            <a:ext cx="297000" cy="297000"/>
          </a:xfrm>
          <a:custGeom>
            <a:avLst/>
            <a:gdLst/>
            <a:ahLst/>
            <a:rect l="0" t="0" r="r" b="b"/>
            <a:pathLst>
              <a:path w="825" h="825">
                <a:moveTo>
                  <a:pt x="412" y="825"/>
                </a:moveTo>
                <a:lnTo>
                  <a:pt x="0" y="413"/>
                </a:lnTo>
                <a:lnTo>
                  <a:pt x="412" y="0"/>
                </a:lnTo>
                <a:lnTo>
                  <a:pt x="825" y="413"/>
                </a:lnTo>
                <a:lnTo>
                  <a:pt x="412" y="8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0" name=""/>
          <p:cNvSpPr/>
          <p:nvPr/>
        </p:nvSpPr>
        <p:spPr>
          <a:xfrm>
            <a:off x="11135880" y="5986800"/>
            <a:ext cx="296640" cy="297000"/>
          </a:xfrm>
          <a:custGeom>
            <a:avLst/>
            <a:gdLst/>
            <a:ahLst/>
            <a:rect l="0" t="0" r="r" b="b"/>
            <a:pathLst>
              <a:path w="824" h="825">
                <a:moveTo>
                  <a:pt x="411" y="825"/>
                </a:moveTo>
                <a:lnTo>
                  <a:pt x="0" y="413"/>
                </a:lnTo>
                <a:lnTo>
                  <a:pt x="411" y="0"/>
                </a:lnTo>
                <a:lnTo>
                  <a:pt x="824" y="413"/>
                </a:lnTo>
                <a:lnTo>
                  <a:pt x="411" y="8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1" name=""/>
          <p:cNvSpPr/>
          <p:nvPr/>
        </p:nvSpPr>
        <p:spPr>
          <a:xfrm>
            <a:off x="11283840" y="5838480"/>
            <a:ext cx="297000" cy="297000"/>
          </a:xfrm>
          <a:custGeom>
            <a:avLst/>
            <a:gdLst/>
            <a:ahLst/>
            <a:rect l="0" t="0" r="r" b="b"/>
            <a:pathLst>
              <a:path w="825" h="825">
                <a:moveTo>
                  <a:pt x="413" y="825"/>
                </a:moveTo>
                <a:lnTo>
                  <a:pt x="0" y="412"/>
                </a:lnTo>
                <a:lnTo>
                  <a:pt x="413" y="0"/>
                </a:lnTo>
                <a:lnTo>
                  <a:pt x="825" y="412"/>
                </a:lnTo>
                <a:lnTo>
                  <a:pt x="413" y="8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2" name=""/>
          <p:cNvSpPr/>
          <p:nvPr/>
        </p:nvSpPr>
        <p:spPr>
          <a:xfrm>
            <a:off x="11580480" y="5838480"/>
            <a:ext cx="296640" cy="297000"/>
          </a:xfrm>
          <a:custGeom>
            <a:avLst/>
            <a:gdLst/>
            <a:ahLst/>
            <a:rect l="0" t="0" r="r" b="b"/>
            <a:pathLst>
              <a:path w="824" h="825">
                <a:moveTo>
                  <a:pt x="413" y="825"/>
                </a:moveTo>
                <a:lnTo>
                  <a:pt x="0" y="412"/>
                </a:lnTo>
                <a:lnTo>
                  <a:pt x="413" y="0"/>
                </a:lnTo>
                <a:lnTo>
                  <a:pt x="824" y="412"/>
                </a:lnTo>
                <a:lnTo>
                  <a:pt x="413" y="8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3" name=""/>
          <p:cNvSpPr/>
          <p:nvPr/>
        </p:nvSpPr>
        <p:spPr>
          <a:xfrm>
            <a:off x="11728800" y="5690520"/>
            <a:ext cx="296640" cy="296640"/>
          </a:xfrm>
          <a:custGeom>
            <a:avLst/>
            <a:gdLst/>
            <a:ahLst/>
            <a:rect l="0" t="0" r="r" b="b"/>
            <a:pathLst>
              <a:path w="824" h="824">
                <a:moveTo>
                  <a:pt x="411" y="824"/>
                </a:moveTo>
                <a:lnTo>
                  <a:pt x="0" y="412"/>
                </a:lnTo>
                <a:lnTo>
                  <a:pt x="411" y="0"/>
                </a:lnTo>
                <a:lnTo>
                  <a:pt x="824" y="412"/>
                </a:lnTo>
                <a:lnTo>
                  <a:pt x="411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4" name=""/>
          <p:cNvSpPr/>
          <p:nvPr/>
        </p:nvSpPr>
        <p:spPr>
          <a:xfrm>
            <a:off x="11432160" y="5690520"/>
            <a:ext cx="297000" cy="296640"/>
          </a:xfrm>
          <a:custGeom>
            <a:avLst/>
            <a:gdLst/>
            <a:ahLst/>
            <a:rect l="0" t="0" r="r" b="b"/>
            <a:pathLst>
              <a:path w="825" h="824">
                <a:moveTo>
                  <a:pt x="412" y="824"/>
                </a:moveTo>
                <a:lnTo>
                  <a:pt x="0" y="412"/>
                </a:lnTo>
                <a:lnTo>
                  <a:pt x="412" y="0"/>
                </a:lnTo>
                <a:lnTo>
                  <a:pt x="825" y="412"/>
                </a:lnTo>
                <a:lnTo>
                  <a:pt x="412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5" name=""/>
          <p:cNvSpPr/>
          <p:nvPr/>
        </p:nvSpPr>
        <p:spPr>
          <a:xfrm>
            <a:off x="11580480" y="5542200"/>
            <a:ext cx="296640" cy="296640"/>
          </a:xfrm>
          <a:custGeom>
            <a:avLst/>
            <a:gdLst/>
            <a:ahLst/>
            <a:rect l="0" t="0" r="r" b="b"/>
            <a:pathLst>
              <a:path w="824" h="824">
                <a:moveTo>
                  <a:pt x="413" y="824"/>
                </a:moveTo>
                <a:lnTo>
                  <a:pt x="0" y="412"/>
                </a:lnTo>
                <a:lnTo>
                  <a:pt x="413" y="0"/>
                </a:lnTo>
                <a:lnTo>
                  <a:pt x="824" y="412"/>
                </a:lnTo>
                <a:lnTo>
                  <a:pt x="413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6" name=""/>
          <p:cNvSpPr/>
          <p:nvPr/>
        </p:nvSpPr>
        <p:spPr>
          <a:xfrm>
            <a:off x="10858320" y="5542200"/>
            <a:ext cx="574200" cy="593280"/>
          </a:xfrm>
          <a:custGeom>
            <a:avLst/>
            <a:gdLst/>
            <a:ahLst/>
            <a:rect l="0" t="0" r="r" b="b"/>
            <a:pathLst>
              <a:path w="1595" h="1648">
                <a:moveTo>
                  <a:pt x="771" y="1648"/>
                </a:moveTo>
                <a:lnTo>
                  <a:pt x="0" y="877"/>
                </a:lnTo>
                <a:lnTo>
                  <a:pt x="0" y="772"/>
                </a:lnTo>
                <a:lnTo>
                  <a:pt x="771" y="0"/>
                </a:lnTo>
                <a:lnTo>
                  <a:pt x="1595" y="824"/>
                </a:lnTo>
                <a:lnTo>
                  <a:pt x="771" y="164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7" name=""/>
          <p:cNvSpPr/>
          <p:nvPr/>
        </p:nvSpPr>
        <p:spPr>
          <a:xfrm>
            <a:off x="11135880" y="5524200"/>
            <a:ext cx="593280" cy="314640"/>
          </a:xfrm>
          <a:custGeom>
            <a:avLst/>
            <a:gdLst/>
            <a:ahLst/>
            <a:rect l="0" t="0" r="r" b="b"/>
            <a:pathLst>
              <a:path w="1648" h="874">
                <a:moveTo>
                  <a:pt x="823" y="874"/>
                </a:moveTo>
                <a:lnTo>
                  <a:pt x="0" y="50"/>
                </a:lnTo>
                <a:lnTo>
                  <a:pt x="49" y="0"/>
                </a:lnTo>
                <a:lnTo>
                  <a:pt x="1598" y="0"/>
                </a:lnTo>
                <a:lnTo>
                  <a:pt x="1648" y="50"/>
                </a:lnTo>
                <a:lnTo>
                  <a:pt x="823" y="87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8" name=""/>
          <p:cNvSpPr/>
          <p:nvPr/>
        </p:nvSpPr>
        <p:spPr>
          <a:xfrm>
            <a:off x="11876760" y="5542200"/>
            <a:ext cx="297000" cy="296640"/>
          </a:xfrm>
          <a:custGeom>
            <a:avLst/>
            <a:gdLst/>
            <a:ahLst/>
            <a:rect l="0" t="0" r="r" b="b"/>
            <a:pathLst>
              <a:path w="825" h="824">
                <a:moveTo>
                  <a:pt x="413" y="824"/>
                </a:moveTo>
                <a:lnTo>
                  <a:pt x="0" y="412"/>
                </a:lnTo>
                <a:lnTo>
                  <a:pt x="413" y="0"/>
                </a:lnTo>
                <a:lnTo>
                  <a:pt x="825" y="412"/>
                </a:lnTo>
                <a:lnTo>
                  <a:pt x="413" y="8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9" name=""/>
          <p:cNvSpPr/>
          <p:nvPr/>
        </p:nvSpPr>
        <p:spPr>
          <a:xfrm>
            <a:off x="12025080" y="5524200"/>
            <a:ext cx="167040" cy="166680"/>
          </a:xfrm>
          <a:custGeom>
            <a:avLst/>
            <a:gdLst/>
            <a:ahLst/>
            <a:rect l="0" t="0" r="r" b="b"/>
            <a:pathLst>
              <a:path w="464" h="463">
                <a:moveTo>
                  <a:pt x="413" y="463"/>
                </a:moveTo>
                <a:lnTo>
                  <a:pt x="0" y="50"/>
                </a:lnTo>
                <a:lnTo>
                  <a:pt x="50" y="0"/>
                </a:lnTo>
                <a:lnTo>
                  <a:pt x="464" y="0"/>
                </a:lnTo>
                <a:lnTo>
                  <a:pt x="464" y="411"/>
                </a:lnTo>
                <a:lnTo>
                  <a:pt x="413" y="46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0" name=""/>
          <p:cNvSpPr/>
          <p:nvPr/>
        </p:nvSpPr>
        <p:spPr>
          <a:xfrm>
            <a:off x="11728800" y="5524200"/>
            <a:ext cx="296640" cy="166680"/>
          </a:xfrm>
          <a:custGeom>
            <a:avLst/>
            <a:gdLst/>
            <a:ahLst/>
            <a:rect l="0" t="0" r="r" b="b"/>
            <a:pathLst>
              <a:path w="824" h="463">
                <a:moveTo>
                  <a:pt x="411" y="463"/>
                </a:moveTo>
                <a:lnTo>
                  <a:pt x="0" y="50"/>
                </a:lnTo>
                <a:lnTo>
                  <a:pt x="49" y="0"/>
                </a:lnTo>
                <a:lnTo>
                  <a:pt x="775" y="0"/>
                </a:lnTo>
                <a:lnTo>
                  <a:pt x="824" y="50"/>
                </a:lnTo>
                <a:lnTo>
                  <a:pt x="411" y="46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1" name=""/>
          <p:cNvSpPr/>
          <p:nvPr/>
        </p:nvSpPr>
        <p:spPr>
          <a:xfrm>
            <a:off x="12007440" y="5524200"/>
            <a:ext cx="36000" cy="18360"/>
          </a:xfrm>
          <a:custGeom>
            <a:avLst/>
            <a:gdLst/>
            <a:ahLst/>
            <a:rect l="0" t="0" r="r" b="b"/>
            <a:pathLst>
              <a:path w="100" h="51">
                <a:moveTo>
                  <a:pt x="49" y="51"/>
                </a:moveTo>
                <a:lnTo>
                  <a:pt x="0" y="0"/>
                </a:lnTo>
                <a:lnTo>
                  <a:pt x="100" y="0"/>
                </a:lnTo>
                <a:lnTo>
                  <a:pt x="49" y="5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2" name=""/>
          <p:cNvSpPr/>
          <p:nvPr/>
        </p:nvSpPr>
        <p:spPr>
          <a:xfrm>
            <a:off x="11710800" y="5524200"/>
            <a:ext cx="36000" cy="18360"/>
          </a:xfrm>
          <a:custGeom>
            <a:avLst/>
            <a:gdLst/>
            <a:ahLst/>
            <a:rect l="0" t="0" r="r" b="b"/>
            <a:pathLst>
              <a:path w="100" h="51">
                <a:moveTo>
                  <a:pt x="50" y="51"/>
                </a:moveTo>
                <a:lnTo>
                  <a:pt x="0" y="0"/>
                </a:lnTo>
                <a:lnTo>
                  <a:pt x="100" y="0"/>
                </a:lnTo>
                <a:lnTo>
                  <a:pt x="50" y="5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3" name=""/>
          <p:cNvSpPr/>
          <p:nvPr/>
        </p:nvSpPr>
        <p:spPr>
          <a:xfrm>
            <a:off x="10858320" y="5524200"/>
            <a:ext cx="295560" cy="295920"/>
          </a:xfrm>
          <a:custGeom>
            <a:avLst/>
            <a:gdLst/>
            <a:ahLst/>
            <a:rect l="0" t="0" r="r" b="b"/>
            <a:pathLst>
              <a:path w="821" h="822">
                <a:moveTo>
                  <a:pt x="0" y="0"/>
                </a:moveTo>
                <a:lnTo>
                  <a:pt x="821" y="0"/>
                </a:lnTo>
                <a:lnTo>
                  <a:pt x="0" y="82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4" name=""/>
          <p:cNvSpPr/>
          <p:nvPr/>
        </p:nvSpPr>
        <p:spPr>
          <a:xfrm>
            <a:off x="11561040" y="6266520"/>
            <a:ext cx="371880" cy="295920"/>
          </a:xfrm>
          <a:custGeom>
            <a:avLst/>
            <a:gdLst/>
            <a:ahLst/>
            <a:rect l="0" t="0" r="r" b="b"/>
            <a:pathLst>
              <a:path w="1033" h="822">
                <a:moveTo>
                  <a:pt x="0" y="0"/>
                </a:moveTo>
                <a:lnTo>
                  <a:pt x="1033" y="0"/>
                </a:lnTo>
                <a:lnTo>
                  <a:pt x="1033" y="822"/>
                </a:lnTo>
                <a:lnTo>
                  <a:pt x="0" y="822"/>
                </a:lnTo>
                <a:lnTo>
                  <a:pt x="0" y="0"/>
                </a:lnTo>
                <a:close/>
              </a:path>
            </a:pathLst>
          </a:custGeom>
          <a:solidFill>
            <a:srgbClr val="FDFC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5" name=""/>
          <p:cNvSpPr txBox="1"/>
          <p:nvPr/>
        </p:nvSpPr>
        <p:spPr>
          <a:xfrm>
            <a:off x="7674480" y="6403680"/>
            <a:ext cx="218412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50" b="0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Vercel backend</a:t>
            </a:r>
            <a:endParaRPr lang="en-IN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6" name=""/>
          <p:cNvSpPr txBox="1"/>
          <p:nvPr/>
        </p:nvSpPr>
        <p:spPr>
          <a:xfrm>
            <a:off x="11602800" y="6249240"/>
            <a:ext cx="30996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SegoeUI"/>
                <a:ea typeface="SegoeUI"/>
              </a:rPr>
              <a:t>1 2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7" name=""/>
          <p:cNvSpPr txBox="1"/>
          <p:nvPr/>
        </p:nvSpPr>
        <p:spPr>
          <a:xfrm>
            <a:off x="11602800" y="6249240"/>
            <a:ext cx="30996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202228"/>
                </a:solidFill>
                <a:effectLst/>
                <a:uFillTx/>
                <a:latin typeface="SegoeUI"/>
                <a:ea typeface="SegoeUI"/>
              </a:rPr>
              <a:t>1 2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1" name=""/>
          <p:cNvSpPr/>
          <p:nvPr/>
        </p:nvSpPr>
        <p:spPr>
          <a:xfrm>
            <a:off x="495000" y="1523880"/>
            <a:ext cx="11201760" cy="28800"/>
          </a:xfrm>
          <a:custGeom>
            <a:avLst/>
            <a:gdLst/>
            <a:ahLst/>
            <a:rect l="0" t="0" r="r" b="b"/>
            <a:pathLst>
              <a:path w="31116" h="80">
                <a:moveTo>
                  <a:pt x="0" y="0"/>
                </a:moveTo>
                <a:lnTo>
                  <a:pt x="31116" y="0"/>
                </a:lnTo>
                <a:lnTo>
                  <a:pt x="31116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2" name=""/>
          <p:cNvSpPr txBox="1"/>
          <p:nvPr/>
        </p:nvSpPr>
        <p:spPr>
          <a:xfrm>
            <a:off x="3769560" y="688320"/>
            <a:ext cx="4272840" cy="76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500" b="1" u="none" strike="noStrike">
                <a:solidFill>
                  <a:srgbClr val="1A1A2E"/>
                </a:solidFill>
                <a:effectLst/>
                <a:uFillTx/>
                <a:latin typeface="SegoeUI"/>
                <a:ea typeface="SegoeUI"/>
              </a:rPr>
              <a:t>Impact &amp; Reach</a:t>
            </a:r>
            <a:endParaRPr lang="en-IN" sz="4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3" name=""/>
          <p:cNvSpPr txBox="1"/>
          <p:nvPr/>
        </p:nvSpPr>
        <p:spPr>
          <a:xfrm>
            <a:off x="786240" y="1600560"/>
            <a:ext cx="2841840" cy="1116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6600" b="1" u="none" strike="noStrike">
                <a:solidFill>
                  <a:srgbClr val="FF9933"/>
                </a:solidFill>
                <a:effectLst/>
                <a:uFillTx/>
                <a:latin typeface="SegoeUI"/>
                <a:ea typeface="SegoeUI"/>
              </a:rPr>
              <a:t>800M+</a:t>
            </a:r>
            <a:endParaRPr lang="en-IN" sz="6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4" name=""/>
          <p:cNvSpPr txBox="1"/>
          <p:nvPr/>
        </p:nvSpPr>
        <p:spPr>
          <a:xfrm>
            <a:off x="658440" y="2624040"/>
            <a:ext cx="2732040" cy="40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400" b="0" u="none" strike="noStrike">
                <a:solidFill>
                  <a:srgbClr val="555555"/>
                </a:solidFill>
                <a:effectLst/>
                <a:uFillTx/>
                <a:latin typeface="SegoeUI"/>
                <a:ea typeface="SegoeUI"/>
              </a:rPr>
              <a:t>Citizens who can file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5" name=""/>
          <p:cNvSpPr txBox="1"/>
          <p:nvPr/>
        </p:nvSpPr>
        <p:spPr>
          <a:xfrm>
            <a:off x="497520" y="3043080"/>
            <a:ext cx="3072960" cy="40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400" b="0" u="none" strike="noStrike">
                <a:solidFill>
                  <a:srgbClr val="555555"/>
                </a:solidFill>
                <a:effectLst/>
                <a:uFillTx/>
                <a:latin typeface="SegoeUI"/>
                <a:ea typeface="SegoeUI"/>
              </a:rPr>
              <a:t>via SMS or Voice — no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6" name=""/>
          <p:cNvSpPr txBox="1"/>
          <p:nvPr/>
        </p:nvSpPr>
        <p:spPr>
          <a:xfrm>
            <a:off x="725400" y="3471480"/>
            <a:ext cx="2712240" cy="40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400" b="0" u="none" strike="noStrike">
                <a:solidFill>
                  <a:srgbClr val="555555"/>
                </a:solidFill>
                <a:effectLst/>
                <a:uFillTx/>
                <a:latin typeface="SegoeUI"/>
                <a:ea typeface="SegoeUI"/>
              </a:rPr>
              <a:t>smartphone needed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7" name=""/>
          <p:cNvSpPr txBox="1"/>
          <p:nvPr/>
        </p:nvSpPr>
        <p:spPr>
          <a:xfrm>
            <a:off x="4860720" y="1600560"/>
            <a:ext cx="2284560" cy="1116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6600" b="1" u="none" strike="noStrike">
                <a:solidFill>
                  <a:srgbClr val="FF9933"/>
                </a:solidFill>
                <a:effectLst/>
                <a:uFillTx/>
                <a:latin typeface="SegoeUI"/>
                <a:ea typeface="SegoeUI"/>
              </a:rPr>
              <a:t>~70%</a:t>
            </a:r>
            <a:endParaRPr lang="en-IN" sz="6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8" name=""/>
          <p:cNvSpPr txBox="1"/>
          <p:nvPr/>
        </p:nvSpPr>
        <p:spPr>
          <a:xfrm>
            <a:off x="5082840" y="2624040"/>
            <a:ext cx="1693080" cy="40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400" b="0" u="none" strike="noStrike">
                <a:solidFill>
                  <a:srgbClr val="555555"/>
                </a:solidFill>
                <a:effectLst/>
                <a:uFillTx/>
                <a:latin typeface="SegoeUI"/>
                <a:ea typeface="SegoeUI"/>
              </a:rPr>
              <a:t>Reduction in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9" name=""/>
          <p:cNvSpPr txBox="1"/>
          <p:nvPr/>
        </p:nvSpPr>
        <p:spPr>
          <a:xfrm>
            <a:off x="5155200" y="3043080"/>
            <a:ext cx="2403000" cy="40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400" b="0" u="none" strike="noStrike">
                <a:solidFill>
                  <a:srgbClr val="555555"/>
                </a:solidFill>
                <a:effectLst/>
                <a:uFillTx/>
                <a:latin typeface="SegoeUI"/>
                <a:ea typeface="SegoeUI"/>
              </a:rPr>
              <a:t>m i s d i r e c t e d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0" name=""/>
          <p:cNvSpPr txBox="1"/>
          <p:nvPr/>
        </p:nvSpPr>
        <p:spPr>
          <a:xfrm>
            <a:off x="4708800" y="3471480"/>
            <a:ext cx="2289240" cy="40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400" b="0" u="none" strike="noStrike">
                <a:solidFill>
                  <a:srgbClr val="555555"/>
                </a:solidFill>
                <a:effectLst/>
                <a:uFillTx/>
                <a:latin typeface="SegoeUI"/>
                <a:ea typeface="SegoeUI"/>
              </a:rPr>
              <a:t>complaints via AI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1" name=""/>
          <p:cNvSpPr txBox="1"/>
          <p:nvPr/>
        </p:nvSpPr>
        <p:spPr>
          <a:xfrm>
            <a:off x="5065920" y="3900240"/>
            <a:ext cx="1718280" cy="40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400" b="0" u="none" strike="noStrike">
                <a:solidFill>
                  <a:srgbClr val="555555"/>
                </a:solidFill>
                <a:effectLst/>
                <a:uFillTx/>
                <a:latin typeface="SegoeUI"/>
                <a:ea typeface="SegoeUI"/>
              </a:rPr>
              <a:t>auto-routing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2" name=""/>
          <p:cNvSpPr txBox="1"/>
          <p:nvPr/>
        </p:nvSpPr>
        <p:spPr>
          <a:xfrm>
            <a:off x="9336960" y="1600560"/>
            <a:ext cx="964800" cy="1116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6600" b="1" u="none" strike="noStrike">
                <a:solidFill>
                  <a:srgbClr val="FF9933"/>
                </a:solidFill>
                <a:effectLst/>
                <a:uFillTx/>
                <a:latin typeface="SegoeUI"/>
                <a:ea typeface="SegoeUI"/>
              </a:rPr>
              <a:t>$0</a:t>
            </a:r>
            <a:endParaRPr lang="en-IN" sz="6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3" name=""/>
          <p:cNvSpPr txBox="1"/>
          <p:nvPr/>
        </p:nvSpPr>
        <p:spPr>
          <a:xfrm>
            <a:off x="8154360" y="2624040"/>
            <a:ext cx="2827440" cy="40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400" b="0" u="none" strike="noStrike">
                <a:solidFill>
                  <a:srgbClr val="555555"/>
                </a:solidFill>
                <a:effectLst/>
                <a:uFillTx/>
                <a:latin typeface="SegoeUI"/>
                <a:ea typeface="SegoeUI"/>
              </a:rPr>
              <a:t>Infrastructure cost —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4" name=""/>
          <p:cNvSpPr txBox="1"/>
          <p:nvPr/>
        </p:nvSpPr>
        <p:spPr>
          <a:xfrm>
            <a:off x="8179200" y="3043080"/>
            <a:ext cx="2720880" cy="40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400" b="0" u="none" strike="noStrike">
                <a:solidFill>
                  <a:srgbClr val="555555"/>
                </a:solidFill>
                <a:effectLst/>
                <a:uFillTx/>
                <a:latin typeface="SegoeUI"/>
                <a:ea typeface="SegoeUI"/>
              </a:rPr>
              <a:t>fully on free tiers for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5" name=""/>
          <p:cNvSpPr/>
          <p:nvPr/>
        </p:nvSpPr>
        <p:spPr>
          <a:xfrm>
            <a:off x="2190600" y="4924080"/>
            <a:ext cx="2486520" cy="514800"/>
          </a:xfrm>
          <a:custGeom>
            <a:avLst/>
            <a:gdLst/>
            <a:ahLst/>
            <a:rect l="0" t="0" r="r" b="b"/>
            <a:pathLst>
              <a:path w="6907" h="1430">
                <a:moveTo>
                  <a:pt x="0" y="900"/>
                </a:moveTo>
                <a:lnTo>
                  <a:pt x="0" y="530"/>
                </a:lnTo>
                <a:cubicBezTo>
                  <a:pt x="0" y="495"/>
                  <a:pt x="3" y="460"/>
                  <a:pt x="10" y="426"/>
                </a:cubicBezTo>
                <a:cubicBezTo>
                  <a:pt x="17" y="392"/>
                  <a:pt x="27" y="359"/>
                  <a:pt x="40" y="327"/>
                </a:cubicBezTo>
                <a:cubicBezTo>
                  <a:pt x="53" y="295"/>
                  <a:pt x="70" y="265"/>
                  <a:pt x="89" y="236"/>
                </a:cubicBezTo>
                <a:cubicBezTo>
                  <a:pt x="108" y="207"/>
                  <a:pt x="130" y="180"/>
                  <a:pt x="155" y="155"/>
                </a:cubicBezTo>
                <a:cubicBezTo>
                  <a:pt x="179" y="131"/>
                  <a:pt x="206" y="109"/>
                  <a:pt x="235" y="90"/>
                </a:cubicBezTo>
                <a:cubicBezTo>
                  <a:pt x="264" y="70"/>
                  <a:pt x="294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0" y="4"/>
                  <a:pt x="494" y="0"/>
                  <a:pt x="529" y="0"/>
                </a:cubicBezTo>
                <a:lnTo>
                  <a:pt x="6377" y="0"/>
                </a:lnTo>
                <a:cubicBezTo>
                  <a:pt x="6412" y="0"/>
                  <a:pt x="6447" y="4"/>
                  <a:pt x="6481" y="11"/>
                </a:cubicBezTo>
                <a:cubicBezTo>
                  <a:pt x="6515" y="17"/>
                  <a:pt x="6548" y="27"/>
                  <a:pt x="6580" y="41"/>
                </a:cubicBezTo>
                <a:cubicBezTo>
                  <a:pt x="6612" y="54"/>
                  <a:pt x="6642" y="70"/>
                  <a:pt x="6671" y="90"/>
                </a:cubicBezTo>
                <a:cubicBezTo>
                  <a:pt x="6700" y="109"/>
                  <a:pt x="6727" y="131"/>
                  <a:pt x="6752" y="155"/>
                </a:cubicBezTo>
                <a:cubicBezTo>
                  <a:pt x="6776" y="180"/>
                  <a:pt x="6798" y="207"/>
                  <a:pt x="6817" y="236"/>
                </a:cubicBezTo>
                <a:cubicBezTo>
                  <a:pt x="6837" y="265"/>
                  <a:pt x="6853" y="295"/>
                  <a:pt x="6866" y="327"/>
                </a:cubicBezTo>
                <a:cubicBezTo>
                  <a:pt x="6880" y="359"/>
                  <a:pt x="6890" y="392"/>
                  <a:pt x="6896" y="426"/>
                </a:cubicBezTo>
                <a:cubicBezTo>
                  <a:pt x="6903" y="460"/>
                  <a:pt x="6907" y="495"/>
                  <a:pt x="6907" y="530"/>
                </a:cubicBezTo>
                <a:lnTo>
                  <a:pt x="6907" y="900"/>
                </a:lnTo>
                <a:cubicBezTo>
                  <a:pt x="6907" y="935"/>
                  <a:pt x="6903" y="969"/>
                  <a:pt x="6896" y="1003"/>
                </a:cubicBezTo>
                <a:cubicBezTo>
                  <a:pt x="6890" y="1037"/>
                  <a:pt x="6880" y="1070"/>
                  <a:pt x="6866" y="1103"/>
                </a:cubicBezTo>
                <a:cubicBezTo>
                  <a:pt x="6853" y="1135"/>
                  <a:pt x="6837" y="1165"/>
                  <a:pt x="6817" y="1194"/>
                </a:cubicBezTo>
                <a:cubicBezTo>
                  <a:pt x="6798" y="1223"/>
                  <a:pt x="6776" y="1250"/>
                  <a:pt x="6752" y="1274"/>
                </a:cubicBezTo>
                <a:cubicBezTo>
                  <a:pt x="6727" y="1299"/>
                  <a:pt x="6700" y="1322"/>
                  <a:pt x="6671" y="1341"/>
                </a:cubicBezTo>
                <a:cubicBezTo>
                  <a:pt x="6642" y="1360"/>
                  <a:pt x="6612" y="1377"/>
                  <a:pt x="6580" y="1390"/>
                </a:cubicBezTo>
                <a:cubicBezTo>
                  <a:pt x="6548" y="1403"/>
                  <a:pt x="6515" y="1413"/>
                  <a:pt x="6481" y="1420"/>
                </a:cubicBezTo>
                <a:cubicBezTo>
                  <a:pt x="6447" y="1427"/>
                  <a:pt x="6412" y="1430"/>
                  <a:pt x="6377" y="1430"/>
                </a:cubicBezTo>
                <a:lnTo>
                  <a:pt x="529" y="1430"/>
                </a:lnTo>
                <a:cubicBezTo>
                  <a:pt x="494" y="1430"/>
                  <a:pt x="460" y="1427"/>
                  <a:pt x="426" y="1420"/>
                </a:cubicBezTo>
                <a:cubicBezTo>
                  <a:pt x="392" y="1413"/>
                  <a:pt x="359" y="1403"/>
                  <a:pt x="327" y="1390"/>
                </a:cubicBezTo>
                <a:cubicBezTo>
                  <a:pt x="294" y="1377"/>
                  <a:pt x="264" y="1360"/>
                  <a:pt x="235" y="1341"/>
                </a:cubicBezTo>
                <a:cubicBezTo>
                  <a:pt x="206" y="1322"/>
                  <a:pt x="179" y="1299"/>
                  <a:pt x="155" y="1274"/>
                </a:cubicBezTo>
                <a:cubicBezTo>
                  <a:pt x="130" y="1250"/>
                  <a:pt x="108" y="1223"/>
                  <a:pt x="89" y="1194"/>
                </a:cubicBezTo>
                <a:cubicBezTo>
                  <a:pt x="70" y="1165"/>
                  <a:pt x="53" y="1135"/>
                  <a:pt x="40" y="1103"/>
                </a:cubicBezTo>
                <a:cubicBezTo>
                  <a:pt x="27" y="1070"/>
                  <a:pt x="17" y="1037"/>
                  <a:pt x="10" y="1003"/>
                </a:cubicBezTo>
                <a:cubicBezTo>
                  <a:pt x="3" y="969"/>
                  <a:pt x="0" y="935"/>
                  <a:pt x="0" y="900"/>
                </a:cubicBez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6" name=""/>
          <p:cNvSpPr txBox="1"/>
          <p:nvPr/>
        </p:nvSpPr>
        <p:spPr>
          <a:xfrm>
            <a:off x="8192880" y="3471480"/>
            <a:ext cx="2779200" cy="40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400" b="0" u="none" strike="noStrike">
                <a:solidFill>
                  <a:srgbClr val="555555"/>
                </a:solidFill>
                <a:effectLst/>
                <a:uFillTx/>
                <a:latin typeface="SegoeUI"/>
                <a:ea typeface="SegoeUI"/>
              </a:rPr>
              <a:t>the entire hackathon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7" name=""/>
          <p:cNvSpPr txBox="1"/>
          <p:nvPr/>
        </p:nvSpPr>
        <p:spPr>
          <a:xfrm>
            <a:off x="2304000" y="4962240"/>
            <a:ext cx="1944000" cy="43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70" b="1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GrievanceOS</a:t>
            </a:r>
            <a:endParaRPr lang="en-IN" sz="25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8" name=""/>
          <p:cNvSpPr/>
          <p:nvPr/>
        </p:nvSpPr>
        <p:spPr>
          <a:xfrm>
            <a:off x="5143320" y="4924080"/>
            <a:ext cx="1733760" cy="514800"/>
          </a:xfrm>
          <a:custGeom>
            <a:avLst/>
            <a:gdLst/>
            <a:ahLst/>
            <a:rect l="0" t="0" r="r" b="b"/>
            <a:pathLst>
              <a:path w="4816" h="1430">
                <a:moveTo>
                  <a:pt x="0" y="900"/>
                </a:moveTo>
                <a:lnTo>
                  <a:pt x="0" y="530"/>
                </a:lnTo>
                <a:cubicBezTo>
                  <a:pt x="0" y="495"/>
                  <a:pt x="3" y="460"/>
                  <a:pt x="10" y="426"/>
                </a:cubicBezTo>
                <a:cubicBezTo>
                  <a:pt x="17" y="392"/>
                  <a:pt x="27" y="359"/>
                  <a:pt x="40" y="327"/>
                </a:cubicBezTo>
                <a:cubicBezTo>
                  <a:pt x="54" y="295"/>
                  <a:pt x="70" y="265"/>
                  <a:pt x="89" y="236"/>
                </a:cubicBezTo>
                <a:cubicBezTo>
                  <a:pt x="108" y="207"/>
                  <a:pt x="130" y="180"/>
                  <a:pt x="155" y="155"/>
                </a:cubicBezTo>
                <a:cubicBezTo>
                  <a:pt x="180" y="131"/>
                  <a:pt x="206" y="109"/>
                  <a:pt x="235" y="90"/>
                </a:cubicBezTo>
                <a:cubicBezTo>
                  <a:pt x="264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0" y="4"/>
                  <a:pt x="494" y="0"/>
                  <a:pt x="529" y="0"/>
                </a:cubicBezTo>
                <a:lnTo>
                  <a:pt x="4287" y="0"/>
                </a:lnTo>
                <a:cubicBezTo>
                  <a:pt x="4322" y="0"/>
                  <a:pt x="4356" y="4"/>
                  <a:pt x="4390" y="11"/>
                </a:cubicBezTo>
                <a:cubicBezTo>
                  <a:pt x="4425" y="17"/>
                  <a:pt x="4458" y="27"/>
                  <a:pt x="4490" y="41"/>
                </a:cubicBezTo>
                <a:cubicBezTo>
                  <a:pt x="4522" y="54"/>
                  <a:pt x="4552" y="70"/>
                  <a:pt x="4581" y="90"/>
                </a:cubicBezTo>
                <a:cubicBezTo>
                  <a:pt x="4610" y="109"/>
                  <a:pt x="4637" y="131"/>
                  <a:pt x="4661" y="155"/>
                </a:cubicBezTo>
                <a:cubicBezTo>
                  <a:pt x="4686" y="180"/>
                  <a:pt x="4708" y="207"/>
                  <a:pt x="4727" y="236"/>
                </a:cubicBezTo>
                <a:cubicBezTo>
                  <a:pt x="4747" y="265"/>
                  <a:pt x="4763" y="295"/>
                  <a:pt x="4776" y="327"/>
                </a:cubicBezTo>
                <a:cubicBezTo>
                  <a:pt x="4789" y="359"/>
                  <a:pt x="4799" y="392"/>
                  <a:pt x="4806" y="426"/>
                </a:cubicBezTo>
                <a:cubicBezTo>
                  <a:pt x="4813" y="460"/>
                  <a:pt x="4816" y="495"/>
                  <a:pt x="4816" y="530"/>
                </a:cubicBezTo>
                <a:lnTo>
                  <a:pt x="4816" y="900"/>
                </a:lnTo>
                <a:cubicBezTo>
                  <a:pt x="4816" y="935"/>
                  <a:pt x="4813" y="969"/>
                  <a:pt x="4806" y="1003"/>
                </a:cubicBezTo>
                <a:cubicBezTo>
                  <a:pt x="4799" y="1037"/>
                  <a:pt x="4789" y="1070"/>
                  <a:pt x="4776" y="1103"/>
                </a:cubicBezTo>
                <a:cubicBezTo>
                  <a:pt x="4763" y="1135"/>
                  <a:pt x="4747" y="1165"/>
                  <a:pt x="4727" y="1194"/>
                </a:cubicBezTo>
                <a:cubicBezTo>
                  <a:pt x="4708" y="1223"/>
                  <a:pt x="4686" y="1250"/>
                  <a:pt x="4661" y="1274"/>
                </a:cubicBezTo>
                <a:cubicBezTo>
                  <a:pt x="4637" y="1299"/>
                  <a:pt x="4610" y="1322"/>
                  <a:pt x="4581" y="1341"/>
                </a:cubicBezTo>
                <a:cubicBezTo>
                  <a:pt x="4552" y="1360"/>
                  <a:pt x="4522" y="1377"/>
                  <a:pt x="4490" y="1390"/>
                </a:cubicBezTo>
                <a:cubicBezTo>
                  <a:pt x="4458" y="1403"/>
                  <a:pt x="4425" y="1413"/>
                  <a:pt x="4390" y="1420"/>
                </a:cubicBezTo>
                <a:cubicBezTo>
                  <a:pt x="4356" y="1427"/>
                  <a:pt x="4322" y="1430"/>
                  <a:pt x="4287" y="1430"/>
                </a:cubicBezTo>
                <a:lnTo>
                  <a:pt x="529" y="1430"/>
                </a:lnTo>
                <a:cubicBezTo>
                  <a:pt x="494" y="1430"/>
                  <a:pt x="460" y="1427"/>
                  <a:pt x="426" y="1420"/>
                </a:cubicBezTo>
                <a:cubicBezTo>
                  <a:pt x="392" y="1413"/>
                  <a:pt x="359" y="1403"/>
                  <a:pt x="327" y="1390"/>
                </a:cubicBezTo>
                <a:cubicBezTo>
                  <a:pt x="295" y="1377"/>
                  <a:pt x="264" y="1360"/>
                  <a:pt x="235" y="1341"/>
                </a:cubicBezTo>
                <a:cubicBezTo>
                  <a:pt x="206" y="1322"/>
                  <a:pt x="180" y="1299"/>
                  <a:pt x="155" y="1274"/>
                </a:cubicBezTo>
                <a:cubicBezTo>
                  <a:pt x="130" y="1250"/>
                  <a:pt x="108" y="1223"/>
                  <a:pt x="89" y="1194"/>
                </a:cubicBezTo>
                <a:cubicBezTo>
                  <a:pt x="70" y="1165"/>
                  <a:pt x="54" y="1135"/>
                  <a:pt x="40" y="1103"/>
                </a:cubicBezTo>
                <a:cubicBezTo>
                  <a:pt x="27" y="1070"/>
                  <a:pt x="17" y="1037"/>
                  <a:pt x="10" y="1003"/>
                </a:cubicBezTo>
                <a:cubicBezTo>
                  <a:pt x="3" y="969"/>
                  <a:pt x="0" y="935"/>
                  <a:pt x="0" y="900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9" name=""/>
          <p:cNvSpPr txBox="1"/>
          <p:nvPr/>
        </p:nvSpPr>
        <p:spPr>
          <a:xfrm>
            <a:off x="4695840" y="4862880"/>
            <a:ext cx="418680" cy="558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3300" b="0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   </a:t>
            </a:r>
            <a:endParaRPr lang="en-IN" sz="3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0" name=""/>
          <p:cNvSpPr txBox="1"/>
          <p:nvPr/>
        </p:nvSpPr>
        <p:spPr>
          <a:xfrm>
            <a:off x="5259600" y="4962240"/>
            <a:ext cx="1299960" cy="43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70" b="1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NayakAI</a:t>
            </a:r>
            <a:endParaRPr lang="en-IN" sz="25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1" name=""/>
          <p:cNvSpPr/>
          <p:nvPr/>
        </p:nvSpPr>
        <p:spPr>
          <a:xfrm>
            <a:off x="7343640" y="4924080"/>
            <a:ext cx="2657880" cy="514800"/>
          </a:xfrm>
          <a:custGeom>
            <a:avLst/>
            <a:gdLst/>
            <a:ahLst/>
            <a:rect l="0" t="0" r="r" b="b"/>
            <a:pathLst>
              <a:path w="7383" h="1430">
                <a:moveTo>
                  <a:pt x="0" y="900"/>
                </a:moveTo>
                <a:lnTo>
                  <a:pt x="0" y="530"/>
                </a:lnTo>
                <a:cubicBezTo>
                  <a:pt x="0" y="495"/>
                  <a:pt x="3" y="460"/>
                  <a:pt x="10" y="426"/>
                </a:cubicBezTo>
                <a:cubicBezTo>
                  <a:pt x="17" y="392"/>
                  <a:pt x="27" y="359"/>
                  <a:pt x="40" y="327"/>
                </a:cubicBezTo>
                <a:cubicBezTo>
                  <a:pt x="53" y="295"/>
                  <a:pt x="70" y="265"/>
                  <a:pt x="89" y="236"/>
                </a:cubicBezTo>
                <a:cubicBezTo>
                  <a:pt x="108" y="207"/>
                  <a:pt x="130" y="180"/>
                  <a:pt x="155" y="155"/>
                </a:cubicBezTo>
                <a:cubicBezTo>
                  <a:pt x="179" y="131"/>
                  <a:pt x="206" y="109"/>
                  <a:pt x="235" y="90"/>
                </a:cubicBezTo>
                <a:cubicBezTo>
                  <a:pt x="264" y="70"/>
                  <a:pt x="294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0" y="4"/>
                  <a:pt x="494" y="0"/>
                  <a:pt x="529" y="0"/>
                </a:cubicBezTo>
                <a:lnTo>
                  <a:pt x="6854" y="0"/>
                </a:lnTo>
                <a:cubicBezTo>
                  <a:pt x="6888" y="0"/>
                  <a:pt x="6923" y="4"/>
                  <a:pt x="6957" y="11"/>
                </a:cubicBezTo>
                <a:cubicBezTo>
                  <a:pt x="6991" y="17"/>
                  <a:pt x="7024" y="27"/>
                  <a:pt x="7056" y="41"/>
                </a:cubicBezTo>
                <a:cubicBezTo>
                  <a:pt x="7088" y="54"/>
                  <a:pt x="7119" y="70"/>
                  <a:pt x="7148" y="90"/>
                </a:cubicBezTo>
                <a:cubicBezTo>
                  <a:pt x="7176" y="109"/>
                  <a:pt x="7203" y="131"/>
                  <a:pt x="7228" y="155"/>
                </a:cubicBezTo>
                <a:cubicBezTo>
                  <a:pt x="7252" y="180"/>
                  <a:pt x="7274" y="207"/>
                  <a:pt x="7294" y="236"/>
                </a:cubicBezTo>
                <a:cubicBezTo>
                  <a:pt x="7313" y="265"/>
                  <a:pt x="7329" y="295"/>
                  <a:pt x="7342" y="327"/>
                </a:cubicBezTo>
                <a:cubicBezTo>
                  <a:pt x="7356" y="359"/>
                  <a:pt x="7366" y="392"/>
                  <a:pt x="7373" y="426"/>
                </a:cubicBezTo>
                <a:cubicBezTo>
                  <a:pt x="7379" y="460"/>
                  <a:pt x="7383" y="495"/>
                  <a:pt x="7383" y="530"/>
                </a:cubicBezTo>
                <a:lnTo>
                  <a:pt x="7383" y="900"/>
                </a:lnTo>
                <a:cubicBezTo>
                  <a:pt x="7383" y="935"/>
                  <a:pt x="7379" y="969"/>
                  <a:pt x="7373" y="1003"/>
                </a:cubicBezTo>
                <a:cubicBezTo>
                  <a:pt x="7366" y="1037"/>
                  <a:pt x="7356" y="1070"/>
                  <a:pt x="7342" y="1103"/>
                </a:cubicBezTo>
                <a:cubicBezTo>
                  <a:pt x="7329" y="1135"/>
                  <a:pt x="7313" y="1165"/>
                  <a:pt x="7294" y="1194"/>
                </a:cubicBezTo>
                <a:cubicBezTo>
                  <a:pt x="7274" y="1223"/>
                  <a:pt x="7252" y="1250"/>
                  <a:pt x="7228" y="1274"/>
                </a:cubicBezTo>
                <a:cubicBezTo>
                  <a:pt x="7203" y="1299"/>
                  <a:pt x="7176" y="1322"/>
                  <a:pt x="7148" y="1341"/>
                </a:cubicBezTo>
                <a:cubicBezTo>
                  <a:pt x="7119" y="1360"/>
                  <a:pt x="7088" y="1377"/>
                  <a:pt x="7056" y="1390"/>
                </a:cubicBezTo>
                <a:cubicBezTo>
                  <a:pt x="7024" y="1403"/>
                  <a:pt x="6991" y="1413"/>
                  <a:pt x="6957" y="1420"/>
                </a:cubicBezTo>
                <a:cubicBezTo>
                  <a:pt x="6923" y="1427"/>
                  <a:pt x="6888" y="1430"/>
                  <a:pt x="6854" y="1430"/>
                </a:cubicBezTo>
                <a:lnTo>
                  <a:pt x="529" y="1430"/>
                </a:lnTo>
                <a:cubicBezTo>
                  <a:pt x="494" y="1430"/>
                  <a:pt x="460" y="1427"/>
                  <a:pt x="426" y="1420"/>
                </a:cubicBezTo>
                <a:cubicBezTo>
                  <a:pt x="392" y="1413"/>
                  <a:pt x="359" y="1403"/>
                  <a:pt x="327" y="1390"/>
                </a:cubicBezTo>
                <a:cubicBezTo>
                  <a:pt x="294" y="1377"/>
                  <a:pt x="264" y="1360"/>
                  <a:pt x="235" y="1341"/>
                </a:cubicBezTo>
                <a:cubicBezTo>
                  <a:pt x="206" y="1322"/>
                  <a:pt x="179" y="1299"/>
                  <a:pt x="155" y="1274"/>
                </a:cubicBezTo>
                <a:cubicBezTo>
                  <a:pt x="130" y="1250"/>
                  <a:pt x="108" y="1223"/>
                  <a:pt x="89" y="1194"/>
                </a:cubicBezTo>
                <a:cubicBezTo>
                  <a:pt x="70" y="1165"/>
                  <a:pt x="53" y="1135"/>
                  <a:pt x="40" y="1103"/>
                </a:cubicBezTo>
                <a:cubicBezTo>
                  <a:pt x="27" y="1070"/>
                  <a:pt x="17" y="1037"/>
                  <a:pt x="10" y="1003"/>
                </a:cubicBezTo>
                <a:cubicBezTo>
                  <a:pt x="3" y="969"/>
                  <a:pt x="0" y="935"/>
                  <a:pt x="0" y="900"/>
                </a:cubicBezTo>
                <a:close/>
              </a:path>
            </a:pathLst>
          </a:custGeom>
          <a:solidFill>
            <a:srgbClr val="6C63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2" name=""/>
          <p:cNvSpPr txBox="1"/>
          <p:nvPr/>
        </p:nvSpPr>
        <p:spPr>
          <a:xfrm>
            <a:off x="6895080" y="4862880"/>
            <a:ext cx="418680" cy="558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3300" b="0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   </a:t>
            </a:r>
            <a:endParaRPr lang="en-IN" sz="3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3" name=""/>
          <p:cNvSpPr txBox="1"/>
          <p:nvPr/>
        </p:nvSpPr>
        <p:spPr>
          <a:xfrm>
            <a:off x="7458840" y="4962240"/>
            <a:ext cx="2053440" cy="43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570" b="1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SentinelPulse</a:t>
            </a:r>
            <a:endParaRPr lang="en-IN" sz="25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4" name=""/>
          <p:cNvSpPr/>
          <p:nvPr/>
        </p:nvSpPr>
        <p:spPr>
          <a:xfrm>
            <a:off x="11001240" y="6405480"/>
            <a:ext cx="905040" cy="452520"/>
          </a:xfrm>
          <a:custGeom>
            <a:avLst/>
            <a:gdLst/>
            <a:ahLst/>
            <a:rect l="0" t="0" r="r" b="b"/>
            <a:pathLst>
              <a:path w="2514" h="1257">
                <a:moveTo>
                  <a:pt x="0" y="1257"/>
                </a:moveTo>
                <a:lnTo>
                  <a:pt x="1258" y="0"/>
                </a:lnTo>
                <a:lnTo>
                  <a:pt x="2514" y="1257"/>
                </a:lnTo>
                <a:lnTo>
                  <a:pt x="0" y="1257"/>
                </a:ln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5" name=""/>
          <p:cNvSpPr/>
          <p:nvPr/>
        </p:nvSpPr>
        <p:spPr>
          <a:xfrm>
            <a:off x="10858320" y="6703200"/>
            <a:ext cx="149040" cy="154800"/>
          </a:xfrm>
          <a:custGeom>
            <a:avLst/>
            <a:gdLst/>
            <a:ahLst/>
            <a:rect l="0" t="0" r="r" b="b"/>
            <a:pathLst>
              <a:path w="414" h="430">
                <a:moveTo>
                  <a:pt x="0" y="430"/>
                </a:moveTo>
                <a:lnTo>
                  <a:pt x="0" y="0"/>
                </a:lnTo>
                <a:lnTo>
                  <a:pt x="414" y="414"/>
                </a:lnTo>
                <a:lnTo>
                  <a:pt x="398" y="430"/>
                </a:lnTo>
                <a:lnTo>
                  <a:pt x="0" y="43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6" name=""/>
          <p:cNvSpPr/>
          <p:nvPr/>
        </p:nvSpPr>
        <p:spPr>
          <a:xfrm>
            <a:off x="10858320" y="6554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828"/>
                </a:moveTo>
                <a:lnTo>
                  <a:pt x="0" y="415"/>
                </a:lnTo>
                <a:lnTo>
                  <a:pt x="413" y="0"/>
                </a:lnTo>
                <a:lnTo>
                  <a:pt x="828" y="415"/>
                </a:lnTo>
                <a:lnTo>
                  <a:pt x="413" y="82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7" name=""/>
          <p:cNvSpPr/>
          <p:nvPr/>
        </p:nvSpPr>
        <p:spPr>
          <a:xfrm>
            <a:off x="10858320" y="670320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8" name=""/>
          <p:cNvSpPr/>
          <p:nvPr/>
        </p:nvSpPr>
        <p:spPr>
          <a:xfrm>
            <a:off x="10858320" y="6405480"/>
            <a:ext cx="149040" cy="298080"/>
          </a:xfrm>
          <a:custGeom>
            <a:avLst/>
            <a:gdLst/>
            <a:ahLst/>
            <a:rect l="0" t="0" r="r" b="b"/>
            <a:pathLst>
              <a:path w="414" h="828">
                <a:moveTo>
                  <a:pt x="0" y="828"/>
                </a:moveTo>
                <a:lnTo>
                  <a:pt x="0" y="0"/>
                </a:lnTo>
                <a:lnTo>
                  <a:pt x="414" y="413"/>
                </a:lnTo>
                <a:lnTo>
                  <a:pt x="0" y="82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9" name=""/>
          <p:cNvSpPr/>
          <p:nvPr/>
        </p:nvSpPr>
        <p:spPr>
          <a:xfrm>
            <a:off x="1100700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828"/>
                </a:moveTo>
                <a:lnTo>
                  <a:pt x="0" y="413"/>
                </a:lnTo>
                <a:lnTo>
                  <a:pt x="415" y="0"/>
                </a:lnTo>
                <a:lnTo>
                  <a:pt x="828" y="413"/>
                </a:lnTo>
                <a:lnTo>
                  <a:pt x="415" y="82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0" name=""/>
          <p:cNvSpPr/>
          <p:nvPr/>
        </p:nvSpPr>
        <p:spPr>
          <a:xfrm>
            <a:off x="11156040" y="6256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828"/>
                </a:moveTo>
                <a:lnTo>
                  <a:pt x="0" y="415"/>
                </a:lnTo>
                <a:lnTo>
                  <a:pt x="413" y="0"/>
                </a:lnTo>
                <a:lnTo>
                  <a:pt x="828" y="415"/>
                </a:lnTo>
                <a:lnTo>
                  <a:pt x="413" y="82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1" name=""/>
          <p:cNvSpPr/>
          <p:nvPr/>
        </p:nvSpPr>
        <p:spPr>
          <a:xfrm>
            <a:off x="10858320" y="6256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828"/>
                </a:moveTo>
                <a:lnTo>
                  <a:pt x="0" y="415"/>
                </a:lnTo>
                <a:lnTo>
                  <a:pt x="413" y="0"/>
                </a:lnTo>
                <a:lnTo>
                  <a:pt x="828" y="415"/>
                </a:lnTo>
                <a:lnTo>
                  <a:pt x="413" y="82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2" name=""/>
          <p:cNvSpPr/>
          <p:nvPr/>
        </p:nvSpPr>
        <p:spPr>
          <a:xfrm>
            <a:off x="1100700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828"/>
                </a:moveTo>
                <a:lnTo>
                  <a:pt x="0" y="413"/>
                </a:lnTo>
                <a:lnTo>
                  <a:pt x="415" y="0"/>
                </a:lnTo>
                <a:lnTo>
                  <a:pt x="828" y="413"/>
                </a:lnTo>
                <a:lnTo>
                  <a:pt x="415" y="82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3" name=""/>
          <p:cNvSpPr/>
          <p:nvPr/>
        </p:nvSpPr>
        <p:spPr>
          <a:xfrm>
            <a:off x="10858320" y="640548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4" name=""/>
          <p:cNvSpPr/>
          <p:nvPr/>
        </p:nvSpPr>
        <p:spPr>
          <a:xfrm>
            <a:off x="10858320" y="5810040"/>
            <a:ext cx="298080" cy="595800"/>
          </a:xfrm>
          <a:custGeom>
            <a:avLst/>
            <a:gdLst/>
            <a:ahLst/>
            <a:rect l="0" t="0" r="r" b="b"/>
            <a:pathLst>
              <a:path w="828" h="1655">
                <a:moveTo>
                  <a:pt x="0" y="1655"/>
                </a:moveTo>
                <a:lnTo>
                  <a:pt x="0" y="0"/>
                </a:lnTo>
                <a:lnTo>
                  <a:pt x="828" y="827"/>
                </a:lnTo>
                <a:lnTo>
                  <a:pt x="0" y="165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5" name=""/>
          <p:cNvSpPr/>
          <p:nvPr/>
        </p:nvSpPr>
        <p:spPr>
          <a:xfrm>
            <a:off x="11453760" y="5810040"/>
            <a:ext cx="738360" cy="1047960"/>
          </a:xfrm>
          <a:custGeom>
            <a:avLst/>
            <a:gdLst/>
            <a:ahLst/>
            <a:rect l="0" t="0" r="r" b="b"/>
            <a:pathLst>
              <a:path w="2051" h="2911">
                <a:moveTo>
                  <a:pt x="1256" y="2911"/>
                </a:moveTo>
                <a:lnTo>
                  <a:pt x="0" y="1654"/>
                </a:lnTo>
                <a:lnTo>
                  <a:pt x="1653" y="0"/>
                </a:lnTo>
                <a:lnTo>
                  <a:pt x="2051" y="397"/>
                </a:lnTo>
                <a:lnTo>
                  <a:pt x="2051" y="2911"/>
                </a:lnTo>
                <a:lnTo>
                  <a:pt x="1256" y="2911"/>
                </a:ln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6" name=""/>
          <p:cNvSpPr/>
          <p:nvPr/>
        </p:nvSpPr>
        <p:spPr>
          <a:xfrm>
            <a:off x="12048840" y="5667120"/>
            <a:ext cx="143280" cy="286200"/>
          </a:xfrm>
          <a:custGeom>
            <a:avLst/>
            <a:gdLst/>
            <a:ahLst/>
            <a:rect l="0" t="0" r="r" b="b"/>
            <a:pathLst>
              <a:path w="398" h="795">
                <a:moveTo>
                  <a:pt x="398" y="795"/>
                </a:moveTo>
                <a:lnTo>
                  <a:pt x="0" y="397"/>
                </a:lnTo>
                <a:lnTo>
                  <a:pt x="398" y="0"/>
                </a:lnTo>
                <a:lnTo>
                  <a:pt x="398" y="795"/>
                </a:ln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7" name=""/>
          <p:cNvSpPr/>
          <p:nvPr/>
        </p:nvSpPr>
        <p:spPr>
          <a:xfrm>
            <a:off x="1130472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828"/>
                </a:moveTo>
                <a:lnTo>
                  <a:pt x="0" y="413"/>
                </a:lnTo>
                <a:lnTo>
                  <a:pt x="415" y="0"/>
                </a:lnTo>
                <a:lnTo>
                  <a:pt x="828" y="413"/>
                </a:lnTo>
                <a:lnTo>
                  <a:pt x="415" y="82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8" name=""/>
          <p:cNvSpPr/>
          <p:nvPr/>
        </p:nvSpPr>
        <p:spPr>
          <a:xfrm>
            <a:off x="11453760" y="59587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828"/>
                </a:moveTo>
                <a:lnTo>
                  <a:pt x="0" y="415"/>
                </a:lnTo>
                <a:lnTo>
                  <a:pt x="413" y="0"/>
                </a:lnTo>
                <a:lnTo>
                  <a:pt x="827" y="415"/>
                </a:lnTo>
                <a:lnTo>
                  <a:pt x="413" y="82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9" name=""/>
          <p:cNvSpPr/>
          <p:nvPr/>
        </p:nvSpPr>
        <p:spPr>
          <a:xfrm>
            <a:off x="1115604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828"/>
                </a:moveTo>
                <a:lnTo>
                  <a:pt x="0" y="415"/>
                </a:lnTo>
                <a:lnTo>
                  <a:pt x="413" y="0"/>
                </a:lnTo>
                <a:lnTo>
                  <a:pt x="828" y="415"/>
                </a:lnTo>
                <a:lnTo>
                  <a:pt x="413" y="82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0" name=""/>
          <p:cNvSpPr/>
          <p:nvPr/>
        </p:nvSpPr>
        <p:spPr>
          <a:xfrm>
            <a:off x="11304720" y="58100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828"/>
                </a:moveTo>
                <a:lnTo>
                  <a:pt x="0" y="413"/>
                </a:lnTo>
                <a:lnTo>
                  <a:pt x="415" y="0"/>
                </a:lnTo>
                <a:lnTo>
                  <a:pt x="828" y="413"/>
                </a:lnTo>
                <a:lnTo>
                  <a:pt x="415" y="82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1" name=""/>
          <p:cNvSpPr/>
          <p:nvPr/>
        </p:nvSpPr>
        <p:spPr>
          <a:xfrm>
            <a:off x="11602440" y="58100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828"/>
                </a:moveTo>
                <a:lnTo>
                  <a:pt x="0" y="413"/>
                </a:lnTo>
                <a:lnTo>
                  <a:pt x="414" y="0"/>
                </a:lnTo>
                <a:lnTo>
                  <a:pt x="828" y="413"/>
                </a:lnTo>
                <a:lnTo>
                  <a:pt x="414" y="82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2" name=""/>
          <p:cNvSpPr/>
          <p:nvPr/>
        </p:nvSpPr>
        <p:spPr>
          <a:xfrm>
            <a:off x="1175112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827"/>
                </a:moveTo>
                <a:lnTo>
                  <a:pt x="0" y="414"/>
                </a:lnTo>
                <a:lnTo>
                  <a:pt x="414" y="0"/>
                </a:lnTo>
                <a:lnTo>
                  <a:pt x="828" y="414"/>
                </a:lnTo>
                <a:lnTo>
                  <a:pt x="414" y="82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3" name=""/>
          <p:cNvSpPr/>
          <p:nvPr/>
        </p:nvSpPr>
        <p:spPr>
          <a:xfrm>
            <a:off x="11453760" y="5661360"/>
            <a:ext cx="297720" cy="297720"/>
          </a:xfrm>
          <a:custGeom>
            <a:avLst/>
            <a:gdLst/>
            <a:ahLst/>
            <a:rect l="0" t="0" r="r" b="b"/>
            <a:pathLst>
              <a:path w="827" h="827">
                <a:moveTo>
                  <a:pt x="413" y="827"/>
                </a:moveTo>
                <a:lnTo>
                  <a:pt x="0" y="414"/>
                </a:lnTo>
                <a:lnTo>
                  <a:pt x="413" y="0"/>
                </a:lnTo>
                <a:lnTo>
                  <a:pt x="827" y="414"/>
                </a:lnTo>
                <a:lnTo>
                  <a:pt x="413" y="82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4" name=""/>
          <p:cNvSpPr/>
          <p:nvPr/>
        </p:nvSpPr>
        <p:spPr>
          <a:xfrm>
            <a:off x="11602440" y="5524200"/>
            <a:ext cx="298080" cy="286200"/>
          </a:xfrm>
          <a:custGeom>
            <a:avLst/>
            <a:gdLst/>
            <a:ahLst/>
            <a:rect l="0" t="0" r="r" b="b"/>
            <a:pathLst>
              <a:path w="828" h="795">
                <a:moveTo>
                  <a:pt x="414" y="795"/>
                </a:moveTo>
                <a:lnTo>
                  <a:pt x="0" y="382"/>
                </a:lnTo>
                <a:lnTo>
                  <a:pt x="380" y="0"/>
                </a:lnTo>
                <a:lnTo>
                  <a:pt x="448" y="0"/>
                </a:lnTo>
                <a:lnTo>
                  <a:pt x="828" y="382"/>
                </a:lnTo>
                <a:lnTo>
                  <a:pt x="414" y="79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5" name=""/>
          <p:cNvSpPr/>
          <p:nvPr/>
        </p:nvSpPr>
        <p:spPr>
          <a:xfrm>
            <a:off x="10858320" y="5524200"/>
            <a:ext cx="595800" cy="583920"/>
          </a:xfrm>
          <a:custGeom>
            <a:avLst/>
            <a:gdLst/>
            <a:ahLst/>
            <a:rect l="0" t="0" r="r" b="b"/>
            <a:pathLst>
              <a:path w="1655" h="1622">
                <a:moveTo>
                  <a:pt x="828" y="1622"/>
                </a:moveTo>
                <a:lnTo>
                  <a:pt x="0" y="795"/>
                </a:lnTo>
                <a:lnTo>
                  <a:pt x="795" y="0"/>
                </a:lnTo>
                <a:lnTo>
                  <a:pt x="861" y="0"/>
                </a:lnTo>
                <a:lnTo>
                  <a:pt x="1655" y="795"/>
                </a:lnTo>
                <a:lnTo>
                  <a:pt x="828" y="162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6" name=""/>
          <p:cNvSpPr/>
          <p:nvPr/>
        </p:nvSpPr>
        <p:spPr>
          <a:xfrm>
            <a:off x="11167920" y="5524200"/>
            <a:ext cx="571680" cy="286200"/>
          </a:xfrm>
          <a:custGeom>
            <a:avLst/>
            <a:gdLst/>
            <a:ahLst/>
            <a:rect l="0" t="0" r="r" b="b"/>
            <a:pathLst>
              <a:path w="1588" h="795">
                <a:moveTo>
                  <a:pt x="794" y="795"/>
                </a:moveTo>
                <a:lnTo>
                  <a:pt x="0" y="0"/>
                </a:lnTo>
                <a:lnTo>
                  <a:pt x="1588" y="0"/>
                </a:lnTo>
                <a:lnTo>
                  <a:pt x="794" y="79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7" name=""/>
          <p:cNvSpPr/>
          <p:nvPr/>
        </p:nvSpPr>
        <p:spPr>
          <a:xfrm>
            <a:off x="11900160" y="5524200"/>
            <a:ext cx="291960" cy="286200"/>
          </a:xfrm>
          <a:custGeom>
            <a:avLst/>
            <a:gdLst/>
            <a:ahLst/>
            <a:rect l="0" t="0" r="r" b="b"/>
            <a:pathLst>
              <a:path w="811" h="795">
                <a:moveTo>
                  <a:pt x="413" y="795"/>
                </a:moveTo>
                <a:lnTo>
                  <a:pt x="0" y="382"/>
                </a:lnTo>
                <a:lnTo>
                  <a:pt x="380" y="0"/>
                </a:lnTo>
                <a:lnTo>
                  <a:pt x="446" y="0"/>
                </a:lnTo>
                <a:lnTo>
                  <a:pt x="811" y="365"/>
                </a:lnTo>
                <a:lnTo>
                  <a:pt x="811" y="398"/>
                </a:lnTo>
                <a:lnTo>
                  <a:pt x="413" y="79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8" name=""/>
          <p:cNvSpPr/>
          <p:nvPr/>
        </p:nvSpPr>
        <p:spPr>
          <a:xfrm>
            <a:off x="12060720" y="5524200"/>
            <a:ext cx="131400" cy="131400"/>
          </a:xfrm>
          <a:custGeom>
            <a:avLst/>
            <a:gdLst/>
            <a:ahLst/>
            <a:rect l="0" t="0" r="r" b="b"/>
            <a:pathLst>
              <a:path w="365" h="365">
                <a:moveTo>
                  <a:pt x="365" y="365"/>
                </a:moveTo>
                <a:lnTo>
                  <a:pt x="0" y="0"/>
                </a:lnTo>
                <a:lnTo>
                  <a:pt x="365" y="0"/>
                </a:lnTo>
                <a:lnTo>
                  <a:pt x="365" y="36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9" name=""/>
          <p:cNvSpPr/>
          <p:nvPr/>
        </p:nvSpPr>
        <p:spPr>
          <a:xfrm>
            <a:off x="11763360" y="5524200"/>
            <a:ext cx="273960" cy="137520"/>
          </a:xfrm>
          <a:custGeom>
            <a:avLst/>
            <a:gdLst/>
            <a:ahLst/>
            <a:rect l="0" t="0" r="r" b="b"/>
            <a:pathLst>
              <a:path w="761" h="382">
                <a:moveTo>
                  <a:pt x="380" y="382"/>
                </a:moveTo>
                <a:lnTo>
                  <a:pt x="0" y="0"/>
                </a:lnTo>
                <a:lnTo>
                  <a:pt x="761" y="0"/>
                </a:lnTo>
                <a:lnTo>
                  <a:pt x="380" y="38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0" name=""/>
          <p:cNvSpPr/>
          <p:nvPr/>
        </p:nvSpPr>
        <p:spPr>
          <a:xfrm>
            <a:off x="10858320" y="581004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1" name=""/>
          <p:cNvSpPr/>
          <p:nvPr/>
        </p:nvSpPr>
        <p:spPr>
          <a:xfrm>
            <a:off x="10858320" y="5524200"/>
            <a:ext cx="286200" cy="286200"/>
          </a:xfrm>
          <a:custGeom>
            <a:avLst/>
            <a:gdLst/>
            <a:ahLst/>
            <a:rect l="0" t="0" r="r" b="b"/>
            <a:pathLst>
              <a:path w="795" h="795">
                <a:moveTo>
                  <a:pt x="0" y="795"/>
                </a:moveTo>
                <a:lnTo>
                  <a:pt x="0" y="0"/>
                </a:lnTo>
                <a:lnTo>
                  <a:pt x="795" y="0"/>
                </a:lnTo>
                <a:lnTo>
                  <a:pt x="0" y="79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2" name=""/>
          <p:cNvSpPr/>
          <p:nvPr/>
        </p:nvSpPr>
        <p:spPr>
          <a:xfrm>
            <a:off x="11561040" y="6266520"/>
            <a:ext cx="366120" cy="299160"/>
          </a:xfrm>
          <a:custGeom>
            <a:avLst/>
            <a:gdLst/>
            <a:ahLst/>
            <a:rect l="0" t="0" r="r" b="b"/>
            <a:pathLst>
              <a:path w="1017" h="831">
                <a:moveTo>
                  <a:pt x="0" y="0"/>
                </a:moveTo>
                <a:lnTo>
                  <a:pt x="1017" y="0"/>
                </a:lnTo>
                <a:lnTo>
                  <a:pt x="1017" y="831"/>
                </a:lnTo>
                <a:lnTo>
                  <a:pt x="0" y="831"/>
                </a:lnTo>
                <a:lnTo>
                  <a:pt x="0" y="0"/>
                </a:lnTo>
                <a:close/>
              </a:path>
            </a:pathLst>
          </a:custGeom>
          <a:solidFill>
            <a:srgbClr val="FDFC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3" name=""/>
          <p:cNvSpPr txBox="1"/>
          <p:nvPr/>
        </p:nvSpPr>
        <p:spPr>
          <a:xfrm>
            <a:off x="1850040" y="5615280"/>
            <a:ext cx="7362360" cy="558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3300" b="0" i="1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Bridging citizens and governance with AI</a:t>
            </a:r>
            <a:endParaRPr lang="en-IN" sz="3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4" name=""/>
          <p:cNvSpPr txBox="1"/>
          <p:nvPr/>
        </p:nvSpPr>
        <p:spPr>
          <a:xfrm>
            <a:off x="11602800" y="6249240"/>
            <a:ext cx="30996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SegoeUI"/>
                <a:ea typeface="SegoeUI"/>
              </a:rPr>
              <a:t>1 3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5" name=""/>
          <p:cNvSpPr txBox="1"/>
          <p:nvPr/>
        </p:nvSpPr>
        <p:spPr>
          <a:xfrm>
            <a:off x="11602800" y="6249240"/>
            <a:ext cx="30996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202228"/>
                </a:solidFill>
                <a:effectLst/>
                <a:uFillTx/>
                <a:latin typeface="SegoeUI"/>
                <a:ea typeface="SegoeUI"/>
              </a:rPr>
              <a:t>1 3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LibreOffice/26.2.1.2$Windows_X86_64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/>
  <cp:revision>0</cp:revision>
  <dc:subject/>
  <dc:title/>
</cp:coreProperties>
</file>