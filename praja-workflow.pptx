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790560" y="2229840"/>
            <a:ext cx="447840" cy="109800"/>
          </a:xfrm>
          <a:custGeom>
            <a:avLst/>
            <a:gdLst/>
            <a:ahLst/>
            <a:rect l="0" t="0" r="r" b="b"/>
            <a:pathLst>
              <a:path w="1244" h="305">
                <a:moveTo>
                  <a:pt x="0" y="170"/>
                </a:moveTo>
                <a:cubicBezTo>
                  <a:pt x="0" y="188"/>
                  <a:pt x="3" y="205"/>
                  <a:pt x="10" y="221"/>
                </a:cubicBezTo>
                <a:cubicBezTo>
                  <a:pt x="17" y="238"/>
                  <a:pt x="27" y="253"/>
                  <a:pt x="40" y="265"/>
                </a:cubicBezTo>
                <a:cubicBezTo>
                  <a:pt x="53" y="278"/>
                  <a:pt x="68" y="288"/>
                  <a:pt x="85" y="295"/>
                </a:cubicBezTo>
                <a:cubicBezTo>
                  <a:pt x="102" y="302"/>
                  <a:pt x="119" y="305"/>
                  <a:pt x="138" y="305"/>
                </a:cubicBezTo>
                <a:lnTo>
                  <a:pt x="1106" y="305"/>
                </a:lnTo>
                <a:cubicBezTo>
                  <a:pt x="1124" y="305"/>
                  <a:pt x="1142" y="302"/>
                  <a:pt x="1159" y="295"/>
                </a:cubicBezTo>
                <a:cubicBezTo>
                  <a:pt x="1176" y="288"/>
                  <a:pt x="1191" y="278"/>
                  <a:pt x="1204" y="265"/>
                </a:cubicBezTo>
                <a:cubicBezTo>
                  <a:pt x="1217" y="253"/>
                  <a:pt x="1227" y="238"/>
                  <a:pt x="1234" y="221"/>
                </a:cubicBezTo>
                <a:cubicBezTo>
                  <a:pt x="1241" y="205"/>
                  <a:pt x="1244" y="188"/>
                  <a:pt x="1244" y="170"/>
                </a:cubicBezTo>
                <a:lnTo>
                  <a:pt x="1244" y="0"/>
                </a:lnTo>
                <a:lnTo>
                  <a:pt x="0" y="0"/>
                </a:lnTo>
                <a:lnTo>
                  <a:pt x="0" y="170"/>
                </a:ln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790560" y="2022840"/>
            <a:ext cx="447840" cy="109800"/>
          </a:xfrm>
          <a:custGeom>
            <a:avLst/>
            <a:gdLst/>
            <a:ahLst/>
            <a:rect l="0" t="0" r="r" b="b"/>
            <a:pathLst>
              <a:path w="1244" h="305">
                <a:moveTo>
                  <a:pt x="1244" y="136"/>
                </a:moveTo>
                <a:cubicBezTo>
                  <a:pt x="1244" y="118"/>
                  <a:pt x="1241" y="101"/>
                  <a:pt x="1234" y="84"/>
                </a:cubicBezTo>
                <a:cubicBezTo>
                  <a:pt x="1227" y="68"/>
                  <a:pt x="1217" y="53"/>
                  <a:pt x="1204" y="41"/>
                </a:cubicBezTo>
                <a:cubicBezTo>
                  <a:pt x="1191" y="28"/>
                  <a:pt x="1176" y="18"/>
                  <a:pt x="1159" y="11"/>
                </a:cubicBezTo>
                <a:cubicBezTo>
                  <a:pt x="1142" y="3"/>
                  <a:pt x="1124" y="0"/>
                  <a:pt x="1106" y="0"/>
                </a:cubicBezTo>
                <a:lnTo>
                  <a:pt x="138" y="0"/>
                </a:lnTo>
                <a:cubicBezTo>
                  <a:pt x="119" y="0"/>
                  <a:pt x="102" y="3"/>
                  <a:pt x="85" y="11"/>
                </a:cubicBezTo>
                <a:cubicBezTo>
                  <a:pt x="68" y="18"/>
                  <a:pt x="53" y="28"/>
                  <a:pt x="40" y="41"/>
                </a:cubicBezTo>
                <a:cubicBezTo>
                  <a:pt x="27" y="53"/>
                  <a:pt x="17" y="68"/>
                  <a:pt x="10" y="84"/>
                </a:cubicBezTo>
                <a:cubicBezTo>
                  <a:pt x="3" y="101"/>
                  <a:pt x="0" y="118"/>
                  <a:pt x="0" y="136"/>
                </a:cubicBezTo>
                <a:lnTo>
                  <a:pt x="0" y="305"/>
                </a:lnTo>
                <a:lnTo>
                  <a:pt x="1244" y="305"/>
                </a:lnTo>
                <a:lnTo>
                  <a:pt x="1244" y="136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790560" y="2128320"/>
            <a:ext cx="447840" cy="105840"/>
          </a:xfrm>
          <a:custGeom>
            <a:avLst/>
            <a:gdLst/>
            <a:ahLst/>
            <a:rect l="0" t="0" r="r" b="b"/>
            <a:pathLst>
              <a:path w="1244" h="294">
                <a:moveTo>
                  <a:pt x="0" y="0"/>
                </a:moveTo>
                <a:lnTo>
                  <a:pt x="1244" y="0"/>
                </a:lnTo>
                <a:lnTo>
                  <a:pt x="1244" y="294"/>
                </a:lnTo>
                <a:lnTo>
                  <a:pt x="0" y="294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964440" y="2132280"/>
            <a:ext cx="99720" cy="97920"/>
          </a:xfrm>
          <a:custGeom>
            <a:avLst/>
            <a:gdLst/>
            <a:ahLst/>
            <a:rect l="0" t="0" r="r" b="b"/>
            <a:pathLst>
              <a:path w="277" h="272">
                <a:moveTo>
                  <a:pt x="277" y="135"/>
                </a:moveTo>
                <a:cubicBezTo>
                  <a:pt x="277" y="154"/>
                  <a:pt x="274" y="172"/>
                  <a:pt x="267" y="188"/>
                </a:cubicBezTo>
                <a:cubicBezTo>
                  <a:pt x="260" y="205"/>
                  <a:pt x="250" y="219"/>
                  <a:pt x="237" y="232"/>
                </a:cubicBezTo>
                <a:cubicBezTo>
                  <a:pt x="224" y="245"/>
                  <a:pt x="208" y="255"/>
                  <a:pt x="191" y="261"/>
                </a:cubicBezTo>
                <a:cubicBezTo>
                  <a:pt x="174" y="268"/>
                  <a:pt x="157" y="272"/>
                  <a:pt x="138" y="272"/>
                </a:cubicBezTo>
                <a:cubicBezTo>
                  <a:pt x="120" y="272"/>
                  <a:pt x="102" y="268"/>
                  <a:pt x="85" y="261"/>
                </a:cubicBezTo>
                <a:cubicBezTo>
                  <a:pt x="69" y="255"/>
                  <a:pt x="54" y="245"/>
                  <a:pt x="41" y="232"/>
                </a:cubicBezTo>
                <a:cubicBezTo>
                  <a:pt x="28" y="219"/>
                  <a:pt x="18" y="205"/>
                  <a:pt x="11" y="188"/>
                </a:cubicBezTo>
                <a:cubicBezTo>
                  <a:pt x="4" y="172"/>
                  <a:pt x="0" y="154"/>
                  <a:pt x="0" y="135"/>
                </a:cubicBezTo>
                <a:cubicBezTo>
                  <a:pt x="0" y="118"/>
                  <a:pt x="4" y="100"/>
                  <a:pt x="11" y="84"/>
                </a:cubicBezTo>
                <a:cubicBezTo>
                  <a:pt x="18" y="67"/>
                  <a:pt x="28" y="53"/>
                  <a:pt x="41" y="40"/>
                </a:cubicBezTo>
                <a:cubicBezTo>
                  <a:pt x="54" y="27"/>
                  <a:pt x="69" y="17"/>
                  <a:pt x="85" y="11"/>
                </a:cubicBezTo>
                <a:cubicBezTo>
                  <a:pt x="102" y="4"/>
                  <a:pt x="120" y="0"/>
                  <a:pt x="138" y="0"/>
                </a:cubicBezTo>
                <a:cubicBezTo>
                  <a:pt x="157" y="0"/>
                  <a:pt x="174" y="4"/>
                  <a:pt x="191" y="11"/>
                </a:cubicBezTo>
                <a:cubicBezTo>
                  <a:pt x="208" y="17"/>
                  <a:pt x="224" y="27"/>
                  <a:pt x="237" y="40"/>
                </a:cubicBezTo>
                <a:cubicBezTo>
                  <a:pt x="250" y="53"/>
                  <a:pt x="260" y="67"/>
                  <a:pt x="267" y="84"/>
                </a:cubicBezTo>
                <a:cubicBezTo>
                  <a:pt x="274" y="100"/>
                  <a:pt x="277" y="118"/>
                  <a:pt x="277" y="13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972360" y="2139840"/>
            <a:ext cx="84240" cy="82800"/>
          </a:xfrm>
          <a:custGeom>
            <a:avLst/>
            <a:gdLst/>
            <a:ahLst/>
            <a:rect l="0" t="0" r="r" b="b"/>
            <a:pathLst>
              <a:path w="234" h="230">
                <a:moveTo>
                  <a:pt x="234" y="115"/>
                </a:moveTo>
                <a:cubicBezTo>
                  <a:pt x="234" y="131"/>
                  <a:pt x="231" y="145"/>
                  <a:pt x="225" y="159"/>
                </a:cubicBezTo>
                <a:cubicBezTo>
                  <a:pt x="219" y="173"/>
                  <a:pt x="210" y="185"/>
                  <a:pt x="199" y="196"/>
                </a:cubicBezTo>
                <a:cubicBezTo>
                  <a:pt x="188" y="207"/>
                  <a:pt x="175" y="215"/>
                  <a:pt x="161" y="221"/>
                </a:cubicBezTo>
                <a:cubicBezTo>
                  <a:pt x="147" y="227"/>
                  <a:pt x="132" y="230"/>
                  <a:pt x="116" y="230"/>
                </a:cubicBezTo>
                <a:cubicBezTo>
                  <a:pt x="101" y="230"/>
                  <a:pt x="86" y="227"/>
                  <a:pt x="72" y="221"/>
                </a:cubicBezTo>
                <a:cubicBezTo>
                  <a:pt x="57" y="215"/>
                  <a:pt x="45" y="207"/>
                  <a:pt x="34" y="196"/>
                </a:cubicBezTo>
                <a:cubicBezTo>
                  <a:pt x="23" y="185"/>
                  <a:pt x="15" y="173"/>
                  <a:pt x="9" y="159"/>
                </a:cubicBezTo>
                <a:cubicBezTo>
                  <a:pt x="3" y="145"/>
                  <a:pt x="0" y="131"/>
                  <a:pt x="0" y="115"/>
                </a:cubicBezTo>
                <a:cubicBezTo>
                  <a:pt x="0" y="100"/>
                  <a:pt x="3" y="85"/>
                  <a:pt x="9" y="71"/>
                </a:cubicBezTo>
                <a:cubicBezTo>
                  <a:pt x="15" y="57"/>
                  <a:pt x="23" y="44"/>
                  <a:pt x="34" y="34"/>
                </a:cubicBezTo>
                <a:cubicBezTo>
                  <a:pt x="45" y="23"/>
                  <a:pt x="57" y="15"/>
                  <a:pt x="72" y="9"/>
                </a:cubicBezTo>
                <a:cubicBezTo>
                  <a:pt x="86" y="3"/>
                  <a:pt x="101" y="0"/>
                  <a:pt x="116" y="0"/>
                </a:cubicBezTo>
                <a:cubicBezTo>
                  <a:pt x="132" y="0"/>
                  <a:pt x="147" y="3"/>
                  <a:pt x="161" y="9"/>
                </a:cubicBezTo>
                <a:cubicBezTo>
                  <a:pt x="175" y="15"/>
                  <a:pt x="188" y="23"/>
                  <a:pt x="199" y="34"/>
                </a:cubicBezTo>
                <a:cubicBezTo>
                  <a:pt x="210" y="44"/>
                  <a:pt x="219" y="57"/>
                  <a:pt x="225" y="71"/>
                </a:cubicBezTo>
                <a:cubicBezTo>
                  <a:pt x="231" y="85"/>
                  <a:pt x="234" y="100"/>
                  <a:pt x="234" y="115"/>
                </a:cubicBezTo>
                <a:close/>
              </a:path>
            </a:pathLst>
          </a:custGeom>
          <a:solidFill>
            <a:srgbClr val="F7F7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974520" y="2142000"/>
            <a:ext cx="79920" cy="78480"/>
          </a:xfrm>
          <a:custGeom>
            <a:avLst/>
            <a:gdLst/>
            <a:ahLst/>
            <a:rect l="0" t="0" r="r" b="b"/>
            <a:pathLst>
              <a:path w="222" h="218">
                <a:moveTo>
                  <a:pt x="115" y="66"/>
                </a:moveTo>
                <a:lnTo>
                  <a:pt x="111" y="88"/>
                </a:lnTo>
                <a:lnTo>
                  <a:pt x="108" y="66"/>
                </a:lnTo>
                <a:lnTo>
                  <a:pt x="111" y="0"/>
                </a:lnTo>
                <a:lnTo>
                  <a:pt x="115" y="66"/>
                </a:lnTo>
                <a:moveTo>
                  <a:pt x="83" y="4"/>
                </a:moveTo>
                <a:lnTo>
                  <a:pt x="97" y="68"/>
                </a:lnTo>
                <a:lnTo>
                  <a:pt x="106" y="89"/>
                </a:lnTo>
                <a:lnTo>
                  <a:pt x="103" y="67"/>
                </a:lnTo>
                <a:lnTo>
                  <a:pt x="83" y="4"/>
                </a:lnTo>
                <a:moveTo>
                  <a:pt x="55" y="15"/>
                </a:moveTo>
                <a:lnTo>
                  <a:pt x="87" y="74"/>
                </a:lnTo>
                <a:lnTo>
                  <a:pt x="101" y="91"/>
                </a:lnTo>
                <a:lnTo>
                  <a:pt x="93" y="70"/>
                </a:lnTo>
                <a:lnTo>
                  <a:pt x="55" y="15"/>
                </a:lnTo>
                <a:moveTo>
                  <a:pt x="32" y="32"/>
                </a:moveTo>
                <a:lnTo>
                  <a:pt x="78" y="81"/>
                </a:lnTo>
                <a:lnTo>
                  <a:pt x="97" y="94"/>
                </a:lnTo>
                <a:lnTo>
                  <a:pt x="83" y="76"/>
                </a:lnTo>
                <a:lnTo>
                  <a:pt x="32" y="32"/>
                </a:lnTo>
                <a:moveTo>
                  <a:pt x="15" y="54"/>
                </a:moveTo>
                <a:lnTo>
                  <a:pt x="72" y="90"/>
                </a:lnTo>
                <a:lnTo>
                  <a:pt x="93" y="98"/>
                </a:lnTo>
                <a:lnTo>
                  <a:pt x="76" y="84"/>
                </a:lnTo>
                <a:lnTo>
                  <a:pt x="15" y="54"/>
                </a:lnTo>
                <a:moveTo>
                  <a:pt x="4" y="80"/>
                </a:moveTo>
                <a:lnTo>
                  <a:pt x="69" y="101"/>
                </a:lnTo>
                <a:lnTo>
                  <a:pt x="91" y="103"/>
                </a:lnTo>
                <a:lnTo>
                  <a:pt x="70" y="94"/>
                </a:lnTo>
                <a:lnTo>
                  <a:pt x="4" y="80"/>
                </a:lnTo>
                <a:moveTo>
                  <a:pt x="0" y="108"/>
                </a:moveTo>
                <a:lnTo>
                  <a:pt x="68" y="112"/>
                </a:lnTo>
                <a:lnTo>
                  <a:pt x="91" y="108"/>
                </a:lnTo>
                <a:lnTo>
                  <a:pt x="68" y="105"/>
                </a:lnTo>
                <a:lnTo>
                  <a:pt x="0" y="108"/>
                </a:lnTo>
                <a:moveTo>
                  <a:pt x="4" y="136"/>
                </a:moveTo>
                <a:lnTo>
                  <a:pt x="70" y="123"/>
                </a:lnTo>
                <a:lnTo>
                  <a:pt x="91" y="114"/>
                </a:lnTo>
                <a:lnTo>
                  <a:pt x="69" y="116"/>
                </a:lnTo>
                <a:lnTo>
                  <a:pt x="4" y="136"/>
                </a:lnTo>
                <a:moveTo>
                  <a:pt x="15" y="163"/>
                </a:moveTo>
                <a:lnTo>
                  <a:pt x="76" y="133"/>
                </a:lnTo>
                <a:lnTo>
                  <a:pt x="93" y="119"/>
                </a:lnTo>
                <a:lnTo>
                  <a:pt x="72" y="127"/>
                </a:lnTo>
                <a:lnTo>
                  <a:pt x="15" y="163"/>
                </a:lnTo>
                <a:moveTo>
                  <a:pt x="32" y="185"/>
                </a:moveTo>
                <a:lnTo>
                  <a:pt x="83" y="141"/>
                </a:lnTo>
                <a:lnTo>
                  <a:pt x="97" y="123"/>
                </a:lnTo>
                <a:lnTo>
                  <a:pt x="78" y="136"/>
                </a:lnTo>
                <a:lnTo>
                  <a:pt x="32" y="185"/>
                </a:lnTo>
                <a:moveTo>
                  <a:pt x="55" y="202"/>
                </a:moveTo>
                <a:lnTo>
                  <a:pt x="93" y="147"/>
                </a:lnTo>
                <a:lnTo>
                  <a:pt x="101" y="126"/>
                </a:lnTo>
                <a:lnTo>
                  <a:pt x="87" y="143"/>
                </a:lnTo>
                <a:lnTo>
                  <a:pt x="55" y="202"/>
                </a:lnTo>
                <a:moveTo>
                  <a:pt x="83" y="214"/>
                </a:moveTo>
                <a:lnTo>
                  <a:pt x="103" y="150"/>
                </a:lnTo>
                <a:lnTo>
                  <a:pt x="106" y="128"/>
                </a:lnTo>
                <a:lnTo>
                  <a:pt x="97" y="148"/>
                </a:lnTo>
                <a:lnTo>
                  <a:pt x="83" y="214"/>
                </a:lnTo>
                <a:moveTo>
                  <a:pt x="111" y="218"/>
                </a:moveTo>
                <a:lnTo>
                  <a:pt x="115" y="151"/>
                </a:lnTo>
                <a:lnTo>
                  <a:pt x="111" y="129"/>
                </a:lnTo>
                <a:lnTo>
                  <a:pt x="108" y="151"/>
                </a:lnTo>
                <a:lnTo>
                  <a:pt x="111" y="218"/>
                </a:lnTo>
                <a:moveTo>
                  <a:pt x="140" y="214"/>
                </a:moveTo>
                <a:lnTo>
                  <a:pt x="126" y="148"/>
                </a:lnTo>
                <a:lnTo>
                  <a:pt x="117" y="128"/>
                </a:lnTo>
                <a:lnTo>
                  <a:pt x="119" y="150"/>
                </a:lnTo>
                <a:lnTo>
                  <a:pt x="140" y="214"/>
                </a:lnTo>
                <a:moveTo>
                  <a:pt x="167" y="202"/>
                </a:moveTo>
                <a:lnTo>
                  <a:pt x="136" y="143"/>
                </a:lnTo>
                <a:lnTo>
                  <a:pt x="122" y="126"/>
                </a:lnTo>
                <a:lnTo>
                  <a:pt x="130" y="147"/>
                </a:lnTo>
                <a:lnTo>
                  <a:pt x="167" y="202"/>
                </a:lnTo>
                <a:moveTo>
                  <a:pt x="189" y="185"/>
                </a:moveTo>
                <a:lnTo>
                  <a:pt x="144" y="136"/>
                </a:lnTo>
                <a:lnTo>
                  <a:pt x="126" y="123"/>
                </a:lnTo>
                <a:lnTo>
                  <a:pt x="139" y="141"/>
                </a:lnTo>
                <a:lnTo>
                  <a:pt x="189" y="185"/>
                </a:lnTo>
                <a:moveTo>
                  <a:pt x="207" y="163"/>
                </a:moveTo>
                <a:lnTo>
                  <a:pt x="150" y="127"/>
                </a:lnTo>
                <a:lnTo>
                  <a:pt x="129" y="119"/>
                </a:lnTo>
                <a:lnTo>
                  <a:pt x="147" y="133"/>
                </a:lnTo>
                <a:lnTo>
                  <a:pt x="207" y="163"/>
                </a:lnTo>
                <a:moveTo>
                  <a:pt x="218" y="136"/>
                </a:moveTo>
                <a:lnTo>
                  <a:pt x="154" y="116"/>
                </a:lnTo>
                <a:lnTo>
                  <a:pt x="131" y="114"/>
                </a:lnTo>
                <a:lnTo>
                  <a:pt x="152" y="123"/>
                </a:lnTo>
                <a:lnTo>
                  <a:pt x="218" y="136"/>
                </a:lnTo>
                <a:moveTo>
                  <a:pt x="222" y="108"/>
                </a:moveTo>
                <a:lnTo>
                  <a:pt x="154" y="105"/>
                </a:lnTo>
                <a:lnTo>
                  <a:pt x="132" y="108"/>
                </a:lnTo>
                <a:lnTo>
                  <a:pt x="154" y="112"/>
                </a:lnTo>
                <a:lnTo>
                  <a:pt x="222" y="108"/>
                </a:lnTo>
                <a:moveTo>
                  <a:pt x="218" y="80"/>
                </a:moveTo>
                <a:lnTo>
                  <a:pt x="152" y="94"/>
                </a:lnTo>
                <a:lnTo>
                  <a:pt x="131" y="103"/>
                </a:lnTo>
                <a:lnTo>
                  <a:pt x="154" y="101"/>
                </a:lnTo>
                <a:lnTo>
                  <a:pt x="218" y="80"/>
                </a:lnTo>
                <a:moveTo>
                  <a:pt x="207" y="54"/>
                </a:moveTo>
                <a:lnTo>
                  <a:pt x="147" y="84"/>
                </a:lnTo>
                <a:lnTo>
                  <a:pt x="129" y="98"/>
                </a:lnTo>
                <a:lnTo>
                  <a:pt x="150" y="90"/>
                </a:lnTo>
                <a:lnTo>
                  <a:pt x="207" y="54"/>
                </a:lnTo>
                <a:moveTo>
                  <a:pt x="189" y="32"/>
                </a:moveTo>
                <a:lnTo>
                  <a:pt x="139" y="76"/>
                </a:lnTo>
                <a:lnTo>
                  <a:pt x="126" y="94"/>
                </a:lnTo>
                <a:lnTo>
                  <a:pt x="144" y="81"/>
                </a:lnTo>
                <a:lnTo>
                  <a:pt x="189" y="32"/>
                </a:lnTo>
                <a:moveTo>
                  <a:pt x="167" y="15"/>
                </a:moveTo>
                <a:lnTo>
                  <a:pt x="130" y="70"/>
                </a:lnTo>
                <a:lnTo>
                  <a:pt x="122" y="91"/>
                </a:lnTo>
                <a:lnTo>
                  <a:pt x="136" y="74"/>
                </a:lnTo>
                <a:lnTo>
                  <a:pt x="167" y="15"/>
                </a:lnTo>
                <a:moveTo>
                  <a:pt x="140" y="4"/>
                </a:moveTo>
                <a:lnTo>
                  <a:pt x="119" y="67"/>
                </a:lnTo>
                <a:lnTo>
                  <a:pt x="117" y="89"/>
                </a:lnTo>
                <a:lnTo>
                  <a:pt x="126" y="68"/>
                </a:lnTo>
                <a:lnTo>
                  <a:pt x="140" y="4"/>
                </a:lnTo>
                <a:close/>
              </a:path>
            </a:pathLst>
          </a:custGeom>
          <a:solidFill>
            <a:srgbClr val="6666B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1006200" y="2138040"/>
            <a:ext cx="5400" cy="5040"/>
          </a:xfrm>
          <a:custGeom>
            <a:avLst/>
            <a:gdLst/>
            <a:ahLst/>
            <a:rect l="0" t="0" r="r" b="b"/>
            <a:pathLst>
              <a:path w="15" h="14">
                <a:moveTo>
                  <a:pt x="15" y="7"/>
                </a:moveTo>
                <a:cubicBezTo>
                  <a:pt x="15" y="12"/>
                  <a:pt x="13" y="14"/>
                  <a:pt x="8" y="14"/>
                </a:cubicBezTo>
                <a:cubicBezTo>
                  <a:pt x="3" y="14"/>
                  <a:pt x="0" y="12"/>
                  <a:pt x="0" y="7"/>
                </a:cubicBezTo>
                <a:cubicBezTo>
                  <a:pt x="0" y="2"/>
                  <a:pt x="3" y="0"/>
                  <a:pt x="8" y="0"/>
                </a:cubicBezTo>
                <a:cubicBezTo>
                  <a:pt x="13" y="0"/>
                  <a:pt x="15" y="2"/>
                  <a:pt x="15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995760" y="2140560"/>
            <a:ext cx="5400" cy="5400"/>
          </a:xfrm>
          <a:custGeom>
            <a:avLst/>
            <a:gdLst/>
            <a:ahLst/>
            <a:rect l="0" t="0" r="r" b="b"/>
            <a:pathLst>
              <a:path w="15" h="15">
                <a:moveTo>
                  <a:pt x="15" y="8"/>
                </a:moveTo>
                <a:cubicBezTo>
                  <a:pt x="15" y="13"/>
                  <a:pt x="12" y="15"/>
                  <a:pt x="7" y="15"/>
                </a:cubicBezTo>
                <a:cubicBezTo>
                  <a:pt x="2" y="15"/>
                  <a:pt x="0" y="13"/>
                  <a:pt x="0" y="8"/>
                </a:cubicBezTo>
                <a:cubicBezTo>
                  <a:pt x="0" y="4"/>
                  <a:pt x="2" y="0"/>
                  <a:pt x="7" y="0"/>
                </a:cubicBezTo>
                <a:cubicBezTo>
                  <a:pt x="12" y="0"/>
                  <a:pt x="15" y="4"/>
                  <a:pt x="15" y="8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986400" y="2145960"/>
            <a:ext cx="5040" cy="5400"/>
          </a:xfrm>
          <a:custGeom>
            <a:avLst/>
            <a:gdLst/>
            <a:ahLst/>
            <a:rect l="0" t="0" r="r" b="b"/>
            <a:pathLst>
              <a:path w="14" h="15">
                <a:moveTo>
                  <a:pt x="14" y="7"/>
                </a:moveTo>
                <a:cubicBezTo>
                  <a:pt x="14" y="12"/>
                  <a:pt x="12" y="15"/>
                  <a:pt x="6" y="15"/>
                </a:cubicBezTo>
                <a:cubicBezTo>
                  <a:pt x="2" y="15"/>
                  <a:pt x="0" y="12"/>
                  <a:pt x="0" y="7"/>
                </a:cubicBezTo>
                <a:cubicBezTo>
                  <a:pt x="0" y="3"/>
                  <a:pt x="2" y="0"/>
                  <a:pt x="6" y="0"/>
                </a:cubicBezTo>
                <a:cubicBezTo>
                  <a:pt x="12" y="0"/>
                  <a:pt x="14" y="3"/>
                  <a:pt x="14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978480" y="2153520"/>
            <a:ext cx="5400" cy="5400"/>
          </a:xfrm>
          <a:custGeom>
            <a:avLst/>
            <a:gdLst/>
            <a:ahLst/>
            <a:rect l="0" t="0" r="r" b="b"/>
            <a:pathLst>
              <a:path w="15" h="15">
                <a:moveTo>
                  <a:pt x="15" y="8"/>
                </a:moveTo>
                <a:cubicBezTo>
                  <a:pt x="15" y="13"/>
                  <a:pt x="13" y="15"/>
                  <a:pt x="8" y="15"/>
                </a:cubicBezTo>
                <a:cubicBezTo>
                  <a:pt x="2" y="15"/>
                  <a:pt x="0" y="13"/>
                  <a:pt x="0" y="8"/>
                </a:cubicBezTo>
                <a:cubicBezTo>
                  <a:pt x="0" y="3"/>
                  <a:pt x="2" y="0"/>
                  <a:pt x="8" y="0"/>
                </a:cubicBezTo>
                <a:cubicBezTo>
                  <a:pt x="13" y="0"/>
                  <a:pt x="15" y="3"/>
                  <a:pt x="15" y="8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973080" y="2162880"/>
            <a:ext cx="5400" cy="5400"/>
          </a:xfrm>
          <a:custGeom>
            <a:avLst/>
            <a:gdLst/>
            <a:ahLst/>
            <a:rect l="0" t="0" r="r" b="b"/>
            <a:pathLst>
              <a:path w="15" h="15">
                <a:moveTo>
                  <a:pt x="15" y="8"/>
                </a:moveTo>
                <a:cubicBezTo>
                  <a:pt x="15" y="12"/>
                  <a:pt x="12" y="15"/>
                  <a:pt x="7" y="15"/>
                </a:cubicBezTo>
                <a:cubicBezTo>
                  <a:pt x="2" y="15"/>
                  <a:pt x="0" y="12"/>
                  <a:pt x="0" y="8"/>
                </a:cubicBezTo>
                <a:cubicBezTo>
                  <a:pt x="0" y="2"/>
                  <a:pt x="2" y="0"/>
                  <a:pt x="7" y="0"/>
                </a:cubicBezTo>
                <a:cubicBezTo>
                  <a:pt x="12" y="0"/>
                  <a:pt x="15" y="2"/>
                  <a:pt x="15" y="8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970200" y="2173320"/>
            <a:ext cx="5400" cy="5040"/>
          </a:xfrm>
          <a:custGeom>
            <a:avLst/>
            <a:gdLst/>
            <a:ahLst/>
            <a:rect l="0" t="0" r="r" b="b"/>
            <a:pathLst>
              <a:path w="15" h="14">
                <a:moveTo>
                  <a:pt x="15" y="8"/>
                </a:moveTo>
                <a:cubicBezTo>
                  <a:pt x="15" y="12"/>
                  <a:pt x="13" y="14"/>
                  <a:pt x="8" y="14"/>
                </a:cubicBezTo>
                <a:cubicBezTo>
                  <a:pt x="2" y="14"/>
                  <a:pt x="0" y="12"/>
                  <a:pt x="0" y="8"/>
                </a:cubicBezTo>
                <a:cubicBezTo>
                  <a:pt x="0" y="3"/>
                  <a:pt x="2" y="0"/>
                  <a:pt x="8" y="0"/>
                </a:cubicBezTo>
                <a:cubicBezTo>
                  <a:pt x="13" y="0"/>
                  <a:pt x="15" y="3"/>
                  <a:pt x="15" y="8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970200" y="2184120"/>
            <a:ext cx="5400" cy="5040"/>
          </a:xfrm>
          <a:custGeom>
            <a:avLst/>
            <a:gdLst/>
            <a:ahLst/>
            <a:rect l="0" t="0" r="r" b="b"/>
            <a:pathLst>
              <a:path w="15" h="14">
                <a:moveTo>
                  <a:pt x="15" y="6"/>
                </a:moveTo>
                <a:cubicBezTo>
                  <a:pt x="15" y="12"/>
                  <a:pt x="13" y="14"/>
                  <a:pt x="8" y="14"/>
                </a:cubicBezTo>
                <a:cubicBezTo>
                  <a:pt x="2" y="14"/>
                  <a:pt x="0" y="12"/>
                  <a:pt x="0" y="6"/>
                </a:cubicBezTo>
                <a:cubicBezTo>
                  <a:pt x="0" y="2"/>
                  <a:pt x="2" y="0"/>
                  <a:pt x="8" y="0"/>
                </a:cubicBezTo>
                <a:cubicBezTo>
                  <a:pt x="13" y="0"/>
                  <a:pt x="15" y="2"/>
                  <a:pt x="15" y="6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973080" y="2194200"/>
            <a:ext cx="5400" cy="5400"/>
          </a:xfrm>
          <a:custGeom>
            <a:avLst/>
            <a:gdLst/>
            <a:ahLst/>
            <a:rect l="0" t="0" r="r" b="b"/>
            <a:pathLst>
              <a:path w="15" h="15">
                <a:moveTo>
                  <a:pt x="15" y="7"/>
                </a:moveTo>
                <a:cubicBezTo>
                  <a:pt x="15" y="13"/>
                  <a:pt x="12" y="15"/>
                  <a:pt x="7" y="15"/>
                </a:cubicBezTo>
                <a:cubicBezTo>
                  <a:pt x="2" y="15"/>
                  <a:pt x="0" y="13"/>
                  <a:pt x="0" y="7"/>
                </a:cubicBezTo>
                <a:cubicBezTo>
                  <a:pt x="0" y="3"/>
                  <a:pt x="2" y="0"/>
                  <a:pt x="7" y="0"/>
                </a:cubicBezTo>
                <a:cubicBezTo>
                  <a:pt x="12" y="0"/>
                  <a:pt x="15" y="3"/>
                  <a:pt x="15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978480" y="2203560"/>
            <a:ext cx="5400" cy="5400"/>
          </a:xfrm>
          <a:custGeom>
            <a:avLst/>
            <a:gdLst/>
            <a:ahLst/>
            <a:rect l="0" t="0" r="r" b="b"/>
            <a:pathLst>
              <a:path w="15" h="15">
                <a:moveTo>
                  <a:pt x="15" y="7"/>
                </a:moveTo>
                <a:cubicBezTo>
                  <a:pt x="15" y="12"/>
                  <a:pt x="13" y="15"/>
                  <a:pt x="8" y="15"/>
                </a:cubicBezTo>
                <a:cubicBezTo>
                  <a:pt x="2" y="15"/>
                  <a:pt x="0" y="12"/>
                  <a:pt x="0" y="7"/>
                </a:cubicBezTo>
                <a:cubicBezTo>
                  <a:pt x="0" y="2"/>
                  <a:pt x="2" y="0"/>
                  <a:pt x="8" y="0"/>
                </a:cubicBezTo>
                <a:cubicBezTo>
                  <a:pt x="13" y="0"/>
                  <a:pt x="15" y="2"/>
                  <a:pt x="15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986400" y="2211120"/>
            <a:ext cx="5040" cy="5760"/>
          </a:xfrm>
          <a:custGeom>
            <a:avLst/>
            <a:gdLst/>
            <a:ahLst/>
            <a:rect l="0" t="0" r="r" b="b"/>
            <a:pathLst>
              <a:path w="14" h="16">
                <a:moveTo>
                  <a:pt x="14" y="8"/>
                </a:moveTo>
                <a:cubicBezTo>
                  <a:pt x="14" y="12"/>
                  <a:pt x="12" y="16"/>
                  <a:pt x="6" y="16"/>
                </a:cubicBezTo>
                <a:cubicBezTo>
                  <a:pt x="2" y="16"/>
                  <a:pt x="0" y="12"/>
                  <a:pt x="0" y="8"/>
                </a:cubicBezTo>
                <a:cubicBezTo>
                  <a:pt x="0" y="3"/>
                  <a:pt x="2" y="0"/>
                  <a:pt x="6" y="0"/>
                </a:cubicBezTo>
                <a:cubicBezTo>
                  <a:pt x="12" y="0"/>
                  <a:pt x="14" y="3"/>
                  <a:pt x="14" y="8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995760" y="2216520"/>
            <a:ext cx="5400" cy="5040"/>
          </a:xfrm>
          <a:custGeom>
            <a:avLst/>
            <a:gdLst/>
            <a:ahLst/>
            <a:rect l="0" t="0" r="r" b="b"/>
            <a:pathLst>
              <a:path w="15" h="14">
                <a:moveTo>
                  <a:pt x="15" y="7"/>
                </a:moveTo>
                <a:cubicBezTo>
                  <a:pt x="15" y="11"/>
                  <a:pt x="12" y="14"/>
                  <a:pt x="7" y="14"/>
                </a:cubicBezTo>
                <a:cubicBezTo>
                  <a:pt x="2" y="14"/>
                  <a:pt x="0" y="11"/>
                  <a:pt x="0" y="7"/>
                </a:cubicBezTo>
                <a:cubicBezTo>
                  <a:pt x="0" y="2"/>
                  <a:pt x="2" y="0"/>
                  <a:pt x="7" y="0"/>
                </a:cubicBezTo>
                <a:cubicBezTo>
                  <a:pt x="12" y="0"/>
                  <a:pt x="15" y="2"/>
                  <a:pt x="15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1006200" y="2219400"/>
            <a:ext cx="5400" cy="5040"/>
          </a:xfrm>
          <a:custGeom>
            <a:avLst/>
            <a:gdLst/>
            <a:ahLst/>
            <a:rect l="0" t="0" r="r" b="b"/>
            <a:pathLst>
              <a:path w="15" h="14">
                <a:moveTo>
                  <a:pt x="15" y="7"/>
                </a:moveTo>
                <a:cubicBezTo>
                  <a:pt x="15" y="12"/>
                  <a:pt x="13" y="14"/>
                  <a:pt x="8" y="14"/>
                </a:cubicBezTo>
                <a:cubicBezTo>
                  <a:pt x="3" y="14"/>
                  <a:pt x="0" y="12"/>
                  <a:pt x="0" y="7"/>
                </a:cubicBezTo>
                <a:cubicBezTo>
                  <a:pt x="0" y="2"/>
                  <a:pt x="3" y="0"/>
                  <a:pt x="8" y="0"/>
                </a:cubicBezTo>
                <a:cubicBezTo>
                  <a:pt x="13" y="0"/>
                  <a:pt x="15" y="2"/>
                  <a:pt x="15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1017360" y="2219400"/>
            <a:ext cx="5040" cy="5040"/>
          </a:xfrm>
          <a:custGeom>
            <a:avLst/>
            <a:gdLst/>
            <a:ahLst/>
            <a:rect l="0" t="0" r="r" b="b"/>
            <a:pathLst>
              <a:path w="14" h="14">
                <a:moveTo>
                  <a:pt x="14" y="7"/>
                </a:moveTo>
                <a:cubicBezTo>
                  <a:pt x="14" y="12"/>
                  <a:pt x="12" y="14"/>
                  <a:pt x="8" y="14"/>
                </a:cubicBezTo>
                <a:cubicBezTo>
                  <a:pt x="3" y="14"/>
                  <a:pt x="0" y="12"/>
                  <a:pt x="0" y="7"/>
                </a:cubicBezTo>
                <a:cubicBezTo>
                  <a:pt x="0" y="2"/>
                  <a:pt x="3" y="0"/>
                  <a:pt x="8" y="0"/>
                </a:cubicBezTo>
                <a:cubicBezTo>
                  <a:pt x="12" y="0"/>
                  <a:pt x="14" y="2"/>
                  <a:pt x="14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1027800" y="2216520"/>
            <a:ext cx="5400" cy="5040"/>
          </a:xfrm>
          <a:custGeom>
            <a:avLst/>
            <a:gdLst/>
            <a:ahLst/>
            <a:rect l="0" t="0" r="r" b="b"/>
            <a:pathLst>
              <a:path w="15" h="14">
                <a:moveTo>
                  <a:pt x="15" y="7"/>
                </a:moveTo>
                <a:cubicBezTo>
                  <a:pt x="15" y="11"/>
                  <a:pt x="11" y="14"/>
                  <a:pt x="7" y="14"/>
                </a:cubicBezTo>
                <a:cubicBezTo>
                  <a:pt x="2" y="14"/>
                  <a:pt x="0" y="11"/>
                  <a:pt x="0" y="7"/>
                </a:cubicBezTo>
                <a:cubicBezTo>
                  <a:pt x="0" y="2"/>
                  <a:pt x="2" y="0"/>
                  <a:pt x="7" y="0"/>
                </a:cubicBezTo>
                <a:cubicBezTo>
                  <a:pt x="11" y="0"/>
                  <a:pt x="15" y="2"/>
                  <a:pt x="15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1037160" y="2211120"/>
            <a:ext cx="5400" cy="5760"/>
          </a:xfrm>
          <a:custGeom>
            <a:avLst/>
            <a:gdLst/>
            <a:ahLst/>
            <a:rect l="0" t="0" r="r" b="b"/>
            <a:pathLst>
              <a:path w="15" h="16">
                <a:moveTo>
                  <a:pt x="15" y="8"/>
                </a:moveTo>
                <a:cubicBezTo>
                  <a:pt x="15" y="12"/>
                  <a:pt x="13" y="16"/>
                  <a:pt x="7" y="16"/>
                </a:cubicBezTo>
                <a:cubicBezTo>
                  <a:pt x="3" y="16"/>
                  <a:pt x="0" y="12"/>
                  <a:pt x="0" y="8"/>
                </a:cubicBezTo>
                <a:cubicBezTo>
                  <a:pt x="0" y="3"/>
                  <a:pt x="3" y="0"/>
                  <a:pt x="7" y="0"/>
                </a:cubicBezTo>
                <a:cubicBezTo>
                  <a:pt x="13" y="0"/>
                  <a:pt x="15" y="3"/>
                  <a:pt x="15" y="8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1045080" y="2203560"/>
            <a:ext cx="5400" cy="5400"/>
          </a:xfrm>
          <a:custGeom>
            <a:avLst/>
            <a:gdLst/>
            <a:ahLst/>
            <a:rect l="0" t="0" r="r" b="b"/>
            <a:pathLst>
              <a:path w="15" h="15">
                <a:moveTo>
                  <a:pt x="15" y="7"/>
                </a:moveTo>
                <a:cubicBezTo>
                  <a:pt x="15" y="12"/>
                  <a:pt x="12" y="15"/>
                  <a:pt x="8" y="15"/>
                </a:cubicBezTo>
                <a:cubicBezTo>
                  <a:pt x="2" y="15"/>
                  <a:pt x="0" y="12"/>
                  <a:pt x="0" y="7"/>
                </a:cubicBezTo>
                <a:cubicBezTo>
                  <a:pt x="0" y="2"/>
                  <a:pt x="2" y="0"/>
                  <a:pt x="8" y="0"/>
                </a:cubicBezTo>
                <a:cubicBezTo>
                  <a:pt x="12" y="0"/>
                  <a:pt x="15" y="2"/>
                  <a:pt x="15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1050480" y="2194200"/>
            <a:ext cx="5760" cy="5400"/>
          </a:xfrm>
          <a:custGeom>
            <a:avLst/>
            <a:gdLst/>
            <a:ahLst/>
            <a:rect l="0" t="0" r="r" b="b"/>
            <a:pathLst>
              <a:path w="16" h="15">
                <a:moveTo>
                  <a:pt x="16" y="7"/>
                </a:moveTo>
                <a:cubicBezTo>
                  <a:pt x="16" y="13"/>
                  <a:pt x="12" y="15"/>
                  <a:pt x="8" y="15"/>
                </a:cubicBezTo>
                <a:cubicBezTo>
                  <a:pt x="3" y="15"/>
                  <a:pt x="0" y="13"/>
                  <a:pt x="0" y="7"/>
                </a:cubicBezTo>
                <a:cubicBezTo>
                  <a:pt x="0" y="3"/>
                  <a:pt x="3" y="0"/>
                  <a:pt x="8" y="0"/>
                </a:cubicBezTo>
                <a:cubicBezTo>
                  <a:pt x="12" y="0"/>
                  <a:pt x="16" y="3"/>
                  <a:pt x="16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1053360" y="2184120"/>
            <a:ext cx="5400" cy="5040"/>
          </a:xfrm>
          <a:custGeom>
            <a:avLst/>
            <a:gdLst/>
            <a:ahLst/>
            <a:rect l="0" t="0" r="r" b="b"/>
            <a:pathLst>
              <a:path w="15" h="14">
                <a:moveTo>
                  <a:pt x="15" y="6"/>
                </a:moveTo>
                <a:cubicBezTo>
                  <a:pt x="15" y="12"/>
                  <a:pt x="12" y="14"/>
                  <a:pt x="8" y="14"/>
                </a:cubicBezTo>
                <a:cubicBezTo>
                  <a:pt x="2" y="14"/>
                  <a:pt x="0" y="12"/>
                  <a:pt x="0" y="6"/>
                </a:cubicBezTo>
                <a:cubicBezTo>
                  <a:pt x="0" y="2"/>
                  <a:pt x="2" y="0"/>
                  <a:pt x="8" y="0"/>
                </a:cubicBezTo>
                <a:cubicBezTo>
                  <a:pt x="12" y="0"/>
                  <a:pt x="15" y="2"/>
                  <a:pt x="15" y="6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1053360" y="2173320"/>
            <a:ext cx="5400" cy="5040"/>
          </a:xfrm>
          <a:custGeom>
            <a:avLst/>
            <a:gdLst/>
            <a:ahLst/>
            <a:rect l="0" t="0" r="r" b="b"/>
            <a:pathLst>
              <a:path w="15" h="14">
                <a:moveTo>
                  <a:pt x="15" y="8"/>
                </a:moveTo>
                <a:cubicBezTo>
                  <a:pt x="15" y="12"/>
                  <a:pt x="12" y="14"/>
                  <a:pt x="8" y="14"/>
                </a:cubicBezTo>
                <a:cubicBezTo>
                  <a:pt x="2" y="14"/>
                  <a:pt x="0" y="12"/>
                  <a:pt x="0" y="8"/>
                </a:cubicBezTo>
                <a:cubicBezTo>
                  <a:pt x="0" y="3"/>
                  <a:pt x="2" y="0"/>
                  <a:pt x="8" y="0"/>
                </a:cubicBezTo>
                <a:cubicBezTo>
                  <a:pt x="12" y="0"/>
                  <a:pt x="15" y="3"/>
                  <a:pt x="15" y="8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1050480" y="2162880"/>
            <a:ext cx="5760" cy="5400"/>
          </a:xfrm>
          <a:custGeom>
            <a:avLst/>
            <a:gdLst/>
            <a:ahLst/>
            <a:rect l="0" t="0" r="r" b="b"/>
            <a:pathLst>
              <a:path w="16" h="15">
                <a:moveTo>
                  <a:pt x="16" y="8"/>
                </a:moveTo>
                <a:cubicBezTo>
                  <a:pt x="16" y="12"/>
                  <a:pt x="12" y="15"/>
                  <a:pt x="8" y="15"/>
                </a:cubicBezTo>
                <a:cubicBezTo>
                  <a:pt x="3" y="15"/>
                  <a:pt x="0" y="12"/>
                  <a:pt x="0" y="8"/>
                </a:cubicBezTo>
                <a:cubicBezTo>
                  <a:pt x="0" y="2"/>
                  <a:pt x="3" y="0"/>
                  <a:pt x="8" y="0"/>
                </a:cubicBezTo>
                <a:cubicBezTo>
                  <a:pt x="12" y="0"/>
                  <a:pt x="16" y="2"/>
                  <a:pt x="16" y="8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1045080" y="2153520"/>
            <a:ext cx="5400" cy="5400"/>
          </a:xfrm>
          <a:custGeom>
            <a:avLst/>
            <a:gdLst/>
            <a:ahLst/>
            <a:rect l="0" t="0" r="r" b="b"/>
            <a:pathLst>
              <a:path w="15" h="15">
                <a:moveTo>
                  <a:pt x="15" y="8"/>
                </a:moveTo>
                <a:cubicBezTo>
                  <a:pt x="15" y="13"/>
                  <a:pt x="12" y="15"/>
                  <a:pt x="8" y="15"/>
                </a:cubicBezTo>
                <a:cubicBezTo>
                  <a:pt x="2" y="15"/>
                  <a:pt x="0" y="13"/>
                  <a:pt x="0" y="8"/>
                </a:cubicBezTo>
                <a:cubicBezTo>
                  <a:pt x="0" y="3"/>
                  <a:pt x="2" y="0"/>
                  <a:pt x="8" y="0"/>
                </a:cubicBezTo>
                <a:cubicBezTo>
                  <a:pt x="12" y="0"/>
                  <a:pt x="15" y="3"/>
                  <a:pt x="15" y="8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1037160" y="2145960"/>
            <a:ext cx="5400" cy="5400"/>
          </a:xfrm>
          <a:custGeom>
            <a:avLst/>
            <a:gdLst/>
            <a:ahLst/>
            <a:rect l="0" t="0" r="r" b="b"/>
            <a:pathLst>
              <a:path w="15" h="15">
                <a:moveTo>
                  <a:pt x="15" y="7"/>
                </a:moveTo>
                <a:cubicBezTo>
                  <a:pt x="15" y="12"/>
                  <a:pt x="13" y="15"/>
                  <a:pt x="7" y="15"/>
                </a:cubicBezTo>
                <a:cubicBezTo>
                  <a:pt x="3" y="15"/>
                  <a:pt x="0" y="12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13" y="0"/>
                  <a:pt x="15" y="3"/>
                  <a:pt x="15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1027800" y="2140560"/>
            <a:ext cx="5400" cy="5400"/>
          </a:xfrm>
          <a:custGeom>
            <a:avLst/>
            <a:gdLst/>
            <a:ahLst/>
            <a:rect l="0" t="0" r="r" b="b"/>
            <a:pathLst>
              <a:path w="15" h="15">
                <a:moveTo>
                  <a:pt x="15" y="8"/>
                </a:moveTo>
                <a:cubicBezTo>
                  <a:pt x="15" y="13"/>
                  <a:pt x="11" y="15"/>
                  <a:pt x="7" y="15"/>
                </a:cubicBezTo>
                <a:cubicBezTo>
                  <a:pt x="2" y="15"/>
                  <a:pt x="0" y="13"/>
                  <a:pt x="0" y="8"/>
                </a:cubicBezTo>
                <a:cubicBezTo>
                  <a:pt x="0" y="4"/>
                  <a:pt x="2" y="0"/>
                  <a:pt x="7" y="0"/>
                </a:cubicBezTo>
                <a:cubicBezTo>
                  <a:pt x="11" y="0"/>
                  <a:pt x="15" y="4"/>
                  <a:pt x="15" y="8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1017360" y="2138040"/>
            <a:ext cx="5040" cy="5040"/>
          </a:xfrm>
          <a:custGeom>
            <a:avLst/>
            <a:gdLst/>
            <a:ahLst/>
            <a:rect l="0" t="0" r="r" b="b"/>
            <a:pathLst>
              <a:path w="14" h="14">
                <a:moveTo>
                  <a:pt x="14" y="7"/>
                </a:moveTo>
                <a:cubicBezTo>
                  <a:pt x="14" y="12"/>
                  <a:pt x="12" y="14"/>
                  <a:pt x="8" y="14"/>
                </a:cubicBezTo>
                <a:cubicBezTo>
                  <a:pt x="3" y="14"/>
                  <a:pt x="0" y="12"/>
                  <a:pt x="0" y="7"/>
                </a:cubicBezTo>
                <a:cubicBezTo>
                  <a:pt x="0" y="2"/>
                  <a:pt x="3" y="0"/>
                  <a:pt x="8" y="0"/>
                </a:cubicBezTo>
                <a:cubicBezTo>
                  <a:pt x="12" y="0"/>
                  <a:pt x="14" y="2"/>
                  <a:pt x="14" y="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02960" y="2170080"/>
            <a:ext cx="22680" cy="22320"/>
          </a:xfrm>
          <a:custGeom>
            <a:avLst/>
            <a:gdLst/>
            <a:ahLst/>
            <a:rect l="0" t="0" r="r" b="b"/>
            <a:pathLst>
              <a:path w="63" h="62">
                <a:moveTo>
                  <a:pt x="63" y="31"/>
                </a:moveTo>
                <a:cubicBezTo>
                  <a:pt x="63" y="40"/>
                  <a:pt x="60" y="47"/>
                  <a:pt x="54" y="53"/>
                </a:cubicBezTo>
                <a:cubicBezTo>
                  <a:pt x="48" y="59"/>
                  <a:pt x="41" y="62"/>
                  <a:pt x="31" y="62"/>
                </a:cubicBezTo>
                <a:cubicBezTo>
                  <a:pt x="23" y="62"/>
                  <a:pt x="15" y="59"/>
                  <a:pt x="9" y="53"/>
                </a:cubicBezTo>
                <a:cubicBezTo>
                  <a:pt x="3" y="47"/>
                  <a:pt x="0" y="40"/>
                  <a:pt x="0" y="31"/>
                </a:cubicBezTo>
                <a:cubicBezTo>
                  <a:pt x="0" y="23"/>
                  <a:pt x="3" y="16"/>
                  <a:pt x="9" y="10"/>
                </a:cubicBezTo>
                <a:cubicBezTo>
                  <a:pt x="15" y="4"/>
                  <a:pt x="23" y="0"/>
                  <a:pt x="31" y="0"/>
                </a:cubicBezTo>
                <a:cubicBezTo>
                  <a:pt x="41" y="0"/>
                  <a:pt x="48" y="4"/>
                  <a:pt x="54" y="10"/>
                </a:cubicBezTo>
                <a:cubicBezTo>
                  <a:pt x="60" y="16"/>
                  <a:pt x="63" y="23"/>
                  <a:pt x="63" y="31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255680" y="1885320"/>
            <a:ext cx="150084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 PRAJA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747720" y="2793960"/>
            <a:ext cx="9792360" cy="47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83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AI-Powered Citizen Grievance &amp; Constituency Intelligence</a:t>
            </a:r>
            <a:endParaRPr lang="en-IN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747720" y="3251160"/>
            <a:ext cx="1487520" cy="47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83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Platform</a:t>
            </a:r>
            <a:endParaRPr lang="en-IN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752400" y="4590720"/>
            <a:ext cx="1600560" cy="362520"/>
          </a:xfrm>
          <a:custGeom>
            <a:avLst/>
            <a:gdLst/>
            <a:ahLst/>
            <a:rect l="0" t="0" r="r" b="b"/>
            <a:pathLst>
              <a:path w="4446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9"/>
                  <a:pt x="117" y="5"/>
                  <a:pt x="127" y="3"/>
                </a:cubicBezTo>
                <a:cubicBezTo>
                  <a:pt x="139" y="1"/>
                  <a:pt x="149" y="0"/>
                  <a:pt x="159" y="0"/>
                </a:cubicBezTo>
                <a:lnTo>
                  <a:pt x="4287" y="0"/>
                </a:lnTo>
                <a:cubicBezTo>
                  <a:pt x="4297" y="0"/>
                  <a:pt x="4308" y="1"/>
                  <a:pt x="4318" y="3"/>
                </a:cubicBezTo>
                <a:cubicBezTo>
                  <a:pt x="4328" y="5"/>
                  <a:pt x="4338" y="9"/>
                  <a:pt x="4348" y="12"/>
                </a:cubicBezTo>
                <a:cubicBezTo>
                  <a:pt x="4357" y="16"/>
                  <a:pt x="4366" y="21"/>
                  <a:pt x="4375" y="27"/>
                </a:cubicBezTo>
                <a:cubicBezTo>
                  <a:pt x="4384" y="33"/>
                  <a:pt x="4392" y="40"/>
                  <a:pt x="4399" y="47"/>
                </a:cubicBezTo>
                <a:cubicBezTo>
                  <a:pt x="4407" y="54"/>
                  <a:pt x="4413" y="62"/>
                  <a:pt x="4419" y="71"/>
                </a:cubicBezTo>
                <a:cubicBezTo>
                  <a:pt x="4425" y="80"/>
                  <a:pt x="4430" y="89"/>
                  <a:pt x="4434" y="98"/>
                </a:cubicBezTo>
                <a:cubicBezTo>
                  <a:pt x="4438" y="108"/>
                  <a:pt x="4441" y="118"/>
                  <a:pt x="4443" y="128"/>
                </a:cubicBezTo>
                <a:cubicBezTo>
                  <a:pt x="4445" y="138"/>
                  <a:pt x="4446" y="149"/>
                  <a:pt x="4446" y="159"/>
                </a:cubicBezTo>
                <a:lnTo>
                  <a:pt x="4446" y="848"/>
                </a:lnTo>
                <a:cubicBezTo>
                  <a:pt x="4446" y="859"/>
                  <a:pt x="4445" y="869"/>
                  <a:pt x="4443" y="879"/>
                </a:cubicBezTo>
                <a:cubicBezTo>
                  <a:pt x="4441" y="889"/>
                  <a:pt x="4438" y="899"/>
                  <a:pt x="4434" y="909"/>
                </a:cubicBezTo>
                <a:cubicBezTo>
                  <a:pt x="4430" y="918"/>
                  <a:pt x="4425" y="928"/>
                  <a:pt x="4419" y="936"/>
                </a:cubicBezTo>
                <a:cubicBezTo>
                  <a:pt x="4413" y="945"/>
                  <a:pt x="4407" y="953"/>
                  <a:pt x="4399" y="960"/>
                </a:cubicBezTo>
                <a:cubicBezTo>
                  <a:pt x="4392" y="968"/>
                  <a:pt x="4384" y="974"/>
                  <a:pt x="4375" y="980"/>
                </a:cubicBezTo>
                <a:cubicBezTo>
                  <a:pt x="4366" y="986"/>
                  <a:pt x="4357" y="991"/>
                  <a:pt x="4348" y="995"/>
                </a:cubicBezTo>
                <a:cubicBezTo>
                  <a:pt x="4338" y="999"/>
                  <a:pt x="4328" y="1002"/>
                  <a:pt x="4318" y="1004"/>
                </a:cubicBezTo>
                <a:cubicBezTo>
                  <a:pt x="4308" y="1006"/>
                  <a:pt x="4297" y="1007"/>
                  <a:pt x="4287" y="1007"/>
                </a:cubicBezTo>
                <a:lnTo>
                  <a:pt x="159" y="1007"/>
                </a:lnTo>
                <a:cubicBezTo>
                  <a:pt x="149" y="1007"/>
                  <a:pt x="139" y="1006"/>
                  <a:pt x="127" y="1004"/>
                </a:cubicBezTo>
                <a:cubicBezTo>
                  <a:pt x="117" y="1002"/>
                  <a:pt x="107" y="999"/>
                  <a:pt x="98" y="995"/>
                </a:cubicBezTo>
                <a:cubicBezTo>
                  <a:pt x="88" y="991"/>
                  <a:pt x="79" y="986"/>
                  <a:pt x="70" y="980"/>
                </a:cubicBezTo>
                <a:cubicBezTo>
                  <a:pt x="62" y="974"/>
                  <a:pt x="54" y="968"/>
                  <a:pt x="46" y="960"/>
                </a:cubicBezTo>
                <a:cubicBezTo>
                  <a:pt x="39" y="953"/>
                  <a:pt x="32" y="945"/>
                  <a:pt x="26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9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747720" y="3988080"/>
            <a:ext cx="52923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India Innovates 2026 — Hackathon Entry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841680" y="4682520"/>
            <a:ext cx="1420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GrievanceOS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2571480" y="4590720"/>
            <a:ext cx="1086120" cy="362520"/>
          </a:xfrm>
          <a:custGeom>
            <a:avLst/>
            <a:gdLst/>
            <a:ahLst/>
            <a:rect l="0" t="0" r="r" b="b"/>
            <a:pathLst>
              <a:path w="3017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9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859" y="0"/>
                </a:lnTo>
                <a:cubicBezTo>
                  <a:pt x="2869" y="0"/>
                  <a:pt x="2879" y="1"/>
                  <a:pt x="2890" y="3"/>
                </a:cubicBezTo>
                <a:cubicBezTo>
                  <a:pt x="2900" y="5"/>
                  <a:pt x="2910" y="9"/>
                  <a:pt x="2920" y="12"/>
                </a:cubicBezTo>
                <a:cubicBezTo>
                  <a:pt x="2929" y="16"/>
                  <a:pt x="2938" y="21"/>
                  <a:pt x="2947" y="27"/>
                </a:cubicBezTo>
                <a:cubicBezTo>
                  <a:pt x="2956" y="33"/>
                  <a:pt x="2964" y="40"/>
                  <a:pt x="2971" y="47"/>
                </a:cubicBezTo>
                <a:cubicBezTo>
                  <a:pt x="2978" y="54"/>
                  <a:pt x="2985" y="62"/>
                  <a:pt x="2991" y="71"/>
                </a:cubicBezTo>
                <a:cubicBezTo>
                  <a:pt x="2997" y="80"/>
                  <a:pt x="3001" y="89"/>
                  <a:pt x="3005" y="98"/>
                </a:cubicBezTo>
                <a:cubicBezTo>
                  <a:pt x="3009" y="108"/>
                  <a:pt x="3012" y="118"/>
                  <a:pt x="3014" y="128"/>
                </a:cubicBezTo>
                <a:cubicBezTo>
                  <a:pt x="3016" y="138"/>
                  <a:pt x="3017" y="149"/>
                  <a:pt x="3017" y="159"/>
                </a:cubicBezTo>
                <a:lnTo>
                  <a:pt x="3017" y="848"/>
                </a:lnTo>
                <a:cubicBezTo>
                  <a:pt x="3017" y="859"/>
                  <a:pt x="3016" y="869"/>
                  <a:pt x="3014" y="879"/>
                </a:cubicBezTo>
                <a:cubicBezTo>
                  <a:pt x="3012" y="889"/>
                  <a:pt x="3009" y="899"/>
                  <a:pt x="3005" y="909"/>
                </a:cubicBezTo>
                <a:cubicBezTo>
                  <a:pt x="3001" y="918"/>
                  <a:pt x="2997" y="928"/>
                  <a:pt x="2991" y="936"/>
                </a:cubicBezTo>
                <a:cubicBezTo>
                  <a:pt x="2985" y="945"/>
                  <a:pt x="2978" y="953"/>
                  <a:pt x="2971" y="960"/>
                </a:cubicBezTo>
                <a:cubicBezTo>
                  <a:pt x="2964" y="968"/>
                  <a:pt x="2956" y="974"/>
                  <a:pt x="2947" y="980"/>
                </a:cubicBezTo>
                <a:cubicBezTo>
                  <a:pt x="2938" y="986"/>
                  <a:pt x="2929" y="991"/>
                  <a:pt x="2919" y="995"/>
                </a:cubicBezTo>
                <a:cubicBezTo>
                  <a:pt x="2910" y="999"/>
                  <a:pt x="2900" y="1002"/>
                  <a:pt x="2890" y="1004"/>
                </a:cubicBezTo>
                <a:cubicBezTo>
                  <a:pt x="2879" y="1006"/>
                  <a:pt x="2869" y="1007"/>
                  <a:pt x="2859" y="1007"/>
                </a:cubicBezTo>
                <a:lnTo>
                  <a:pt x="159" y="1007"/>
                </a:lnTo>
                <a:cubicBezTo>
                  <a:pt x="149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9" y="991"/>
                  <a:pt x="79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9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355480" y="455004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 · 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2660760" y="4682520"/>
            <a:ext cx="903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NayakAI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3867120" y="4590720"/>
            <a:ext cx="1866960" cy="362520"/>
          </a:xfrm>
          <a:custGeom>
            <a:avLst/>
            <a:gdLst/>
            <a:ahLst/>
            <a:rect l="0" t="0" r="r" b="b"/>
            <a:pathLst>
              <a:path w="5186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40"/>
                  <a:pt x="61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9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5028" y="0"/>
                </a:lnTo>
                <a:cubicBezTo>
                  <a:pt x="5038" y="0"/>
                  <a:pt x="5048" y="1"/>
                  <a:pt x="5059" y="3"/>
                </a:cubicBezTo>
                <a:cubicBezTo>
                  <a:pt x="5069" y="5"/>
                  <a:pt x="5079" y="9"/>
                  <a:pt x="5088" y="12"/>
                </a:cubicBezTo>
                <a:cubicBezTo>
                  <a:pt x="5098" y="16"/>
                  <a:pt x="5107" y="21"/>
                  <a:pt x="5116" y="27"/>
                </a:cubicBezTo>
                <a:cubicBezTo>
                  <a:pt x="5125" y="33"/>
                  <a:pt x="5133" y="40"/>
                  <a:pt x="5140" y="47"/>
                </a:cubicBezTo>
                <a:cubicBezTo>
                  <a:pt x="5147" y="54"/>
                  <a:pt x="5154" y="62"/>
                  <a:pt x="5160" y="71"/>
                </a:cubicBezTo>
                <a:cubicBezTo>
                  <a:pt x="5165" y="80"/>
                  <a:pt x="5170" y="89"/>
                  <a:pt x="5174" y="98"/>
                </a:cubicBezTo>
                <a:cubicBezTo>
                  <a:pt x="5178" y="108"/>
                  <a:pt x="5181" y="118"/>
                  <a:pt x="5183" y="128"/>
                </a:cubicBezTo>
                <a:cubicBezTo>
                  <a:pt x="5185" y="138"/>
                  <a:pt x="5186" y="149"/>
                  <a:pt x="5186" y="159"/>
                </a:cubicBezTo>
                <a:lnTo>
                  <a:pt x="5186" y="848"/>
                </a:lnTo>
                <a:cubicBezTo>
                  <a:pt x="5186" y="859"/>
                  <a:pt x="5185" y="869"/>
                  <a:pt x="5183" y="879"/>
                </a:cubicBezTo>
                <a:cubicBezTo>
                  <a:pt x="5181" y="889"/>
                  <a:pt x="5178" y="899"/>
                  <a:pt x="5174" y="909"/>
                </a:cubicBezTo>
                <a:cubicBezTo>
                  <a:pt x="5170" y="918"/>
                  <a:pt x="5165" y="928"/>
                  <a:pt x="5160" y="936"/>
                </a:cubicBezTo>
                <a:cubicBezTo>
                  <a:pt x="5154" y="945"/>
                  <a:pt x="5147" y="953"/>
                  <a:pt x="5140" y="960"/>
                </a:cubicBezTo>
                <a:cubicBezTo>
                  <a:pt x="5133" y="968"/>
                  <a:pt x="5125" y="974"/>
                  <a:pt x="5116" y="980"/>
                </a:cubicBezTo>
                <a:cubicBezTo>
                  <a:pt x="5107" y="986"/>
                  <a:pt x="5098" y="991"/>
                  <a:pt x="5088" y="995"/>
                </a:cubicBezTo>
                <a:cubicBezTo>
                  <a:pt x="5079" y="999"/>
                  <a:pt x="5069" y="1002"/>
                  <a:pt x="5059" y="1004"/>
                </a:cubicBezTo>
                <a:cubicBezTo>
                  <a:pt x="5048" y="1006"/>
                  <a:pt x="5038" y="1007"/>
                  <a:pt x="5028" y="1007"/>
                </a:cubicBezTo>
                <a:lnTo>
                  <a:pt x="158" y="1007"/>
                </a:lnTo>
                <a:cubicBezTo>
                  <a:pt x="148" y="1007"/>
                  <a:pt x="138" y="1006"/>
                  <a:pt x="127" y="1004"/>
                </a:cubicBezTo>
                <a:cubicBezTo>
                  <a:pt x="117" y="1002"/>
                  <a:pt x="107" y="999"/>
                  <a:pt x="98" y="995"/>
                </a:cubicBezTo>
                <a:cubicBezTo>
                  <a:pt x="88" y="991"/>
                  <a:pt x="79" y="986"/>
                  <a:pt x="70" y="980"/>
                </a:cubicBezTo>
                <a:cubicBezTo>
                  <a:pt x="61" y="974"/>
                  <a:pt x="53" y="968"/>
                  <a:pt x="46" y="960"/>
                </a:cubicBezTo>
                <a:cubicBezTo>
                  <a:pt x="39" y="953"/>
                  <a:pt x="32" y="945"/>
                  <a:pt x="26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9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3658320" y="455004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 · 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3963600" y="4682520"/>
            <a:ext cx="1678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SentinelPulse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752400" y="1952280"/>
            <a:ext cx="2419560" cy="533880"/>
          </a:xfrm>
          <a:custGeom>
            <a:avLst/>
            <a:gdLst/>
            <a:ahLst/>
            <a:rect l="0" t="0" r="r" b="b"/>
            <a:pathLst>
              <a:path w="6721" h="1483">
                <a:moveTo>
                  <a:pt x="0" y="0"/>
                </a:moveTo>
                <a:lnTo>
                  <a:pt x="6721" y="0"/>
                </a:lnTo>
                <a:lnTo>
                  <a:pt x="672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3171600" y="1952280"/>
            <a:ext cx="6477480" cy="533880"/>
          </a:xfrm>
          <a:custGeom>
            <a:avLst/>
            <a:gdLst/>
            <a:ahLst/>
            <a:rect l="0" t="0" r="r" b="b"/>
            <a:pathLst>
              <a:path w="17993" h="1483">
                <a:moveTo>
                  <a:pt x="0" y="0"/>
                </a:moveTo>
                <a:lnTo>
                  <a:pt x="17993" y="0"/>
                </a:lnTo>
                <a:lnTo>
                  <a:pt x="17993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752400" y="2485800"/>
            <a:ext cx="2419560" cy="543240"/>
          </a:xfrm>
          <a:custGeom>
            <a:avLst/>
            <a:gdLst/>
            <a:ahLst/>
            <a:rect l="0" t="0" r="r" b="b"/>
            <a:pathLst>
              <a:path w="6721" h="1509">
                <a:moveTo>
                  <a:pt x="0" y="0"/>
                </a:moveTo>
                <a:lnTo>
                  <a:pt x="6721" y="0"/>
                </a:lnTo>
                <a:lnTo>
                  <a:pt x="672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3171600" y="2485800"/>
            <a:ext cx="6477480" cy="543240"/>
          </a:xfrm>
          <a:custGeom>
            <a:avLst/>
            <a:gdLst/>
            <a:ahLst/>
            <a:rect l="0" t="0" r="r" b="b"/>
            <a:pathLst>
              <a:path w="17993" h="1509">
                <a:moveTo>
                  <a:pt x="0" y="0"/>
                </a:moveTo>
                <a:lnTo>
                  <a:pt x="17993" y="0"/>
                </a:lnTo>
                <a:lnTo>
                  <a:pt x="17993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752400" y="3028680"/>
            <a:ext cx="2419560" cy="533880"/>
          </a:xfrm>
          <a:custGeom>
            <a:avLst/>
            <a:gdLst/>
            <a:ahLst/>
            <a:rect l="0" t="0" r="r" b="b"/>
            <a:pathLst>
              <a:path w="6721" h="1483">
                <a:moveTo>
                  <a:pt x="0" y="0"/>
                </a:moveTo>
                <a:lnTo>
                  <a:pt x="6721" y="0"/>
                </a:lnTo>
                <a:lnTo>
                  <a:pt x="672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3171600" y="3028680"/>
            <a:ext cx="6477480" cy="533880"/>
          </a:xfrm>
          <a:custGeom>
            <a:avLst/>
            <a:gdLst/>
            <a:ahLst/>
            <a:rect l="0" t="0" r="r" b="b"/>
            <a:pathLst>
              <a:path w="17993" h="1483">
                <a:moveTo>
                  <a:pt x="0" y="0"/>
                </a:moveTo>
                <a:lnTo>
                  <a:pt x="17993" y="0"/>
                </a:lnTo>
                <a:lnTo>
                  <a:pt x="17993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752400" y="3562200"/>
            <a:ext cx="2419560" cy="543240"/>
          </a:xfrm>
          <a:custGeom>
            <a:avLst/>
            <a:gdLst/>
            <a:ahLst/>
            <a:rect l="0" t="0" r="r" b="b"/>
            <a:pathLst>
              <a:path w="6721" h="1509">
                <a:moveTo>
                  <a:pt x="0" y="0"/>
                </a:moveTo>
                <a:lnTo>
                  <a:pt x="6721" y="0"/>
                </a:lnTo>
                <a:lnTo>
                  <a:pt x="672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3171600" y="3562200"/>
            <a:ext cx="6477480" cy="543240"/>
          </a:xfrm>
          <a:custGeom>
            <a:avLst/>
            <a:gdLst/>
            <a:ahLst/>
            <a:rect l="0" t="0" r="r" b="b"/>
            <a:pathLst>
              <a:path w="17993" h="1509">
                <a:moveTo>
                  <a:pt x="0" y="0"/>
                </a:moveTo>
                <a:lnTo>
                  <a:pt x="17993" y="0"/>
                </a:lnTo>
                <a:lnTo>
                  <a:pt x="17993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752400" y="4105080"/>
            <a:ext cx="2419560" cy="533880"/>
          </a:xfrm>
          <a:custGeom>
            <a:avLst/>
            <a:gdLst/>
            <a:ahLst/>
            <a:rect l="0" t="0" r="r" b="b"/>
            <a:pathLst>
              <a:path w="6721" h="1483">
                <a:moveTo>
                  <a:pt x="0" y="0"/>
                </a:moveTo>
                <a:lnTo>
                  <a:pt x="6721" y="0"/>
                </a:lnTo>
                <a:lnTo>
                  <a:pt x="672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3171600" y="4105080"/>
            <a:ext cx="6477480" cy="533880"/>
          </a:xfrm>
          <a:custGeom>
            <a:avLst/>
            <a:gdLst/>
            <a:ahLst/>
            <a:rect l="0" t="0" r="r" b="b"/>
            <a:pathLst>
              <a:path w="17993" h="1483">
                <a:moveTo>
                  <a:pt x="0" y="0"/>
                </a:moveTo>
                <a:lnTo>
                  <a:pt x="17993" y="0"/>
                </a:lnTo>
                <a:lnTo>
                  <a:pt x="17993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752400" y="4638600"/>
            <a:ext cx="2419560" cy="543240"/>
          </a:xfrm>
          <a:custGeom>
            <a:avLst/>
            <a:gdLst/>
            <a:ahLst/>
            <a:rect l="0" t="0" r="r" b="b"/>
            <a:pathLst>
              <a:path w="6721" h="1509">
                <a:moveTo>
                  <a:pt x="0" y="0"/>
                </a:moveTo>
                <a:lnTo>
                  <a:pt x="6721" y="0"/>
                </a:lnTo>
                <a:lnTo>
                  <a:pt x="672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3171600" y="4638600"/>
            <a:ext cx="6477480" cy="543240"/>
          </a:xfrm>
          <a:custGeom>
            <a:avLst/>
            <a:gdLst/>
            <a:ahLst/>
            <a:rect l="0" t="0" r="r" b="b"/>
            <a:pathLst>
              <a:path w="17993" h="1509">
                <a:moveTo>
                  <a:pt x="0" y="0"/>
                </a:moveTo>
                <a:lnTo>
                  <a:pt x="17993" y="0"/>
                </a:lnTo>
                <a:lnTo>
                  <a:pt x="17993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752400" y="194292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752400" y="1942920"/>
            <a:ext cx="2419560" cy="9720"/>
          </a:xfrm>
          <a:custGeom>
            <a:avLst/>
            <a:gdLst/>
            <a:ahLst/>
            <a:rect l="0" t="0" r="r" b="b"/>
            <a:pathLst>
              <a:path w="6721" h="27">
                <a:moveTo>
                  <a:pt x="0" y="0"/>
                </a:moveTo>
                <a:lnTo>
                  <a:pt x="6721" y="0"/>
                </a:lnTo>
                <a:lnTo>
                  <a:pt x="6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3162240" y="194292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3171600" y="1942920"/>
            <a:ext cx="6477480" cy="9720"/>
          </a:xfrm>
          <a:custGeom>
            <a:avLst/>
            <a:gdLst/>
            <a:ahLst/>
            <a:rect l="0" t="0" r="r" b="b"/>
            <a:pathLst>
              <a:path w="17993" h="27">
                <a:moveTo>
                  <a:pt x="0" y="0"/>
                </a:moveTo>
                <a:lnTo>
                  <a:pt x="17993" y="0"/>
                </a:lnTo>
                <a:lnTo>
                  <a:pt x="179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9639000" y="194292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752400" y="2485800"/>
            <a:ext cx="2419560" cy="10080"/>
          </a:xfrm>
          <a:custGeom>
            <a:avLst/>
            <a:gdLst/>
            <a:ahLst/>
            <a:rect l="0" t="0" r="r" b="b"/>
            <a:pathLst>
              <a:path w="6721" h="28">
                <a:moveTo>
                  <a:pt x="0" y="0"/>
                </a:moveTo>
                <a:lnTo>
                  <a:pt x="6721" y="0"/>
                </a:lnTo>
                <a:lnTo>
                  <a:pt x="67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3171600" y="2485800"/>
            <a:ext cx="6477480" cy="10080"/>
          </a:xfrm>
          <a:custGeom>
            <a:avLst/>
            <a:gdLst/>
            <a:ahLst/>
            <a:rect l="0" t="0" r="r" b="b"/>
            <a:pathLst>
              <a:path w="17993" h="28">
                <a:moveTo>
                  <a:pt x="0" y="0"/>
                </a:moveTo>
                <a:lnTo>
                  <a:pt x="17993" y="0"/>
                </a:lnTo>
                <a:lnTo>
                  <a:pt x="179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752400" y="249552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3162240" y="249552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9639000" y="249552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752400" y="30286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752400" y="3019320"/>
            <a:ext cx="2419560" cy="9720"/>
          </a:xfrm>
          <a:custGeom>
            <a:avLst/>
            <a:gdLst/>
            <a:ahLst/>
            <a:rect l="0" t="0" r="r" b="b"/>
            <a:pathLst>
              <a:path w="6721" h="27">
                <a:moveTo>
                  <a:pt x="0" y="0"/>
                </a:moveTo>
                <a:lnTo>
                  <a:pt x="6721" y="0"/>
                </a:lnTo>
                <a:lnTo>
                  <a:pt x="6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3162240" y="30286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3171600" y="3019320"/>
            <a:ext cx="6477480" cy="9720"/>
          </a:xfrm>
          <a:custGeom>
            <a:avLst/>
            <a:gdLst/>
            <a:ahLst/>
            <a:rect l="0" t="0" r="r" b="b"/>
            <a:pathLst>
              <a:path w="17993" h="27">
                <a:moveTo>
                  <a:pt x="0" y="0"/>
                </a:moveTo>
                <a:lnTo>
                  <a:pt x="17993" y="0"/>
                </a:lnTo>
                <a:lnTo>
                  <a:pt x="179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9639000" y="30286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752400" y="35715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752400" y="3562200"/>
            <a:ext cx="2419560" cy="9720"/>
          </a:xfrm>
          <a:custGeom>
            <a:avLst/>
            <a:gdLst/>
            <a:ahLst/>
            <a:rect l="0" t="0" r="r" b="b"/>
            <a:pathLst>
              <a:path w="6721" h="27">
                <a:moveTo>
                  <a:pt x="0" y="0"/>
                </a:moveTo>
                <a:lnTo>
                  <a:pt x="6721" y="0"/>
                </a:lnTo>
                <a:lnTo>
                  <a:pt x="6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3162240" y="35715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3171600" y="3562200"/>
            <a:ext cx="6477480" cy="9720"/>
          </a:xfrm>
          <a:custGeom>
            <a:avLst/>
            <a:gdLst/>
            <a:ahLst/>
            <a:rect l="0" t="0" r="r" b="b"/>
            <a:pathLst>
              <a:path w="17993" h="27">
                <a:moveTo>
                  <a:pt x="0" y="0"/>
                </a:moveTo>
                <a:lnTo>
                  <a:pt x="17993" y="0"/>
                </a:lnTo>
                <a:lnTo>
                  <a:pt x="179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9639000" y="357156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752400" y="41050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752400" y="4095720"/>
            <a:ext cx="2419560" cy="9720"/>
          </a:xfrm>
          <a:custGeom>
            <a:avLst/>
            <a:gdLst/>
            <a:ahLst/>
            <a:rect l="0" t="0" r="r" b="b"/>
            <a:pathLst>
              <a:path w="6721" h="27">
                <a:moveTo>
                  <a:pt x="0" y="0"/>
                </a:moveTo>
                <a:lnTo>
                  <a:pt x="6721" y="0"/>
                </a:lnTo>
                <a:lnTo>
                  <a:pt x="6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3162240" y="41050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3171600" y="4095720"/>
            <a:ext cx="6477480" cy="9720"/>
          </a:xfrm>
          <a:custGeom>
            <a:avLst/>
            <a:gdLst/>
            <a:ahLst/>
            <a:rect l="0" t="0" r="r" b="b"/>
            <a:pathLst>
              <a:path w="17993" h="27">
                <a:moveTo>
                  <a:pt x="0" y="0"/>
                </a:moveTo>
                <a:lnTo>
                  <a:pt x="17993" y="0"/>
                </a:lnTo>
                <a:lnTo>
                  <a:pt x="179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9639000" y="41050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752400" y="46479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752400" y="4638600"/>
            <a:ext cx="2419560" cy="9720"/>
          </a:xfrm>
          <a:custGeom>
            <a:avLst/>
            <a:gdLst/>
            <a:ahLst/>
            <a:rect l="0" t="0" r="r" b="b"/>
            <a:pathLst>
              <a:path w="6721" h="27">
                <a:moveTo>
                  <a:pt x="0" y="0"/>
                </a:moveTo>
                <a:lnTo>
                  <a:pt x="6721" y="0"/>
                </a:lnTo>
                <a:lnTo>
                  <a:pt x="6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3162240" y="46479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3171600" y="4638600"/>
            <a:ext cx="6477480" cy="9720"/>
          </a:xfrm>
          <a:custGeom>
            <a:avLst/>
            <a:gdLst/>
            <a:ahLst/>
            <a:rect l="0" t="0" r="r" b="b"/>
            <a:pathLst>
              <a:path w="17993" h="27">
                <a:moveTo>
                  <a:pt x="0" y="0"/>
                </a:moveTo>
                <a:lnTo>
                  <a:pt x="17993" y="0"/>
                </a:lnTo>
                <a:lnTo>
                  <a:pt x="179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9639000" y="464796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752400" y="5171760"/>
            <a:ext cx="2419560" cy="10080"/>
          </a:xfrm>
          <a:custGeom>
            <a:avLst/>
            <a:gdLst/>
            <a:ahLst/>
            <a:rect l="0" t="0" r="r" b="b"/>
            <a:pathLst>
              <a:path w="6721" h="28">
                <a:moveTo>
                  <a:pt x="0" y="0"/>
                </a:moveTo>
                <a:lnTo>
                  <a:pt x="6721" y="0"/>
                </a:lnTo>
                <a:lnTo>
                  <a:pt x="67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3171600" y="5171760"/>
            <a:ext cx="6477480" cy="10080"/>
          </a:xfrm>
          <a:custGeom>
            <a:avLst/>
            <a:gdLst/>
            <a:ahLst/>
            <a:rect l="0" t="0" r="r" b="b"/>
            <a:pathLst>
              <a:path w="17993" h="28">
                <a:moveTo>
                  <a:pt x="0" y="0"/>
                </a:moveTo>
                <a:lnTo>
                  <a:pt x="17993" y="0"/>
                </a:lnTo>
                <a:lnTo>
                  <a:pt x="179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752400" y="5333760"/>
            <a:ext cx="66960" cy="419400"/>
          </a:xfrm>
          <a:custGeom>
            <a:avLst/>
            <a:gdLst/>
            <a:ahLst/>
            <a:rect l="0" t="0" r="r" b="b"/>
            <a:pathLst>
              <a:path w="186" h="1165">
                <a:moveTo>
                  <a:pt x="0" y="0"/>
                </a:moveTo>
                <a:lnTo>
                  <a:pt x="186" y="0"/>
                </a:lnTo>
                <a:lnTo>
                  <a:pt x="18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747720" y="1085400"/>
            <a:ext cx="26478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The Problem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1647000" y="2026080"/>
            <a:ext cx="6469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Issue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5478840" y="2026080"/>
            <a:ext cx="19490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Current Reality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880920" y="2568960"/>
            <a:ext cx="18284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National portal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3296520" y="2568960"/>
            <a:ext cx="62150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CPGRAMS — slow, manual, ~40% resolved on time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880920" y="3102480"/>
            <a:ext cx="18284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Avg. resolution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3296520" y="3102480"/>
            <a:ext cx="31280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45–90 days per complaint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880920" y="3645360"/>
            <a:ext cx="20692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Language barrier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3296520" y="3645360"/>
            <a:ext cx="45932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English-only portal, illiteracy excluded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880920" y="4178880"/>
            <a:ext cx="21560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No real-time data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3296520" y="4178880"/>
            <a:ext cx="51613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Leaders have no ward-level mood visibility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880920" y="4721760"/>
            <a:ext cx="17485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Routing errors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3296520" y="4721760"/>
            <a:ext cx="57873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Citizens re-submit to wrong ministry repeatedly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090440" y="5350320"/>
            <a:ext cx="6521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59636E"/>
                </a:solidFill>
                <a:effectLst/>
                <a:uFillTx/>
                <a:latin typeface="SegoeUI"/>
                <a:ea typeface="SegoeUI"/>
              </a:rPr>
              <a:t>PRAJA fixes all five with AI + multi-channel access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2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822240" y="3380040"/>
            <a:ext cx="85320" cy="144360"/>
          </a:xfrm>
          <a:custGeom>
            <a:avLst/>
            <a:gdLst/>
            <a:ahLst/>
            <a:rect l="0" t="0" r="r" b="b"/>
            <a:pathLst>
              <a:path w="237" h="401">
                <a:moveTo>
                  <a:pt x="189" y="330"/>
                </a:moveTo>
                <a:cubicBezTo>
                  <a:pt x="182" y="381"/>
                  <a:pt x="135" y="401"/>
                  <a:pt x="83" y="401"/>
                </a:cubicBezTo>
                <a:cubicBezTo>
                  <a:pt x="31" y="401"/>
                  <a:pt x="-6" y="358"/>
                  <a:pt x="1" y="306"/>
                </a:cubicBezTo>
                <a:lnTo>
                  <a:pt x="24" y="94"/>
                </a:lnTo>
                <a:cubicBezTo>
                  <a:pt x="31" y="42"/>
                  <a:pt x="78" y="0"/>
                  <a:pt x="130" y="0"/>
                </a:cubicBezTo>
                <a:cubicBezTo>
                  <a:pt x="182" y="0"/>
                  <a:pt x="283" y="0"/>
                  <a:pt x="213" y="94"/>
                </a:cubicBezTo>
                <a:cubicBezTo>
                  <a:pt x="142" y="188"/>
                  <a:pt x="189" y="330"/>
                  <a:pt x="189" y="330"/>
                </a:cubicBezTo>
                <a:close/>
              </a:path>
            </a:pathLst>
          </a:custGeom>
          <a:solidFill>
            <a:srgbClr val="BE193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882000" y="3257280"/>
            <a:ext cx="202680" cy="212040"/>
          </a:xfrm>
          <a:custGeom>
            <a:avLst/>
            <a:gdLst/>
            <a:ahLst/>
            <a:rect l="0" t="0" r="r" b="b"/>
            <a:pathLst>
              <a:path w="563" h="589">
                <a:moveTo>
                  <a:pt x="563" y="295"/>
                </a:moveTo>
                <a:cubicBezTo>
                  <a:pt x="563" y="458"/>
                  <a:pt x="526" y="589"/>
                  <a:pt x="481" y="589"/>
                </a:cubicBezTo>
                <a:cubicBezTo>
                  <a:pt x="437" y="589"/>
                  <a:pt x="0" y="458"/>
                  <a:pt x="0" y="295"/>
                </a:cubicBezTo>
                <a:cubicBezTo>
                  <a:pt x="0" y="133"/>
                  <a:pt x="437" y="0"/>
                  <a:pt x="481" y="0"/>
                </a:cubicBezTo>
                <a:cubicBezTo>
                  <a:pt x="526" y="0"/>
                  <a:pt x="563" y="133"/>
                  <a:pt x="563" y="295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1025640" y="3257280"/>
            <a:ext cx="59040" cy="212040"/>
          </a:xfrm>
          <a:custGeom>
            <a:avLst/>
            <a:gdLst/>
            <a:ahLst/>
            <a:rect l="0" t="0" r="r" b="b"/>
            <a:pathLst>
              <a:path w="164" h="589">
                <a:moveTo>
                  <a:pt x="164" y="295"/>
                </a:moveTo>
                <a:cubicBezTo>
                  <a:pt x="164" y="315"/>
                  <a:pt x="163" y="334"/>
                  <a:pt x="162" y="353"/>
                </a:cubicBezTo>
                <a:cubicBezTo>
                  <a:pt x="161" y="372"/>
                  <a:pt x="159" y="390"/>
                  <a:pt x="157" y="408"/>
                </a:cubicBezTo>
                <a:cubicBezTo>
                  <a:pt x="155" y="426"/>
                  <a:pt x="153" y="443"/>
                  <a:pt x="150" y="459"/>
                </a:cubicBezTo>
                <a:cubicBezTo>
                  <a:pt x="146" y="475"/>
                  <a:pt x="143" y="489"/>
                  <a:pt x="139" y="503"/>
                </a:cubicBezTo>
                <a:cubicBezTo>
                  <a:pt x="135" y="517"/>
                  <a:pt x="131" y="529"/>
                  <a:pt x="127" y="540"/>
                </a:cubicBezTo>
                <a:cubicBezTo>
                  <a:pt x="122" y="550"/>
                  <a:pt x="117" y="559"/>
                  <a:pt x="113" y="567"/>
                </a:cubicBezTo>
                <a:cubicBezTo>
                  <a:pt x="108" y="574"/>
                  <a:pt x="103" y="580"/>
                  <a:pt x="97" y="584"/>
                </a:cubicBezTo>
                <a:cubicBezTo>
                  <a:pt x="92" y="587"/>
                  <a:pt x="87" y="589"/>
                  <a:pt x="81" y="589"/>
                </a:cubicBezTo>
                <a:cubicBezTo>
                  <a:pt x="76" y="589"/>
                  <a:pt x="71" y="587"/>
                  <a:pt x="66" y="584"/>
                </a:cubicBezTo>
                <a:cubicBezTo>
                  <a:pt x="60" y="580"/>
                  <a:pt x="55" y="574"/>
                  <a:pt x="50" y="567"/>
                </a:cubicBezTo>
                <a:cubicBezTo>
                  <a:pt x="46" y="559"/>
                  <a:pt x="41" y="550"/>
                  <a:pt x="36" y="540"/>
                </a:cubicBezTo>
                <a:cubicBezTo>
                  <a:pt x="32" y="529"/>
                  <a:pt x="28" y="517"/>
                  <a:pt x="24" y="503"/>
                </a:cubicBezTo>
                <a:cubicBezTo>
                  <a:pt x="20" y="489"/>
                  <a:pt x="17" y="475"/>
                  <a:pt x="14" y="459"/>
                </a:cubicBezTo>
                <a:cubicBezTo>
                  <a:pt x="11" y="443"/>
                  <a:pt x="9" y="426"/>
                  <a:pt x="7" y="408"/>
                </a:cubicBezTo>
                <a:cubicBezTo>
                  <a:pt x="4" y="390"/>
                  <a:pt x="3" y="372"/>
                  <a:pt x="2" y="353"/>
                </a:cubicBezTo>
                <a:cubicBezTo>
                  <a:pt x="1" y="334"/>
                  <a:pt x="0" y="315"/>
                  <a:pt x="0" y="295"/>
                </a:cubicBezTo>
                <a:cubicBezTo>
                  <a:pt x="0" y="276"/>
                  <a:pt x="1" y="257"/>
                  <a:pt x="2" y="238"/>
                </a:cubicBezTo>
                <a:cubicBezTo>
                  <a:pt x="3" y="219"/>
                  <a:pt x="4" y="201"/>
                  <a:pt x="7" y="183"/>
                </a:cubicBezTo>
                <a:cubicBezTo>
                  <a:pt x="9" y="165"/>
                  <a:pt x="11" y="148"/>
                  <a:pt x="14" y="132"/>
                </a:cubicBezTo>
                <a:cubicBezTo>
                  <a:pt x="17" y="116"/>
                  <a:pt x="20" y="101"/>
                  <a:pt x="24" y="87"/>
                </a:cubicBezTo>
                <a:cubicBezTo>
                  <a:pt x="28" y="74"/>
                  <a:pt x="32" y="62"/>
                  <a:pt x="36" y="50"/>
                </a:cubicBezTo>
                <a:cubicBezTo>
                  <a:pt x="41" y="39"/>
                  <a:pt x="46" y="30"/>
                  <a:pt x="50" y="23"/>
                </a:cubicBezTo>
                <a:cubicBezTo>
                  <a:pt x="55" y="15"/>
                  <a:pt x="60" y="10"/>
                  <a:pt x="66" y="6"/>
                </a:cubicBezTo>
                <a:cubicBezTo>
                  <a:pt x="71" y="2"/>
                  <a:pt x="76" y="0"/>
                  <a:pt x="81" y="0"/>
                </a:cubicBezTo>
                <a:cubicBezTo>
                  <a:pt x="87" y="0"/>
                  <a:pt x="92" y="2"/>
                  <a:pt x="97" y="6"/>
                </a:cubicBezTo>
                <a:cubicBezTo>
                  <a:pt x="103" y="10"/>
                  <a:pt x="108" y="15"/>
                  <a:pt x="113" y="23"/>
                </a:cubicBezTo>
                <a:cubicBezTo>
                  <a:pt x="117" y="30"/>
                  <a:pt x="122" y="39"/>
                  <a:pt x="127" y="50"/>
                </a:cubicBezTo>
                <a:cubicBezTo>
                  <a:pt x="131" y="62"/>
                  <a:pt x="135" y="74"/>
                  <a:pt x="139" y="87"/>
                </a:cubicBezTo>
                <a:cubicBezTo>
                  <a:pt x="143" y="101"/>
                  <a:pt x="146" y="116"/>
                  <a:pt x="150" y="132"/>
                </a:cubicBezTo>
                <a:cubicBezTo>
                  <a:pt x="153" y="148"/>
                  <a:pt x="155" y="165"/>
                  <a:pt x="157" y="183"/>
                </a:cubicBezTo>
                <a:cubicBezTo>
                  <a:pt x="159" y="201"/>
                  <a:pt x="161" y="219"/>
                  <a:pt x="162" y="238"/>
                </a:cubicBezTo>
                <a:cubicBezTo>
                  <a:pt x="163" y="257"/>
                  <a:pt x="164" y="276"/>
                  <a:pt x="164" y="295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82280" y="3304080"/>
            <a:ext cx="150840" cy="118800"/>
          </a:xfrm>
          <a:custGeom>
            <a:avLst/>
            <a:gdLst/>
            <a:ahLst/>
            <a:rect l="0" t="0" r="r" b="b"/>
            <a:pathLst>
              <a:path w="419" h="330">
                <a:moveTo>
                  <a:pt x="419" y="330"/>
                </a:moveTo>
                <a:lnTo>
                  <a:pt x="88" y="306"/>
                </a:lnTo>
                <a:cubicBezTo>
                  <a:pt x="-29" y="306"/>
                  <a:pt x="-29" y="23"/>
                  <a:pt x="88" y="23"/>
                </a:cubicBezTo>
                <a:lnTo>
                  <a:pt x="419" y="0"/>
                </a:lnTo>
                <a:cubicBezTo>
                  <a:pt x="348" y="70"/>
                  <a:pt x="348" y="259"/>
                  <a:pt x="419" y="330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1033560" y="3326400"/>
            <a:ext cx="25560" cy="73800"/>
          </a:xfrm>
          <a:custGeom>
            <a:avLst/>
            <a:gdLst/>
            <a:ahLst/>
            <a:rect l="0" t="0" r="r" b="b"/>
            <a:pathLst>
              <a:path w="71" h="205">
                <a:moveTo>
                  <a:pt x="71" y="103"/>
                </a:moveTo>
                <a:cubicBezTo>
                  <a:pt x="71" y="117"/>
                  <a:pt x="70" y="130"/>
                  <a:pt x="68" y="142"/>
                </a:cubicBezTo>
                <a:cubicBezTo>
                  <a:pt x="67" y="155"/>
                  <a:pt x="64" y="166"/>
                  <a:pt x="61" y="176"/>
                </a:cubicBezTo>
                <a:cubicBezTo>
                  <a:pt x="57" y="185"/>
                  <a:pt x="54" y="193"/>
                  <a:pt x="49" y="198"/>
                </a:cubicBezTo>
                <a:cubicBezTo>
                  <a:pt x="45" y="203"/>
                  <a:pt x="40" y="205"/>
                  <a:pt x="36" y="205"/>
                </a:cubicBezTo>
                <a:cubicBezTo>
                  <a:pt x="30" y="205"/>
                  <a:pt x="26" y="203"/>
                  <a:pt x="21" y="198"/>
                </a:cubicBezTo>
                <a:cubicBezTo>
                  <a:pt x="17" y="193"/>
                  <a:pt x="13" y="185"/>
                  <a:pt x="10" y="176"/>
                </a:cubicBezTo>
                <a:cubicBezTo>
                  <a:pt x="7" y="166"/>
                  <a:pt x="4" y="155"/>
                  <a:pt x="2" y="142"/>
                </a:cubicBezTo>
                <a:cubicBezTo>
                  <a:pt x="0" y="130"/>
                  <a:pt x="0" y="117"/>
                  <a:pt x="0" y="103"/>
                </a:cubicBezTo>
                <a:cubicBezTo>
                  <a:pt x="0" y="90"/>
                  <a:pt x="0" y="77"/>
                  <a:pt x="2" y="64"/>
                </a:cubicBezTo>
                <a:cubicBezTo>
                  <a:pt x="4" y="52"/>
                  <a:pt x="7" y="40"/>
                  <a:pt x="10" y="30"/>
                </a:cubicBezTo>
                <a:cubicBezTo>
                  <a:pt x="13" y="20"/>
                  <a:pt x="17" y="13"/>
                  <a:pt x="21" y="8"/>
                </a:cubicBezTo>
                <a:cubicBezTo>
                  <a:pt x="26" y="3"/>
                  <a:pt x="30" y="0"/>
                  <a:pt x="36" y="0"/>
                </a:cubicBezTo>
                <a:cubicBezTo>
                  <a:pt x="40" y="0"/>
                  <a:pt x="45" y="3"/>
                  <a:pt x="49" y="8"/>
                </a:cubicBezTo>
                <a:cubicBezTo>
                  <a:pt x="54" y="13"/>
                  <a:pt x="57" y="20"/>
                  <a:pt x="61" y="30"/>
                </a:cubicBezTo>
                <a:cubicBezTo>
                  <a:pt x="64" y="40"/>
                  <a:pt x="67" y="52"/>
                  <a:pt x="68" y="64"/>
                </a:cubicBezTo>
                <a:cubicBezTo>
                  <a:pt x="70" y="77"/>
                  <a:pt x="71" y="90"/>
                  <a:pt x="71" y="103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747720" y="2275920"/>
            <a:ext cx="309492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Three Modules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096920" y="3186720"/>
            <a:ext cx="189144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9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GrievanceOS</a:t>
            </a:r>
            <a:endParaRPr lang="en-IN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747720" y="3750120"/>
            <a:ext cx="77104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Citizens file complaints via </a:t>
            </a:r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Web · WhatsApp · SMS · Voice call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747720" y="4169160"/>
            <a:ext cx="76435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Auto-classifies department · Priority-scores · Real-time tracking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3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933840" y="2989440"/>
            <a:ext cx="100440" cy="62640"/>
          </a:xfrm>
          <a:custGeom>
            <a:avLst/>
            <a:gdLst/>
            <a:ahLst/>
            <a:rect l="0" t="0" r="r" b="b"/>
            <a:pathLst>
              <a:path w="279" h="174">
                <a:moveTo>
                  <a:pt x="279" y="50"/>
                </a:moveTo>
                <a:cubicBezTo>
                  <a:pt x="279" y="56"/>
                  <a:pt x="278" y="65"/>
                  <a:pt x="276" y="72"/>
                </a:cubicBezTo>
                <a:cubicBezTo>
                  <a:pt x="263" y="122"/>
                  <a:pt x="208" y="179"/>
                  <a:pt x="130" y="174"/>
                </a:cubicBezTo>
                <a:cubicBezTo>
                  <a:pt x="59" y="169"/>
                  <a:pt x="0" y="135"/>
                  <a:pt x="0" y="88"/>
                </a:cubicBezTo>
                <a:cubicBezTo>
                  <a:pt x="0" y="40"/>
                  <a:pt x="59" y="0"/>
                  <a:pt x="130" y="0"/>
                </a:cubicBezTo>
                <a:cubicBezTo>
                  <a:pt x="201" y="0"/>
                  <a:pt x="279" y="1"/>
                  <a:pt x="279" y="50"/>
                </a:cubicBezTo>
                <a:close/>
              </a:path>
            </a:pathLst>
          </a:custGeom>
          <a:solidFill>
            <a:srgbClr val="EA59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905040" y="2992320"/>
            <a:ext cx="128160" cy="39960"/>
          </a:xfrm>
          <a:custGeom>
            <a:avLst/>
            <a:gdLst/>
            <a:ahLst/>
            <a:rect l="0" t="0" r="r" b="b"/>
            <a:pathLst>
              <a:path w="356" h="111">
                <a:moveTo>
                  <a:pt x="210" y="0"/>
                </a:moveTo>
                <a:cubicBezTo>
                  <a:pt x="172" y="0"/>
                  <a:pt x="84" y="11"/>
                  <a:pt x="64" y="11"/>
                </a:cubicBezTo>
                <a:cubicBezTo>
                  <a:pt x="29" y="11"/>
                  <a:pt x="0" y="34"/>
                  <a:pt x="0" y="61"/>
                </a:cubicBezTo>
                <a:cubicBezTo>
                  <a:pt x="0" y="74"/>
                  <a:pt x="7" y="86"/>
                  <a:pt x="18" y="95"/>
                </a:cubicBezTo>
                <a:cubicBezTo>
                  <a:pt x="18" y="95"/>
                  <a:pt x="41" y="119"/>
                  <a:pt x="84" y="108"/>
                </a:cubicBezTo>
                <a:cubicBezTo>
                  <a:pt x="102" y="103"/>
                  <a:pt x="133" y="66"/>
                  <a:pt x="187" y="60"/>
                </a:cubicBezTo>
                <a:cubicBezTo>
                  <a:pt x="214" y="57"/>
                  <a:pt x="264" y="77"/>
                  <a:pt x="351" y="78"/>
                </a:cubicBezTo>
                <a:cubicBezTo>
                  <a:pt x="355" y="70"/>
                  <a:pt x="356" y="64"/>
                  <a:pt x="356" y="64"/>
                </a:cubicBezTo>
                <a:cubicBezTo>
                  <a:pt x="356" y="15"/>
                  <a:pt x="281" y="0"/>
                  <a:pt x="210" y="0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785880" y="2814120"/>
            <a:ext cx="294120" cy="209520"/>
          </a:xfrm>
          <a:custGeom>
            <a:avLst/>
            <a:gdLst/>
            <a:ahLst/>
            <a:rect l="0" t="0" r="r" b="b"/>
            <a:pathLst>
              <a:path w="817" h="582">
                <a:moveTo>
                  <a:pt x="687" y="558"/>
                </a:moveTo>
                <a:cubicBezTo>
                  <a:pt x="687" y="558"/>
                  <a:pt x="738" y="548"/>
                  <a:pt x="770" y="506"/>
                </a:cubicBezTo>
                <a:cubicBezTo>
                  <a:pt x="807" y="457"/>
                  <a:pt x="802" y="404"/>
                  <a:pt x="802" y="404"/>
                </a:cubicBezTo>
                <a:cubicBezTo>
                  <a:pt x="840" y="334"/>
                  <a:pt x="791" y="267"/>
                  <a:pt x="791" y="267"/>
                </a:cubicBezTo>
                <a:cubicBezTo>
                  <a:pt x="786" y="193"/>
                  <a:pt x="740" y="162"/>
                  <a:pt x="740" y="162"/>
                </a:cubicBezTo>
                <a:cubicBezTo>
                  <a:pt x="710" y="91"/>
                  <a:pt x="643" y="72"/>
                  <a:pt x="643" y="72"/>
                </a:cubicBezTo>
                <a:cubicBezTo>
                  <a:pt x="591" y="10"/>
                  <a:pt x="499" y="13"/>
                  <a:pt x="499" y="13"/>
                </a:cubicBezTo>
                <a:cubicBezTo>
                  <a:pt x="499" y="13"/>
                  <a:pt x="412" y="-19"/>
                  <a:pt x="294" y="17"/>
                </a:cubicBezTo>
                <a:cubicBezTo>
                  <a:pt x="274" y="23"/>
                  <a:pt x="209" y="37"/>
                  <a:pt x="161" y="66"/>
                </a:cubicBezTo>
                <a:cubicBezTo>
                  <a:pt x="9" y="159"/>
                  <a:pt x="-2" y="303"/>
                  <a:pt x="0" y="327"/>
                </a:cubicBezTo>
                <a:cubicBezTo>
                  <a:pt x="12" y="458"/>
                  <a:pt x="104" y="482"/>
                  <a:pt x="162" y="495"/>
                </a:cubicBezTo>
                <a:cubicBezTo>
                  <a:pt x="176" y="533"/>
                  <a:pt x="227" y="602"/>
                  <a:pt x="317" y="576"/>
                </a:cubicBezTo>
                <a:cubicBezTo>
                  <a:pt x="429" y="556"/>
                  <a:pt x="476" y="523"/>
                  <a:pt x="503" y="523"/>
                </a:cubicBezTo>
                <a:cubicBezTo>
                  <a:pt x="531" y="523"/>
                  <a:pt x="607" y="552"/>
                  <a:pt x="687" y="558"/>
                </a:cubicBezTo>
                <a:close/>
              </a:path>
            </a:pathLst>
          </a:custGeom>
          <a:solidFill>
            <a:srgbClr val="F4ABB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802080" y="2833200"/>
            <a:ext cx="254880" cy="164160"/>
          </a:xfrm>
          <a:custGeom>
            <a:avLst/>
            <a:gdLst/>
            <a:ahLst/>
            <a:rect l="0" t="0" r="r" b="b"/>
            <a:pathLst>
              <a:path w="708" h="456">
                <a:moveTo>
                  <a:pt x="359" y="294"/>
                </a:moveTo>
                <a:cubicBezTo>
                  <a:pt x="414" y="264"/>
                  <a:pt x="444" y="267"/>
                  <a:pt x="470" y="270"/>
                </a:cubicBezTo>
                <a:cubicBezTo>
                  <a:pt x="478" y="270"/>
                  <a:pt x="486" y="271"/>
                  <a:pt x="494" y="271"/>
                </a:cubicBezTo>
                <a:cubicBezTo>
                  <a:pt x="541" y="270"/>
                  <a:pt x="578" y="250"/>
                  <a:pt x="595" y="231"/>
                </a:cubicBezTo>
                <a:cubicBezTo>
                  <a:pt x="599" y="226"/>
                  <a:pt x="599" y="219"/>
                  <a:pt x="594" y="214"/>
                </a:cubicBezTo>
                <a:cubicBezTo>
                  <a:pt x="589" y="210"/>
                  <a:pt x="582" y="211"/>
                  <a:pt x="578" y="216"/>
                </a:cubicBezTo>
                <a:cubicBezTo>
                  <a:pt x="565" y="230"/>
                  <a:pt x="533" y="246"/>
                  <a:pt x="493" y="247"/>
                </a:cubicBezTo>
                <a:cubicBezTo>
                  <a:pt x="486" y="248"/>
                  <a:pt x="479" y="247"/>
                  <a:pt x="472" y="246"/>
                </a:cubicBezTo>
                <a:cubicBezTo>
                  <a:pt x="444" y="244"/>
                  <a:pt x="409" y="240"/>
                  <a:pt x="348" y="273"/>
                </a:cubicBezTo>
                <a:cubicBezTo>
                  <a:pt x="332" y="282"/>
                  <a:pt x="311" y="285"/>
                  <a:pt x="288" y="287"/>
                </a:cubicBezTo>
                <a:cubicBezTo>
                  <a:pt x="235" y="213"/>
                  <a:pt x="267" y="148"/>
                  <a:pt x="276" y="132"/>
                </a:cubicBezTo>
                <a:cubicBezTo>
                  <a:pt x="277" y="132"/>
                  <a:pt x="278" y="132"/>
                  <a:pt x="279" y="132"/>
                </a:cubicBezTo>
                <a:cubicBezTo>
                  <a:pt x="288" y="132"/>
                  <a:pt x="298" y="130"/>
                  <a:pt x="306" y="125"/>
                </a:cubicBezTo>
                <a:cubicBezTo>
                  <a:pt x="312" y="122"/>
                  <a:pt x="314" y="115"/>
                  <a:pt x="311" y="109"/>
                </a:cubicBezTo>
                <a:cubicBezTo>
                  <a:pt x="307" y="104"/>
                  <a:pt x="300" y="102"/>
                  <a:pt x="295" y="105"/>
                </a:cubicBezTo>
                <a:cubicBezTo>
                  <a:pt x="279" y="113"/>
                  <a:pt x="260" y="108"/>
                  <a:pt x="250" y="94"/>
                </a:cubicBezTo>
                <a:cubicBezTo>
                  <a:pt x="246" y="87"/>
                  <a:pt x="239" y="86"/>
                  <a:pt x="233" y="89"/>
                </a:cubicBezTo>
                <a:cubicBezTo>
                  <a:pt x="228" y="94"/>
                  <a:pt x="226" y="101"/>
                  <a:pt x="230" y="107"/>
                </a:cubicBezTo>
                <a:cubicBezTo>
                  <a:pt x="235" y="115"/>
                  <a:pt x="243" y="122"/>
                  <a:pt x="253" y="126"/>
                </a:cubicBezTo>
                <a:cubicBezTo>
                  <a:pt x="240" y="151"/>
                  <a:pt x="216" y="217"/>
                  <a:pt x="262" y="290"/>
                </a:cubicBezTo>
                <a:cubicBezTo>
                  <a:pt x="229" y="293"/>
                  <a:pt x="198" y="297"/>
                  <a:pt x="174" y="313"/>
                </a:cubicBezTo>
                <a:cubicBezTo>
                  <a:pt x="158" y="323"/>
                  <a:pt x="142" y="338"/>
                  <a:pt x="130" y="355"/>
                </a:cubicBezTo>
                <a:cubicBezTo>
                  <a:pt x="115" y="352"/>
                  <a:pt x="61" y="339"/>
                  <a:pt x="51" y="279"/>
                </a:cubicBezTo>
                <a:cubicBezTo>
                  <a:pt x="57" y="274"/>
                  <a:pt x="62" y="268"/>
                  <a:pt x="65" y="261"/>
                </a:cubicBezTo>
                <a:cubicBezTo>
                  <a:pt x="67" y="255"/>
                  <a:pt x="64" y="248"/>
                  <a:pt x="58" y="246"/>
                </a:cubicBezTo>
                <a:cubicBezTo>
                  <a:pt x="52" y="243"/>
                  <a:pt x="45" y="246"/>
                  <a:pt x="43" y="252"/>
                </a:cubicBezTo>
                <a:cubicBezTo>
                  <a:pt x="41" y="258"/>
                  <a:pt x="37" y="261"/>
                  <a:pt x="32" y="263"/>
                </a:cubicBezTo>
                <a:cubicBezTo>
                  <a:pt x="28" y="265"/>
                  <a:pt x="22" y="264"/>
                  <a:pt x="17" y="262"/>
                </a:cubicBezTo>
                <a:cubicBezTo>
                  <a:pt x="11" y="258"/>
                  <a:pt x="4" y="260"/>
                  <a:pt x="1" y="266"/>
                </a:cubicBezTo>
                <a:cubicBezTo>
                  <a:pt x="-2" y="272"/>
                  <a:pt x="0" y="279"/>
                  <a:pt x="6" y="282"/>
                </a:cubicBezTo>
                <a:cubicBezTo>
                  <a:pt x="12" y="286"/>
                  <a:pt x="20" y="288"/>
                  <a:pt x="27" y="288"/>
                </a:cubicBezTo>
                <a:cubicBezTo>
                  <a:pt x="28" y="288"/>
                  <a:pt x="28" y="287"/>
                  <a:pt x="29" y="287"/>
                </a:cubicBezTo>
                <a:cubicBezTo>
                  <a:pt x="40" y="344"/>
                  <a:pt x="85" y="369"/>
                  <a:pt x="117" y="376"/>
                </a:cubicBezTo>
                <a:cubicBezTo>
                  <a:pt x="113" y="386"/>
                  <a:pt x="110" y="395"/>
                  <a:pt x="109" y="405"/>
                </a:cubicBezTo>
                <a:cubicBezTo>
                  <a:pt x="109" y="411"/>
                  <a:pt x="113" y="417"/>
                  <a:pt x="120" y="417"/>
                </a:cubicBezTo>
                <a:lnTo>
                  <a:pt x="121" y="417"/>
                </a:lnTo>
                <a:cubicBezTo>
                  <a:pt x="127" y="417"/>
                  <a:pt x="132" y="413"/>
                  <a:pt x="133" y="407"/>
                </a:cubicBezTo>
                <a:cubicBezTo>
                  <a:pt x="135" y="378"/>
                  <a:pt x="162" y="348"/>
                  <a:pt x="187" y="333"/>
                </a:cubicBezTo>
                <a:cubicBezTo>
                  <a:pt x="209" y="318"/>
                  <a:pt x="242" y="315"/>
                  <a:pt x="276" y="312"/>
                </a:cubicBezTo>
                <a:cubicBezTo>
                  <a:pt x="307" y="309"/>
                  <a:pt x="336" y="306"/>
                  <a:pt x="359" y="294"/>
                </a:cubicBezTo>
                <a:moveTo>
                  <a:pt x="662" y="259"/>
                </a:moveTo>
                <a:cubicBezTo>
                  <a:pt x="659" y="264"/>
                  <a:pt x="661" y="271"/>
                  <a:pt x="667" y="274"/>
                </a:cubicBezTo>
                <a:cubicBezTo>
                  <a:pt x="668" y="275"/>
                  <a:pt x="670" y="276"/>
                  <a:pt x="672" y="276"/>
                </a:cubicBezTo>
                <a:cubicBezTo>
                  <a:pt x="676" y="276"/>
                  <a:pt x="680" y="274"/>
                  <a:pt x="682" y="270"/>
                </a:cubicBezTo>
                <a:cubicBezTo>
                  <a:pt x="683" y="269"/>
                  <a:pt x="726" y="189"/>
                  <a:pt x="646" y="135"/>
                </a:cubicBezTo>
                <a:cubicBezTo>
                  <a:pt x="640" y="131"/>
                  <a:pt x="633" y="133"/>
                  <a:pt x="629" y="138"/>
                </a:cubicBezTo>
                <a:cubicBezTo>
                  <a:pt x="626" y="143"/>
                  <a:pt x="627" y="151"/>
                  <a:pt x="632" y="154"/>
                </a:cubicBezTo>
                <a:cubicBezTo>
                  <a:pt x="695" y="196"/>
                  <a:pt x="663" y="256"/>
                  <a:pt x="662" y="259"/>
                </a:cubicBezTo>
                <a:moveTo>
                  <a:pt x="183" y="63"/>
                </a:moveTo>
                <a:cubicBezTo>
                  <a:pt x="217" y="15"/>
                  <a:pt x="265" y="32"/>
                  <a:pt x="267" y="32"/>
                </a:cubicBezTo>
                <a:cubicBezTo>
                  <a:pt x="273" y="35"/>
                  <a:pt x="280" y="31"/>
                  <a:pt x="282" y="25"/>
                </a:cubicBezTo>
                <a:cubicBezTo>
                  <a:pt x="285" y="19"/>
                  <a:pt x="281" y="12"/>
                  <a:pt x="275" y="10"/>
                </a:cubicBezTo>
                <a:cubicBezTo>
                  <a:pt x="253" y="2"/>
                  <a:pt x="200" y="-1"/>
                  <a:pt x="164" y="49"/>
                </a:cubicBezTo>
                <a:cubicBezTo>
                  <a:pt x="160" y="54"/>
                  <a:pt x="161" y="62"/>
                  <a:pt x="166" y="65"/>
                </a:cubicBezTo>
                <a:cubicBezTo>
                  <a:pt x="169" y="67"/>
                  <a:pt x="171" y="68"/>
                  <a:pt x="173" y="68"/>
                </a:cubicBezTo>
                <a:cubicBezTo>
                  <a:pt x="177" y="68"/>
                  <a:pt x="181" y="66"/>
                  <a:pt x="183" y="63"/>
                </a:cubicBezTo>
                <a:moveTo>
                  <a:pt x="482" y="23"/>
                </a:moveTo>
                <a:cubicBezTo>
                  <a:pt x="534" y="19"/>
                  <a:pt x="558" y="57"/>
                  <a:pt x="559" y="59"/>
                </a:cubicBezTo>
                <a:cubicBezTo>
                  <a:pt x="561" y="62"/>
                  <a:pt x="565" y="64"/>
                  <a:pt x="569" y="64"/>
                </a:cubicBezTo>
                <a:cubicBezTo>
                  <a:pt x="571" y="64"/>
                  <a:pt x="573" y="64"/>
                  <a:pt x="575" y="63"/>
                </a:cubicBezTo>
                <a:cubicBezTo>
                  <a:pt x="581" y="60"/>
                  <a:pt x="583" y="52"/>
                  <a:pt x="579" y="47"/>
                </a:cubicBezTo>
                <a:cubicBezTo>
                  <a:pt x="578" y="45"/>
                  <a:pt x="548" y="-5"/>
                  <a:pt x="480" y="0"/>
                </a:cubicBezTo>
                <a:cubicBezTo>
                  <a:pt x="473" y="0"/>
                  <a:pt x="469" y="6"/>
                  <a:pt x="469" y="12"/>
                </a:cubicBezTo>
                <a:cubicBezTo>
                  <a:pt x="470" y="19"/>
                  <a:pt x="476" y="24"/>
                  <a:pt x="482" y="23"/>
                </a:cubicBezTo>
                <a:moveTo>
                  <a:pt x="697" y="368"/>
                </a:moveTo>
                <a:cubicBezTo>
                  <a:pt x="691" y="368"/>
                  <a:pt x="685" y="372"/>
                  <a:pt x="684" y="379"/>
                </a:cubicBezTo>
                <a:cubicBezTo>
                  <a:pt x="684" y="379"/>
                  <a:pt x="681" y="419"/>
                  <a:pt x="639" y="433"/>
                </a:cubicBezTo>
                <a:cubicBezTo>
                  <a:pt x="633" y="435"/>
                  <a:pt x="630" y="441"/>
                  <a:pt x="632" y="447"/>
                </a:cubicBezTo>
                <a:cubicBezTo>
                  <a:pt x="634" y="452"/>
                  <a:pt x="638" y="456"/>
                  <a:pt x="643" y="456"/>
                </a:cubicBezTo>
                <a:cubicBezTo>
                  <a:pt x="644" y="456"/>
                  <a:pt x="646" y="455"/>
                  <a:pt x="647" y="455"/>
                </a:cubicBezTo>
                <a:cubicBezTo>
                  <a:pt x="703" y="437"/>
                  <a:pt x="708" y="383"/>
                  <a:pt x="708" y="381"/>
                </a:cubicBezTo>
                <a:cubicBezTo>
                  <a:pt x="708" y="374"/>
                  <a:pt x="703" y="368"/>
                  <a:pt x="697" y="368"/>
                </a:cubicBezTo>
                <a:close/>
              </a:path>
            </a:pathLst>
          </a:custGeom>
          <a:solidFill>
            <a:srgbClr val="EA59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839880" y="2836080"/>
            <a:ext cx="192600" cy="158760"/>
          </a:xfrm>
          <a:custGeom>
            <a:avLst/>
            <a:gdLst/>
            <a:ahLst/>
            <a:rect l="0" t="0" r="r" b="b"/>
            <a:pathLst>
              <a:path w="535" h="441">
                <a:moveTo>
                  <a:pt x="9" y="246"/>
                </a:moveTo>
                <a:cubicBezTo>
                  <a:pt x="7" y="252"/>
                  <a:pt x="11" y="258"/>
                  <a:pt x="17" y="260"/>
                </a:cubicBezTo>
                <a:cubicBezTo>
                  <a:pt x="18" y="260"/>
                  <a:pt x="19" y="260"/>
                  <a:pt x="20" y="260"/>
                </a:cubicBezTo>
                <a:cubicBezTo>
                  <a:pt x="25" y="260"/>
                  <a:pt x="30" y="257"/>
                  <a:pt x="32" y="252"/>
                </a:cubicBezTo>
                <a:cubicBezTo>
                  <a:pt x="36" y="235"/>
                  <a:pt x="53" y="224"/>
                  <a:pt x="70" y="228"/>
                </a:cubicBezTo>
                <a:cubicBezTo>
                  <a:pt x="78" y="229"/>
                  <a:pt x="84" y="225"/>
                  <a:pt x="85" y="219"/>
                </a:cubicBezTo>
                <a:cubicBezTo>
                  <a:pt x="87" y="212"/>
                  <a:pt x="83" y="206"/>
                  <a:pt x="76" y="205"/>
                </a:cubicBezTo>
                <a:cubicBezTo>
                  <a:pt x="65" y="203"/>
                  <a:pt x="55" y="204"/>
                  <a:pt x="46" y="207"/>
                </a:cubicBezTo>
                <a:cubicBezTo>
                  <a:pt x="18" y="160"/>
                  <a:pt x="24" y="114"/>
                  <a:pt x="24" y="113"/>
                </a:cubicBezTo>
                <a:cubicBezTo>
                  <a:pt x="25" y="107"/>
                  <a:pt x="20" y="101"/>
                  <a:pt x="14" y="100"/>
                </a:cubicBezTo>
                <a:cubicBezTo>
                  <a:pt x="7" y="99"/>
                  <a:pt x="1" y="104"/>
                  <a:pt x="1" y="110"/>
                </a:cubicBezTo>
                <a:cubicBezTo>
                  <a:pt x="0" y="112"/>
                  <a:pt x="-6" y="165"/>
                  <a:pt x="26" y="219"/>
                </a:cubicBezTo>
                <a:cubicBezTo>
                  <a:pt x="18" y="226"/>
                  <a:pt x="12" y="235"/>
                  <a:pt x="9" y="246"/>
                </a:cubicBezTo>
                <a:moveTo>
                  <a:pt x="273" y="188"/>
                </a:moveTo>
                <a:cubicBezTo>
                  <a:pt x="282" y="179"/>
                  <a:pt x="298" y="179"/>
                  <a:pt x="307" y="188"/>
                </a:cubicBezTo>
                <a:cubicBezTo>
                  <a:pt x="309" y="190"/>
                  <a:pt x="312" y="191"/>
                  <a:pt x="315" y="191"/>
                </a:cubicBezTo>
                <a:cubicBezTo>
                  <a:pt x="318" y="191"/>
                  <a:pt x="321" y="190"/>
                  <a:pt x="324" y="188"/>
                </a:cubicBezTo>
                <a:cubicBezTo>
                  <a:pt x="328" y="183"/>
                  <a:pt x="328" y="175"/>
                  <a:pt x="323" y="171"/>
                </a:cubicBezTo>
                <a:cubicBezTo>
                  <a:pt x="318" y="166"/>
                  <a:pt x="312" y="162"/>
                  <a:pt x="305" y="160"/>
                </a:cubicBezTo>
                <a:cubicBezTo>
                  <a:pt x="312" y="136"/>
                  <a:pt x="309" y="126"/>
                  <a:pt x="302" y="106"/>
                </a:cubicBezTo>
                <a:cubicBezTo>
                  <a:pt x="301" y="102"/>
                  <a:pt x="300" y="98"/>
                  <a:pt x="299" y="94"/>
                </a:cubicBezTo>
                <a:lnTo>
                  <a:pt x="298" y="92"/>
                </a:lnTo>
                <a:cubicBezTo>
                  <a:pt x="289" y="63"/>
                  <a:pt x="284" y="44"/>
                  <a:pt x="300" y="18"/>
                </a:cubicBezTo>
                <a:cubicBezTo>
                  <a:pt x="303" y="12"/>
                  <a:pt x="302" y="5"/>
                  <a:pt x="296" y="2"/>
                </a:cubicBezTo>
                <a:cubicBezTo>
                  <a:pt x="291" y="-2"/>
                  <a:pt x="283" y="0"/>
                  <a:pt x="280" y="6"/>
                </a:cubicBezTo>
                <a:cubicBezTo>
                  <a:pt x="258" y="41"/>
                  <a:pt x="266" y="68"/>
                  <a:pt x="275" y="98"/>
                </a:cubicBezTo>
                <a:lnTo>
                  <a:pt x="276" y="101"/>
                </a:lnTo>
                <a:cubicBezTo>
                  <a:pt x="278" y="105"/>
                  <a:pt x="279" y="109"/>
                  <a:pt x="280" y="113"/>
                </a:cubicBezTo>
                <a:cubicBezTo>
                  <a:pt x="286" y="131"/>
                  <a:pt x="288" y="137"/>
                  <a:pt x="281" y="158"/>
                </a:cubicBezTo>
                <a:cubicBezTo>
                  <a:pt x="272" y="160"/>
                  <a:pt x="264" y="164"/>
                  <a:pt x="257" y="170"/>
                </a:cubicBezTo>
                <a:cubicBezTo>
                  <a:pt x="252" y="175"/>
                  <a:pt x="252" y="182"/>
                  <a:pt x="256" y="187"/>
                </a:cubicBezTo>
                <a:cubicBezTo>
                  <a:pt x="261" y="192"/>
                  <a:pt x="268" y="192"/>
                  <a:pt x="273" y="188"/>
                </a:cubicBezTo>
                <a:moveTo>
                  <a:pt x="422" y="117"/>
                </a:moveTo>
                <a:cubicBezTo>
                  <a:pt x="429" y="117"/>
                  <a:pt x="436" y="116"/>
                  <a:pt x="443" y="113"/>
                </a:cubicBezTo>
                <a:cubicBezTo>
                  <a:pt x="449" y="110"/>
                  <a:pt x="451" y="103"/>
                  <a:pt x="448" y="97"/>
                </a:cubicBezTo>
                <a:cubicBezTo>
                  <a:pt x="446" y="91"/>
                  <a:pt x="438" y="89"/>
                  <a:pt x="433" y="92"/>
                </a:cubicBezTo>
                <a:cubicBezTo>
                  <a:pt x="421" y="97"/>
                  <a:pt x="406" y="92"/>
                  <a:pt x="400" y="81"/>
                </a:cubicBezTo>
                <a:cubicBezTo>
                  <a:pt x="397" y="75"/>
                  <a:pt x="390" y="73"/>
                  <a:pt x="384" y="76"/>
                </a:cubicBezTo>
                <a:cubicBezTo>
                  <a:pt x="378" y="79"/>
                  <a:pt x="376" y="86"/>
                  <a:pt x="379" y="92"/>
                </a:cubicBezTo>
                <a:cubicBezTo>
                  <a:pt x="384" y="100"/>
                  <a:pt x="390" y="106"/>
                  <a:pt x="397" y="110"/>
                </a:cubicBezTo>
                <a:cubicBezTo>
                  <a:pt x="385" y="141"/>
                  <a:pt x="392" y="174"/>
                  <a:pt x="398" y="191"/>
                </a:cubicBezTo>
                <a:cubicBezTo>
                  <a:pt x="399" y="196"/>
                  <a:pt x="404" y="199"/>
                  <a:pt x="409" y="199"/>
                </a:cubicBezTo>
                <a:cubicBezTo>
                  <a:pt x="410" y="199"/>
                  <a:pt x="411" y="199"/>
                  <a:pt x="413" y="198"/>
                </a:cubicBezTo>
                <a:cubicBezTo>
                  <a:pt x="419" y="196"/>
                  <a:pt x="422" y="190"/>
                  <a:pt x="420" y="183"/>
                </a:cubicBezTo>
                <a:cubicBezTo>
                  <a:pt x="416" y="172"/>
                  <a:pt x="408" y="142"/>
                  <a:pt x="420" y="117"/>
                </a:cubicBezTo>
                <a:cubicBezTo>
                  <a:pt x="421" y="117"/>
                  <a:pt x="422" y="117"/>
                  <a:pt x="422" y="117"/>
                </a:cubicBezTo>
                <a:moveTo>
                  <a:pt x="535" y="340"/>
                </a:moveTo>
                <a:cubicBezTo>
                  <a:pt x="535" y="334"/>
                  <a:pt x="529" y="328"/>
                  <a:pt x="523" y="329"/>
                </a:cubicBezTo>
                <a:cubicBezTo>
                  <a:pt x="499" y="331"/>
                  <a:pt x="479" y="313"/>
                  <a:pt x="477" y="289"/>
                </a:cubicBezTo>
                <a:cubicBezTo>
                  <a:pt x="477" y="283"/>
                  <a:pt x="471" y="278"/>
                  <a:pt x="464" y="278"/>
                </a:cubicBezTo>
                <a:cubicBezTo>
                  <a:pt x="458" y="279"/>
                  <a:pt x="453" y="284"/>
                  <a:pt x="454" y="291"/>
                </a:cubicBezTo>
                <a:cubicBezTo>
                  <a:pt x="455" y="304"/>
                  <a:pt x="460" y="317"/>
                  <a:pt x="468" y="327"/>
                </a:cubicBezTo>
                <a:cubicBezTo>
                  <a:pt x="449" y="349"/>
                  <a:pt x="424" y="356"/>
                  <a:pt x="410" y="357"/>
                </a:cubicBezTo>
                <a:cubicBezTo>
                  <a:pt x="398" y="359"/>
                  <a:pt x="387" y="358"/>
                  <a:pt x="375" y="356"/>
                </a:cubicBezTo>
                <a:cubicBezTo>
                  <a:pt x="364" y="355"/>
                  <a:pt x="351" y="353"/>
                  <a:pt x="335" y="354"/>
                </a:cubicBezTo>
                <a:cubicBezTo>
                  <a:pt x="335" y="347"/>
                  <a:pt x="333" y="337"/>
                  <a:pt x="328" y="329"/>
                </a:cubicBezTo>
                <a:cubicBezTo>
                  <a:pt x="324" y="324"/>
                  <a:pt x="317" y="322"/>
                  <a:pt x="312" y="325"/>
                </a:cubicBezTo>
                <a:cubicBezTo>
                  <a:pt x="306" y="329"/>
                  <a:pt x="305" y="336"/>
                  <a:pt x="308" y="342"/>
                </a:cubicBezTo>
                <a:cubicBezTo>
                  <a:pt x="311" y="347"/>
                  <a:pt x="312" y="355"/>
                  <a:pt x="312" y="359"/>
                </a:cubicBezTo>
                <a:cubicBezTo>
                  <a:pt x="300" y="363"/>
                  <a:pt x="290" y="369"/>
                  <a:pt x="280" y="375"/>
                </a:cubicBezTo>
                <a:cubicBezTo>
                  <a:pt x="264" y="386"/>
                  <a:pt x="251" y="395"/>
                  <a:pt x="231" y="390"/>
                </a:cubicBezTo>
                <a:cubicBezTo>
                  <a:pt x="213" y="386"/>
                  <a:pt x="196" y="385"/>
                  <a:pt x="180" y="387"/>
                </a:cubicBezTo>
                <a:cubicBezTo>
                  <a:pt x="178" y="381"/>
                  <a:pt x="174" y="374"/>
                  <a:pt x="169" y="369"/>
                </a:cubicBezTo>
                <a:cubicBezTo>
                  <a:pt x="164" y="364"/>
                  <a:pt x="156" y="365"/>
                  <a:pt x="152" y="369"/>
                </a:cubicBezTo>
                <a:cubicBezTo>
                  <a:pt x="148" y="374"/>
                  <a:pt x="148" y="382"/>
                  <a:pt x="152" y="386"/>
                </a:cubicBezTo>
                <a:cubicBezTo>
                  <a:pt x="154" y="388"/>
                  <a:pt x="156" y="391"/>
                  <a:pt x="157" y="394"/>
                </a:cubicBezTo>
                <a:cubicBezTo>
                  <a:pt x="131" y="404"/>
                  <a:pt x="118" y="422"/>
                  <a:pt x="118" y="423"/>
                </a:cubicBezTo>
                <a:cubicBezTo>
                  <a:pt x="114" y="428"/>
                  <a:pt x="115" y="435"/>
                  <a:pt x="121" y="439"/>
                </a:cubicBezTo>
                <a:cubicBezTo>
                  <a:pt x="123" y="441"/>
                  <a:pt x="125" y="441"/>
                  <a:pt x="127" y="441"/>
                </a:cubicBezTo>
                <a:cubicBezTo>
                  <a:pt x="131" y="441"/>
                  <a:pt x="135" y="440"/>
                  <a:pt x="137" y="437"/>
                </a:cubicBezTo>
                <a:cubicBezTo>
                  <a:pt x="137" y="436"/>
                  <a:pt x="150" y="419"/>
                  <a:pt x="175" y="412"/>
                </a:cubicBezTo>
                <a:cubicBezTo>
                  <a:pt x="189" y="409"/>
                  <a:pt x="207" y="409"/>
                  <a:pt x="226" y="413"/>
                </a:cubicBezTo>
                <a:cubicBezTo>
                  <a:pt x="231" y="414"/>
                  <a:pt x="236" y="415"/>
                  <a:pt x="240" y="415"/>
                </a:cubicBezTo>
                <a:cubicBezTo>
                  <a:pt x="243" y="420"/>
                  <a:pt x="244" y="426"/>
                  <a:pt x="244" y="428"/>
                </a:cubicBezTo>
                <a:cubicBezTo>
                  <a:pt x="244" y="434"/>
                  <a:pt x="249" y="439"/>
                  <a:pt x="255" y="439"/>
                </a:cubicBezTo>
                <a:lnTo>
                  <a:pt x="256" y="439"/>
                </a:lnTo>
                <a:cubicBezTo>
                  <a:pt x="262" y="439"/>
                  <a:pt x="267" y="433"/>
                  <a:pt x="267" y="427"/>
                </a:cubicBezTo>
                <a:cubicBezTo>
                  <a:pt x="267" y="426"/>
                  <a:pt x="267" y="419"/>
                  <a:pt x="264" y="411"/>
                </a:cubicBezTo>
                <a:cubicBezTo>
                  <a:pt x="275" y="407"/>
                  <a:pt x="284" y="401"/>
                  <a:pt x="293" y="395"/>
                </a:cubicBezTo>
                <a:cubicBezTo>
                  <a:pt x="307" y="386"/>
                  <a:pt x="319" y="378"/>
                  <a:pt x="336" y="377"/>
                </a:cubicBezTo>
                <a:cubicBezTo>
                  <a:pt x="350" y="377"/>
                  <a:pt x="361" y="378"/>
                  <a:pt x="372" y="379"/>
                </a:cubicBezTo>
                <a:cubicBezTo>
                  <a:pt x="384" y="381"/>
                  <a:pt x="395" y="382"/>
                  <a:pt x="407" y="381"/>
                </a:cubicBezTo>
                <a:cubicBezTo>
                  <a:pt x="409" y="387"/>
                  <a:pt x="409" y="395"/>
                  <a:pt x="408" y="397"/>
                </a:cubicBezTo>
                <a:cubicBezTo>
                  <a:pt x="408" y="404"/>
                  <a:pt x="412" y="410"/>
                  <a:pt x="419" y="411"/>
                </a:cubicBezTo>
                <a:lnTo>
                  <a:pt x="420" y="411"/>
                </a:lnTo>
                <a:cubicBezTo>
                  <a:pt x="426" y="411"/>
                  <a:pt x="431" y="406"/>
                  <a:pt x="432" y="401"/>
                </a:cubicBezTo>
                <a:cubicBezTo>
                  <a:pt x="432" y="399"/>
                  <a:pt x="433" y="388"/>
                  <a:pt x="430" y="377"/>
                </a:cubicBezTo>
                <a:cubicBezTo>
                  <a:pt x="447" y="373"/>
                  <a:pt x="468" y="363"/>
                  <a:pt x="485" y="343"/>
                </a:cubicBezTo>
                <a:cubicBezTo>
                  <a:pt x="496" y="349"/>
                  <a:pt x="507" y="353"/>
                  <a:pt x="520" y="353"/>
                </a:cubicBezTo>
                <a:cubicBezTo>
                  <a:pt x="521" y="353"/>
                  <a:pt x="523" y="353"/>
                  <a:pt x="524" y="353"/>
                </a:cubicBezTo>
                <a:cubicBezTo>
                  <a:pt x="531" y="352"/>
                  <a:pt x="536" y="347"/>
                  <a:pt x="535" y="340"/>
                </a:cubicBezTo>
                <a:close/>
              </a:path>
            </a:pathLst>
          </a:custGeom>
          <a:solidFill>
            <a:srgbClr val="EA59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1096920" y="2729520"/>
            <a:ext cx="129240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9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NayakAI</a:t>
            </a:r>
            <a:endParaRPr lang="en-IN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747720" y="3292920"/>
            <a:ext cx="33235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AI desk for </a:t>
            </a:r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elected leaders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747720" y="3711960"/>
            <a:ext cx="89776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Morning brief · Governance Q&amp;A · Document summarizer · Speech drafter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4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808920" y="2963160"/>
            <a:ext cx="126000" cy="116640"/>
          </a:xfrm>
          <a:custGeom>
            <a:avLst/>
            <a:gdLst/>
            <a:ahLst/>
            <a:rect l="0" t="0" r="r" b="b"/>
            <a:pathLst>
              <a:path w="350" h="324">
                <a:moveTo>
                  <a:pt x="176" y="0"/>
                </a:moveTo>
                <a:cubicBezTo>
                  <a:pt x="215" y="0"/>
                  <a:pt x="351" y="103"/>
                  <a:pt x="350" y="229"/>
                </a:cubicBezTo>
                <a:cubicBezTo>
                  <a:pt x="351" y="356"/>
                  <a:pt x="0" y="356"/>
                  <a:pt x="0" y="229"/>
                </a:cubicBezTo>
                <a:cubicBezTo>
                  <a:pt x="0" y="103"/>
                  <a:pt x="137" y="0"/>
                  <a:pt x="176" y="0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806040" y="2816280"/>
            <a:ext cx="225720" cy="225720"/>
          </a:xfrm>
          <a:custGeom>
            <a:avLst/>
            <a:gdLst/>
            <a:ahLst/>
            <a:rect l="0" t="0" r="r" b="b"/>
            <a:pathLst>
              <a:path w="627" h="627">
                <a:moveTo>
                  <a:pt x="131" y="496"/>
                </a:moveTo>
                <a:cubicBezTo>
                  <a:pt x="339" y="704"/>
                  <a:pt x="539" y="618"/>
                  <a:pt x="603" y="554"/>
                </a:cubicBezTo>
                <a:cubicBezTo>
                  <a:pt x="666" y="490"/>
                  <a:pt x="599" y="320"/>
                  <a:pt x="452" y="174"/>
                </a:cubicBezTo>
                <a:cubicBezTo>
                  <a:pt x="306" y="28"/>
                  <a:pt x="136" y="-40"/>
                  <a:pt x="73" y="24"/>
                </a:cubicBezTo>
                <a:cubicBezTo>
                  <a:pt x="10" y="88"/>
                  <a:pt x="-78" y="288"/>
                  <a:pt x="131" y="496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823680" y="2816280"/>
            <a:ext cx="207720" cy="208080"/>
          </a:xfrm>
          <a:custGeom>
            <a:avLst/>
            <a:gdLst/>
            <a:ahLst/>
            <a:rect l="0" t="0" r="r" b="b"/>
            <a:pathLst>
              <a:path w="577" h="578">
                <a:moveTo>
                  <a:pt x="174" y="404"/>
                </a:moveTo>
                <a:cubicBezTo>
                  <a:pt x="321" y="551"/>
                  <a:pt x="491" y="618"/>
                  <a:pt x="554" y="555"/>
                </a:cubicBezTo>
                <a:cubicBezTo>
                  <a:pt x="617" y="490"/>
                  <a:pt x="550" y="320"/>
                  <a:pt x="404" y="174"/>
                </a:cubicBezTo>
                <a:cubicBezTo>
                  <a:pt x="257" y="28"/>
                  <a:pt x="87" y="-39"/>
                  <a:pt x="24" y="24"/>
                </a:cubicBezTo>
                <a:cubicBezTo>
                  <a:pt x="-39" y="88"/>
                  <a:pt x="28" y="258"/>
                  <a:pt x="174" y="404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891360" y="2875680"/>
            <a:ext cx="81000" cy="81000"/>
          </a:xfrm>
          <a:custGeom>
            <a:avLst/>
            <a:gdLst/>
            <a:ahLst/>
            <a:rect l="0" t="0" r="r" b="b"/>
            <a:pathLst>
              <a:path w="225" h="225">
                <a:moveTo>
                  <a:pt x="217" y="8"/>
                </a:moveTo>
                <a:cubicBezTo>
                  <a:pt x="228" y="19"/>
                  <a:pt x="228" y="36"/>
                  <a:pt x="217" y="46"/>
                </a:cubicBezTo>
                <a:lnTo>
                  <a:pt x="46" y="217"/>
                </a:lnTo>
                <a:cubicBezTo>
                  <a:pt x="36" y="228"/>
                  <a:pt x="19" y="228"/>
                  <a:pt x="8" y="217"/>
                </a:cubicBezTo>
                <a:cubicBezTo>
                  <a:pt x="-2" y="207"/>
                  <a:pt x="-2" y="190"/>
                  <a:pt x="8" y="179"/>
                </a:cubicBezTo>
                <a:lnTo>
                  <a:pt x="179" y="8"/>
                </a:lnTo>
                <a:cubicBezTo>
                  <a:pt x="190" y="-2"/>
                  <a:pt x="207" y="-2"/>
                  <a:pt x="217" y="8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949680" y="2859480"/>
            <a:ext cx="38880" cy="38880"/>
          </a:xfrm>
          <a:custGeom>
            <a:avLst/>
            <a:gdLst/>
            <a:ahLst/>
            <a:rect l="0" t="0" r="r" b="b"/>
            <a:pathLst>
              <a:path w="108" h="108">
                <a:moveTo>
                  <a:pt x="92" y="16"/>
                </a:moveTo>
                <a:cubicBezTo>
                  <a:pt x="113" y="36"/>
                  <a:pt x="113" y="71"/>
                  <a:pt x="92" y="92"/>
                </a:cubicBezTo>
                <a:cubicBezTo>
                  <a:pt x="71" y="113"/>
                  <a:pt x="36" y="113"/>
                  <a:pt x="15" y="92"/>
                </a:cubicBezTo>
                <a:cubicBezTo>
                  <a:pt x="-5" y="71"/>
                  <a:pt x="-5" y="36"/>
                  <a:pt x="15" y="16"/>
                </a:cubicBezTo>
                <a:cubicBezTo>
                  <a:pt x="36" y="-5"/>
                  <a:pt x="71" y="-5"/>
                  <a:pt x="92" y="16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957600" y="2820600"/>
            <a:ext cx="71640" cy="71640"/>
          </a:xfrm>
          <a:custGeom>
            <a:avLst/>
            <a:gdLst/>
            <a:ahLst/>
            <a:rect l="0" t="0" r="r" b="b"/>
            <a:pathLst>
              <a:path w="199" h="199">
                <a:moveTo>
                  <a:pt x="174" y="199"/>
                </a:moveTo>
                <a:cubicBezTo>
                  <a:pt x="161" y="198"/>
                  <a:pt x="151" y="187"/>
                  <a:pt x="152" y="173"/>
                </a:cubicBezTo>
                <a:cubicBezTo>
                  <a:pt x="152" y="173"/>
                  <a:pt x="153" y="123"/>
                  <a:pt x="115" y="84"/>
                </a:cubicBezTo>
                <a:cubicBezTo>
                  <a:pt x="76" y="45"/>
                  <a:pt x="26" y="47"/>
                  <a:pt x="25" y="47"/>
                </a:cubicBezTo>
                <a:cubicBezTo>
                  <a:pt x="11" y="47"/>
                  <a:pt x="0" y="37"/>
                  <a:pt x="0" y="24"/>
                </a:cubicBezTo>
                <a:cubicBezTo>
                  <a:pt x="-1" y="11"/>
                  <a:pt x="9" y="0"/>
                  <a:pt x="23" y="0"/>
                </a:cubicBezTo>
                <a:cubicBezTo>
                  <a:pt x="26" y="-1"/>
                  <a:pt x="94" y="-3"/>
                  <a:pt x="148" y="51"/>
                </a:cubicBezTo>
                <a:cubicBezTo>
                  <a:pt x="202" y="104"/>
                  <a:pt x="199" y="173"/>
                  <a:pt x="199" y="176"/>
                </a:cubicBezTo>
                <a:cubicBezTo>
                  <a:pt x="198" y="189"/>
                  <a:pt x="188" y="199"/>
                  <a:pt x="175" y="199"/>
                </a:cubicBezTo>
                <a:lnTo>
                  <a:pt x="174" y="199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960480" y="2787480"/>
            <a:ext cx="100440" cy="100080"/>
          </a:xfrm>
          <a:custGeom>
            <a:avLst/>
            <a:gdLst/>
            <a:ahLst/>
            <a:rect l="0" t="0" r="r" b="b"/>
            <a:pathLst>
              <a:path w="279" h="278">
                <a:moveTo>
                  <a:pt x="250" y="278"/>
                </a:moveTo>
                <a:cubicBezTo>
                  <a:pt x="247" y="278"/>
                  <a:pt x="245" y="277"/>
                  <a:pt x="242" y="276"/>
                </a:cubicBezTo>
                <a:cubicBezTo>
                  <a:pt x="230" y="272"/>
                  <a:pt x="224" y="259"/>
                  <a:pt x="228" y="247"/>
                </a:cubicBezTo>
                <a:cubicBezTo>
                  <a:pt x="229" y="244"/>
                  <a:pt x="249" y="179"/>
                  <a:pt x="176" y="105"/>
                </a:cubicBezTo>
                <a:cubicBezTo>
                  <a:pt x="103" y="32"/>
                  <a:pt x="32" y="49"/>
                  <a:pt x="29" y="49"/>
                </a:cubicBezTo>
                <a:cubicBezTo>
                  <a:pt x="17" y="52"/>
                  <a:pt x="4" y="45"/>
                  <a:pt x="1" y="32"/>
                </a:cubicBezTo>
                <a:cubicBezTo>
                  <a:pt x="-3" y="20"/>
                  <a:pt x="5" y="7"/>
                  <a:pt x="17" y="4"/>
                </a:cubicBezTo>
                <a:cubicBezTo>
                  <a:pt x="21" y="3"/>
                  <a:pt x="116" y="-22"/>
                  <a:pt x="210" y="72"/>
                </a:cubicBezTo>
                <a:cubicBezTo>
                  <a:pt x="305" y="167"/>
                  <a:pt x="275" y="258"/>
                  <a:pt x="273" y="262"/>
                </a:cubicBezTo>
                <a:cubicBezTo>
                  <a:pt x="270" y="272"/>
                  <a:pt x="261" y="278"/>
                  <a:pt x="250" y="278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808920" y="3041640"/>
            <a:ext cx="126000" cy="38520"/>
          </a:xfrm>
          <a:custGeom>
            <a:avLst/>
            <a:gdLst/>
            <a:ahLst/>
            <a:rect l="0" t="0" r="r" b="b"/>
            <a:pathLst>
              <a:path w="350" h="107">
                <a:moveTo>
                  <a:pt x="180" y="42"/>
                </a:moveTo>
                <a:cubicBezTo>
                  <a:pt x="112" y="42"/>
                  <a:pt x="49" y="26"/>
                  <a:pt x="1" y="0"/>
                </a:cubicBezTo>
                <a:cubicBezTo>
                  <a:pt x="1" y="4"/>
                  <a:pt x="0" y="7"/>
                  <a:pt x="0" y="11"/>
                </a:cubicBezTo>
                <a:cubicBezTo>
                  <a:pt x="0" y="139"/>
                  <a:pt x="351" y="139"/>
                  <a:pt x="350" y="11"/>
                </a:cubicBezTo>
                <a:cubicBezTo>
                  <a:pt x="350" y="9"/>
                  <a:pt x="350" y="6"/>
                  <a:pt x="350" y="4"/>
                </a:cubicBezTo>
                <a:cubicBezTo>
                  <a:pt x="304" y="28"/>
                  <a:pt x="244" y="42"/>
                  <a:pt x="180" y="42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1096920" y="2729520"/>
            <a:ext cx="199332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9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SentinelPulse</a:t>
            </a:r>
            <a:endParaRPr lang="en-IN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747720" y="3292920"/>
            <a:ext cx="94802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Ward-level sentiment heatmap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built from complaint volume + social signals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747720" y="3711960"/>
            <a:ext cx="47275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Alerts leaders when mood turns critical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5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752400" y="1590480"/>
            <a:ext cx="1571760" cy="533880"/>
          </a:xfrm>
          <a:custGeom>
            <a:avLst/>
            <a:gdLst/>
            <a:ahLst/>
            <a:rect l="0" t="0" r="r" b="b"/>
            <a:pathLst>
              <a:path w="4366" h="1483">
                <a:moveTo>
                  <a:pt x="0" y="0"/>
                </a:moveTo>
                <a:lnTo>
                  <a:pt x="4366" y="0"/>
                </a:lnTo>
                <a:lnTo>
                  <a:pt x="4366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2323800" y="1590480"/>
            <a:ext cx="4334400" cy="533880"/>
          </a:xfrm>
          <a:custGeom>
            <a:avLst/>
            <a:gdLst/>
            <a:ahLst/>
            <a:rect l="0" t="0" r="r" b="b"/>
            <a:pathLst>
              <a:path w="12040" h="1483">
                <a:moveTo>
                  <a:pt x="0" y="0"/>
                </a:moveTo>
                <a:lnTo>
                  <a:pt x="12040" y="0"/>
                </a:lnTo>
                <a:lnTo>
                  <a:pt x="1204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6657840" y="1590480"/>
            <a:ext cx="2638800" cy="533880"/>
          </a:xfrm>
          <a:custGeom>
            <a:avLst/>
            <a:gdLst/>
            <a:ahLst/>
            <a:rect l="0" t="0" r="r" b="b"/>
            <a:pathLst>
              <a:path w="7330" h="1483">
                <a:moveTo>
                  <a:pt x="0" y="0"/>
                </a:moveTo>
                <a:lnTo>
                  <a:pt x="7330" y="0"/>
                </a:lnTo>
                <a:lnTo>
                  <a:pt x="733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752400" y="2124000"/>
            <a:ext cx="1571760" cy="543240"/>
          </a:xfrm>
          <a:custGeom>
            <a:avLst/>
            <a:gdLst/>
            <a:ahLst/>
            <a:rect l="0" t="0" r="r" b="b"/>
            <a:pathLst>
              <a:path w="4366" h="1509">
                <a:moveTo>
                  <a:pt x="0" y="0"/>
                </a:moveTo>
                <a:lnTo>
                  <a:pt x="4366" y="0"/>
                </a:lnTo>
                <a:lnTo>
                  <a:pt x="436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2323800" y="2124000"/>
            <a:ext cx="4334400" cy="543240"/>
          </a:xfrm>
          <a:custGeom>
            <a:avLst/>
            <a:gdLst/>
            <a:ahLst/>
            <a:rect l="0" t="0" r="r" b="b"/>
            <a:pathLst>
              <a:path w="12040" h="1509">
                <a:moveTo>
                  <a:pt x="0" y="0"/>
                </a:moveTo>
                <a:lnTo>
                  <a:pt x="12040" y="0"/>
                </a:lnTo>
                <a:lnTo>
                  <a:pt x="1204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6657840" y="2124000"/>
            <a:ext cx="2638800" cy="543240"/>
          </a:xfrm>
          <a:custGeom>
            <a:avLst/>
            <a:gdLst/>
            <a:ahLst/>
            <a:rect l="0" t="0" r="r" b="b"/>
            <a:pathLst>
              <a:path w="7330" h="1509">
                <a:moveTo>
                  <a:pt x="0" y="0"/>
                </a:moveTo>
                <a:lnTo>
                  <a:pt x="7330" y="0"/>
                </a:lnTo>
                <a:lnTo>
                  <a:pt x="733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752400" y="2666880"/>
            <a:ext cx="1571760" cy="533520"/>
          </a:xfrm>
          <a:custGeom>
            <a:avLst/>
            <a:gdLst/>
            <a:ahLst/>
            <a:rect l="0" t="0" r="r" b="b"/>
            <a:pathLst>
              <a:path w="4366" h="1482">
                <a:moveTo>
                  <a:pt x="0" y="0"/>
                </a:moveTo>
                <a:lnTo>
                  <a:pt x="4366" y="0"/>
                </a:lnTo>
                <a:lnTo>
                  <a:pt x="4366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2323800" y="2666880"/>
            <a:ext cx="4334400" cy="533520"/>
          </a:xfrm>
          <a:custGeom>
            <a:avLst/>
            <a:gdLst/>
            <a:ahLst/>
            <a:rect l="0" t="0" r="r" b="b"/>
            <a:pathLst>
              <a:path w="12040" h="1482">
                <a:moveTo>
                  <a:pt x="0" y="0"/>
                </a:moveTo>
                <a:lnTo>
                  <a:pt x="12040" y="0"/>
                </a:lnTo>
                <a:lnTo>
                  <a:pt x="1204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6657840" y="2666880"/>
            <a:ext cx="2638800" cy="533520"/>
          </a:xfrm>
          <a:custGeom>
            <a:avLst/>
            <a:gdLst/>
            <a:ahLst/>
            <a:rect l="0" t="0" r="r" b="b"/>
            <a:pathLst>
              <a:path w="7330" h="1482">
                <a:moveTo>
                  <a:pt x="0" y="0"/>
                </a:moveTo>
                <a:lnTo>
                  <a:pt x="7330" y="0"/>
                </a:lnTo>
                <a:lnTo>
                  <a:pt x="733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752400" y="3200040"/>
            <a:ext cx="1571760" cy="543600"/>
          </a:xfrm>
          <a:custGeom>
            <a:avLst/>
            <a:gdLst/>
            <a:ahLst/>
            <a:rect l="0" t="0" r="r" b="b"/>
            <a:pathLst>
              <a:path w="4366" h="1510">
                <a:moveTo>
                  <a:pt x="0" y="0"/>
                </a:moveTo>
                <a:lnTo>
                  <a:pt x="4366" y="0"/>
                </a:lnTo>
                <a:lnTo>
                  <a:pt x="4366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2323800" y="3200040"/>
            <a:ext cx="4334400" cy="543600"/>
          </a:xfrm>
          <a:custGeom>
            <a:avLst/>
            <a:gdLst/>
            <a:ahLst/>
            <a:rect l="0" t="0" r="r" b="b"/>
            <a:pathLst>
              <a:path w="12040" h="1510">
                <a:moveTo>
                  <a:pt x="0" y="0"/>
                </a:moveTo>
                <a:lnTo>
                  <a:pt x="12040" y="0"/>
                </a:lnTo>
                <a:lnTo>
                  <a:pt x="12040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6657840" y="3200040"/>
            <a:ext cx="2638800" cy="543600"/>
          </a:xfrm>
          <a:custGeom>
            <a:avLst/>
            <a:gdLst/>
            <a:ahLst/>
            <a:rect l="0" t="0" r="r" b="b"/>
            <a:pathLst>
              <a:path w="7330" h="1510">
                <a:moveTo>
                  <a:pt x="0" y="0"/>
                </a:moveTo>
                <a:lnTo>
                  <a:pt x="7330" y="0"/>
                </a:lnTo>
                <a:lnTo>
                  <a:pt x="7330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752400" y="3743280"/>
            <a:ext cx="1571760" cy="533520"/>
          </a:xfrm>
          <a:custGeom>
            <a:avLst/>
            <a:gdLst/>
            <a:ahLst/>
            <a:rect l="0" t="0" r="r" b="b"/>
            <a:pathLst>
              <a:path w="4366" h="1482">
                <a:moveTo>
                  <a:pt x="0" y="0"/>
                </a:moveTo>
                <a:lnTo>
                  <a:pt x="4366" y="0"/>
                </a:lnTo>
                <a:lnTo>
                  <a:pt x="4366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2323800" y="3743280"/>
            <a:ext cx="4334400" cy="533520"/>
          </a:xfrm>
          <a:custGeom>
            <a:avLst/>
            <a:gdLst/>
            <a:ahLst/>
            <a:rect l="0" t="0" r="r" b="b"/>
            <a:pathLst>
              <a:path w="12040" h="1482">
                <a:moveTo>
                  <a:pt x="0" y="0"/>
                </a:moveTo>
                <a:lnTo>
                  <a:pt x="12040" y="0"/>
                </a:lnTo>
                <a:lnTo>
                  <a:pt x="1204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6657840" y="3743280"/>
            <a:ext cx="2638800" cy="533520"/>
          </a:xfrm>
          <a:custGeom>
            <a:avLst/>
            <a:gdLst/>
            <a:ahLst/>
            <a:rect l="0" t="0" r="r" b="b"/>
            <a:pathLst>
              <a:path w="7330" h="1482">
                <a:moveTo>
                  <a:pt x="0" y="0"/>
                </a:moveTo>
                <a:lnTo>
                  <a:pt x="7330" y="0"/>
                </a:lnTo>
                <a:lnTo>
                  <a:pt x="733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752400" y="4276440"/>
            <a:ext cx="1571760" cy="543240"/>
          </a:xfrm>
          <a:custGeom>
            <a:avLst/>
            <a:gdLst/>
            <a:ahLst/>
            <a:rect l="0" t="0" r="r" b="b"/>
            <a:pathLst>
              <a:path w="4366" h="1509">
                <a:moveTo>
                  <a:pt x="0" y="0"/>
                </a:moveTo>
                <a:lnTo>
                  <a:pt x="4366" y="0"/>
                </a:lnTo>
                <a:lnTo>
                  <a:pt x="436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2323800" y="4276440"/>
            <a:ext cx="4334400" cy="543240"/>
          </a:xfrm>
          <a:custGeom>
            <a:avLst/>
            <a:gdLst/>
            <a:ahLst/>
            <a:rect l="0" t="0" r="r" b="b"/>
            <a:pathLst>
              <a:path w="12040" h="1509">
                <a:moveTo>
                  <a:pt x="0" y="0"/>
                </a:moveTo>
                <a:lnTo>
                  <a:pt x="12040" y="0"/>
                </a:lnTo>
                <a:lnTo>
                  <a:pt x="1204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6657840" y="4276440"/>
            <a:ext cx="2638800" cy="543240"/>
          </a:xfrm>
          <a:custGeom>
            <a:avLst/>
            <a:gdLst/>
            <a:ahLst/>
            <a:rect l="0" t="0" r="r" b="b"/>
            <a:pathLst>
              <a:path w="7330" h="1509">
                <a:moveTo>
                  <a:pt x="0" y="0"/>
                </a:moveTo>
                <a:lnTo>
                  <a:pt x="7330" y="0"/>
                </a:lnTo>
                <a:lnTo>
                  <a:pt x="733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752400" y="4819320"/>
            <a:ext cx="1571760" cy="533880"/>
          </a:xfrm>
          <a:custGeom>
            <a:avLst/>
            <a:gdLst/>
            <a:ahLst/>
            <a:rect l="0" t="0" r="r" b="b"/>
            <a:pathLst>
              <a:path w="4366" h="1483">
                <a:moveTo>
                  <a:pt x="0" y="0"/>
                </a:moveTo>
                <a:lnTo>
                  <a:pt x="4366" y="0"/>
                </a:lnTo>
                <a:lnTo>
                  <a:pt x="4366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2323800" y="4819320"/>
            <a:ext cx="4334400" cy="533880"/>
          </a:xfrm>
          <a:custGeom>
            <a:avLst/>
            <a:gdLst/>
            <a:ahLst/>
            <a:rect l="0" t="0" r="r" b="b"/>
            <a:pathLst>
              <a:path w="12040" h="1483">
                <a:moveTo>
                  <a:pt x="0" y="0"/>
                </a:moveTo>
                <a:lnTo>
                  <a:pt x="12040" y="0"/>
                </a:lnTo>
                <a:lnTo>
                  <a:pt x="1204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6657840" y="4819320"/>
            <a:ext cx="2638800" cy="533880"/>
          </a:xfrm>
          <a:custGeom>
            <a:avLst/>
            <a:gdLst/>
            <a:ahLst/>
            <a:rect l="0" t="0" r="r" b="b"/>
            <a:pathLst>
              <a:path w="7330" h="1483">
                <a:moveTo>
                  <a:pt x="0" y="0"/>
                </a:moveTo>
                <a:lnTo>
                  <a:pt x="7330" y="0"/>
                </a:lnTo>
                <a:lnTo>
                  <a:pt x="733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752400" y="5352840"/>
            <a:ext cx="1571760" cy="543240"/>
          </a:xfrm>
          <a:custGeom>
            <a:avLst/>
            <a:gdLst/>
            <a:ahLst/>
            <a:rect l="0" t="0" r="r" b="b"/>
            <a:pathLst>
              <a:path w="4366" h="1509">
                <a:moveTo>
                  <a:pt x="0" y="0"/>
                </a:moveTo>
                <a:lnTo>
                  <a:pt x="4366" y="0"/>
                </a:lnTo>
                <a:lnTo>
                  <a:pt x="436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2323800" y="5352840"/>
            <a:ext cx="4334400" cy="543240"/>
          </a:xfrm>
          <a:custGeom>
            <a:avLst/>
            <a:gdLst/>
            <a:ahLst/>
            <a:rect l="0" t="0" r="r" b="b"/>
            <a:pathLst>
              <a:path w="12040" h="1509">
                <a:moveTo>
                  <a:pt x="0" y="0"/>
                </a:moveTo>
                <a:lnTo>
                  <a:pt x="12040" y="0"/>
                </a:lnTo>
                <a:lnTo>
                  <a:pt x="1204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6657840" y="5352840"/>
            <a:ext cx="2638800" cy="543240"/>
          </a:xfrm>
          <a:custGeom>
            <a:avLst/>
            <a:gdLst/>
            <a:ahLst/>
            <a:rect l="0" t="0" r="r" b="b"/>
            <a:pathLst>
              <a:path w="7330" h="1509">
                <a:moveTo>
                  <a:pt x="0" y="0"/>
                </a:moveTo>
                <a:lnTo>
                  <a:pt x="7330" y="0"/>
                </a:lnTo>
                <a:lnTo>
                  <a:pt x="733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752400" y="15811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752400" y="1581120"/>
            <a:ext cx="1581480" cy="9720"/>
          </a:xfrm>
          <a:custGeom>
            <a:avLst/>
            <a:gdLst/>
            <a:ah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2323800" y="158112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2333520" y="1581120"/>
            <a:ext cx="4334040" cy="9720"/>
          </a:xfrm>
          <a:custGeom>
            <a:avLst/>
            <a:gdLst/>
            <a:ahLst/>
            <a:rect l="0" t="0" r="r" b="b"/>
            <a:pathLst>
              <a:path w="12039" h="27">
                <a:moveTo>
                  <a:pt x="0" y="0"/>
                </a:moveTo>
                <a:lnTo>
                  <a:pt x="12039" y="0"/>
                </a:lnTo>
                <a:lnTo>
                  <a:pt x="12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6657840" y="15811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6667200" y="1581120"/>
            <a:ext cx="2629440" cy="9720"/>
          </a:xfrm>
          <a:custGeom>
            <a:avLst/>
            <a:gdLst/>
            <a:ahLst/>
            <a:rect l="0" t="0" r="r" b="b"/>
            <a:pathLst>
              <a:path w="7304" h="27">
                <a:moveTo>
                  <a:pt x="0" y="0"/>
                </a:moveTo>
                <a:lnTo>
                  <a:pt x="7304" y="0"/>
                </a:lnTo>
                <a:lnTo>
                  <a:pt x="73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9286560" y="158112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752400" y="2124000"/>
            <a:ext cx="1581480" cy="9720"/>
          </a:xfrm>
          <a:custGeom>
            <a:avLst/>
            <a:gdLst/>
            <a:ah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2333520" y="2124000"/>
            <a:ext cx="4334040" cy="9720"/>
          </a:xfrm>
          <a:custGeom>
            <a:avLst/>
            <a:gdLst/>
            <a:ahLst/>
            <a:rect l="0" t="0" r="r" b="b"/>
            <a:pathLst>
              <a:path w="12039" h="27">
                <a:moveTo>
                  <a:pt x="0" y="0"/>
                </a:moveTo>
                <a:lnTo>
                  <a:pt x="12039" y="0"/>
                </a:lnTo>
                <a:lnTo>
                  <a:pt x="12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6667200" y="2124000"/>
            <a:ext cx="2629440" cy="9720"/>
          </a:xfrm>
          <a:custGeom>
            <a:avLst/>
            <a:gdLst/>
            <a:ahLst/>
            <a:rect l="0" t="0" r="r" b="b"/>
            <a:pathLst>
              <a:path w="7304" h="27">
                <a:moveTo>
                  <a:pt x="0" y="0"/>
                </a:moveTo>
                <a:lnTo>
                  <a:pt x="7304" y="0"/>
                </a:lnTo>
                <a:lnTo>
                  <a:pt x="73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752400" y="21333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2323800" y="213336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6657840" y="21333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9286560" y="213336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752400" y="26668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752400" y="2657160"/>
            <a:ext cx="1581480" cy="10080"/>
          </a:xfrm>
          <a:custGeom>
            <a:avLst/>
            <a:gdLst/>
            <a:ah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2323800" y="26668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2333520" y="2657160"/>
            <a:ext cx="4334040" cy="10080"/>
          </a:xfrm>
          <a:custGeom>
            <a:avLst/>
            <a:gdLst/>
            <a:ahLst/>
            <a:rect l="0" t="0" r="r" b="b"/>
            <a:pathLst>
              <a:path w="12039" h="28">
                <a:moveTo>
                  <a:pt x="0" y="0"/>
                </a:moveTo>
                <a:lnTo>
                  <a:pt x="12039" y="0"/>
                </a:lnTo>
                <a:lnTo>
                  <a:pt x="12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6657840" y="26668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6667200" y="2657160"/>
            <a:ext cx="2629440" cy="10080"/>
          </a:xfrm>
          <a:custGeom>
            <a:avLst/>
            <a:gdLst/>
            <a:ahLst/>
            <a:rect l="0" t="0" r="r" b="b"/>
            <a:pathLst>
              <a:path w="7304" h="28">
                <a:moveTo>
                  <a:pt x="0" y="0"/>
                </a:moveTo>
                <a:lnTo>
                  <a:pt x="7304" y="0"/>
                </a:lnTo>
                <a:lnTo>
                  <a:pt x="73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9286560" y="26668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752400" y="32097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752400" y="3200040"/>
            <a:ext cx="1581480" cy="10080"/>
          </a:xfrm>
          <a:custGeom>
            <a:avLst/>
            <a:gdLst/>
            <a:ah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2323800" y="320976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2333520" y="3200040"/>
            <a:ext cx="4334040" cy="10080"/>
          </a:xfrm>
          <a:custGeom>
            <a:avLst/>
            <a:gdLst/>
            <a:ahLst/>
            <a:rect l="0" t="0" r="r" b="b"/>
            <a:pathLst>
              <a:path w="12039" h="28">
                <a:moveTo>
                  <a:pt x="0" y="0"/>
                </a:moveTo>
                <a:lnTo>
                  <a:pt x="12039" y="0"/>
                </a:lnTo>
                <a:lnTo>
                  <a:pt x="12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6657840" y="32097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6667200" y="3200040"/>
            <a:ext cx="2629440" cy="10080"/>
          </a:xfrm>
          <a:custGeom>
            <a:avLst/>
            <a:gdLst/>
            <a:ahLst/>
            <a:rect l="0" t="0" r="r" b="b"/>
            <a:pathLst>
              <a:path w="7304" h="28">
                <a:moveTo>
                  <a:pt x="0" y="0"/>
                </a:moveTo>
                <a:lnTo>
                  <a:pt x="7304" y="0"/>
                </a:lnTo>
                <a:lnTo>
                  <a:pt x="73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9286560" y="320976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752400" y="3743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752400" y="3733560"/>
            <a:ext cx="1581480" cy="10080"/>
          </a:xfrm>
          <a:custGeom>
            <a:avLst/>
            <a:gdLst/>
            <a:ah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2323800" y="3743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2333520" y="3733560"/>
            <a:ext cx="4334040" cy="10080"/>
          </a:xfrm>
          <a:custGeom>
            <a:avLst/>
            <a:gdLst/>
            <a:ahLst/>
            <a:rect l="0" t="0" r="r" b="b"/>
            <a:pathLst>
              <a:path w="12039" h="28">
                <a:moveTo>
                  <a:pt x="0" y="0"/>
                </a:moveTo>
                <a:lnTo>
                  <a:pt x="12039" y="0"/>
                </a:lnTo>
                <a:lnTo>
                  <a:pt x="12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6657840" y="3743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6667200" y="3733560"/>
            <a:ext cx="2629440" cy="10080"/>
          </a:xfrm>
          <a:custGeom>
            <a:avLst/>
            <a:gdLst/>
            <a:ahLst/>
            <a:rect l="0" t="0" r="r" b="b"/>
            <a:pathLst>
              <a:path w="7304" h="28">
                <a:moveTo>
                  <a:pt x="0" y="0"/>
                </a:moveTo>
                <a:lnTo>
                  <a:pt x="7304" y="0"/>
                </a:lnTo>
                <a:lnTo>
                  <a:pt x="73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9286560" y="3743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752400" y="428616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752400" y="4276440"/>
            <a:ext cx="1581480" cy="10080"/>
          </a:xfrm>
          <a:custGeom>
            <a:avLst/>
            <a:gdLst/>
            <a:ah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2323800" y="428616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2333520" y="4276440"/>
            <a:ext cx="4334040" cy="10080"/>
          </a:xfrm>
          <a:custGeom>
            <a:avLst/>
            <a:gdLst/>
            <a:ahLst/>
            <a:rect l="0" t="0" r="r" b="b"/>
            <a:pathLst>
              <a:path w="12039" h="28">
                <a:moveTo>
                  <a:pt x="0" y="0"/>
                </a:moveTo>
                <a:lnTo>
                  <a:pt x="12039" y="0"/>
                </a:lnTo>
                <a:lnTo>
                  <a:pt x="12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6657840" y="428616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6667200" y="4276440"/>
            <a:ext cx="2629440" cy="10080"/>
          </a:xfrm>
          <a:custGeom>
            <a:avLst/>
            <a:gdLst/>
            <a:ahLst/>
            <a:rect l="0" t="0" r="r" b="b"/>
            <a:pathLst>
              <a:path w="7304" h="28">
                <a:moveTo>
                  <a:pt x="0" y="0"/>
                </a:moveTo>
                <a:lnTo>
                  <a:pt x="7304" y="0"/>
                </a:lnTo>
                <a:lnTo>
                  <a:pt x="73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9286560" y="428616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752400" y="481932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752400" y="4809960"/>
            <a:ext cx="1581480" cy="9720"/>
          </a:xfrm>
          <a:custGeom>
            <a:avLst/>
            <a:gdLst/>
            <a:ah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2323800" y="4819320"/>
            <a:ext cx="10080" cy="543600"/>
          </a:xfrm>
          <a:custGeom>
            <a:avLst/>
            <a:gdLst/>
            <a:ahLst/>
            <a:rect l="0" t="0" r="r" b="b"/>
            <a:pathLst>
              <a:path w="28" h="1510">
                <a:moveTo>
                  <a:pt x="0" y="0"/>
                </a:moveTo>
                <a:lnTo>
                  <a:pt x="28" y="0"/>
                </a:lnTo>
                <a:lnTo>
                  <a:pt x="2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2333520" y="4809960"/>
            <a:ext cx="4334040" cy="9720"/>
          </a:xfrm>
          <a:custGeom>
            <a:avLst/>
            <a:gdLst/>
            <a:ahLst/>
            <a:rect l="0" t="0" r="r" b="b"/>
            <a:pathLst>
              <a:path w="12039" h="27">
                <a:moveTo>
                  <a:pt x="0" y="0"/>
                </a:moveTo>
                <a:lnTo>
                  <a:pt x="12039" y="0"/>
                </a:lnTo>
                <a:lnTo>
                  <a:pt x="12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6657840" y="481932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6667200" y="4809960"/>
            <a:ext cx="2629440" cy="9720"/>
          </a:xfrm>
          <a:custGeom>
            <a:avLst/>
            <a:gdLst/>
            <a:ahLst/>
            <a:rect l="0" t="0" r="r" b="b"/>
            <a:pathLst>
              <a:path w="7304" h="27">
                <a:moveTo>
                  <a:pt x="0" y="0"/>
                </a:moveTo>
                <a:lnTo>
                  <a:pt x="7304" y="0"/>
                </a:lnTo>
                <a:lnTo>
                  <a:pt x="73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9286560" y="4819320"/>
            <a:ext cx="10080" cy="543600"/>
          </a:xfrm>
          <a:custGeom>
            <a:avLst/>
            <a:gdLst/>
            <a:ahLst/>
            <a:rect l="0" t="0" r="r" b="b"/>
            <a:pathLst>
              <a:path w="28" h="1510">
                <a:moveTo>
                  <a:pt x="0" y="0"/>
                </a:moveTo>
                <a:lnTo>
                  <a:pt x="28" y="0"/>
                </a:lnTo>
                <a:lnTo>
                  <a:pt x="2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752400" y="536256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752400" y="5352840"/>
            <a:ext cx="1581480" cy="10080"/>
          </a:xfrm>
          <a:custGeom>
            <a:avLst/>
            <a:gdLst/>
            <a:ahLst/>
            <a:rect l="0" t="0" r="r" b="b"/>
            <a:pathLst>
              <a:path w="4393" h="28">
                <a:moveTo>
                  <a:pt x="0" y="0"/>
                </a:moveTo>
                <a:lnTo>
                  <a:pt x="4393" y="0"/>
                </a:lnTo>
                <a:lnTo>
                  <a:pt x="43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2323800" y="536256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2333520" y="5352840"/>
            <a:ext cx="4334040" cy="10080"/>
          </a:xfrm>
          <a:custGeom>
            <a:avLst/>
            <a:gdLst/>
            <a:ahLst/>
            <a:rect l="0" t="0" r="r" b="b"/>
            <a:pathLst>
              <a:path w="12039" h="28">
                <a:moveTo>
                  <a:pt x="0" y="0"/>
                </a:moveTo>
                <a:lnTo>
                  <a:pt x="12039" y="0"/>
                </a:lnTo>
                <a:lnTo>
                  <a:pt x="120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6657840" y="536256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6667200" y="5352840"/>
            <a:ext cx="2629440" cy="10080"/>
          </a:xfrm>
          <a:custGeom>
            <a:avLst/>
            <a:gdLst/>
            <a:ahLst/>
            <a:rect l="0" t="0" r="r" b="b"/>
            <a:pathLst>
              <a:path w="7304" h="28">
                <a:moveTo>
                  <a:pt x="0" y="0"/>
                </a:moveTo>
                <a:lnTo>
                  <a:pt x="7304" y="0"/>
                </a:lnTo>
                <a:lnTo>
                  <a:pt x="73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9286560" y="536256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752400" y="5886360"/>
            <a:ext cx="1581480" cy="9720"/>
          </a:xfrm>
          <a:custGeom>
            <a:avLst/>
            <a:gdLst/>
            <a:ah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2333520" y="5886360"/>
            <a:ext cx="4334040" cy="9720"/>
          </a:xfrm>
          <a:custGeom>
            <a:avLst/>
            <a:gdLst/>
            <a:ahLst/>
            <a:rect l="0" t="0" r="r" b="b"/>
            <a:pathLst>
              <a:path w="12039" h="27">
                <a:moveTo>
                  <a:pt x="0" y="0"/>
                </a:moveTo>
                <a:lnTo>
                  <a:pt x="12039" y="0"/>
                </a:lnTo>
                <a:lnTo>
                  <a:pt x="120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6667200" y="5886360"/>
            <a:ext cx="2629440" cy="9720"/>
          </a:xfrm>
          <a:custGeom>
            <a:avLst/>
            <a:gdLst/>
            <a:ahLst/>
            <a:rect l="0" t="0" r="r" b="b"/>
            <a:pathLst>
              <a:path w="7304" h="27">
                <a:moveTo>
                  <a:pt x="0" y="0"/>
                </a:moveTo>
                <a:lnTo>
                  <a:pt x="7304" y="0"/>
                </a:lnTo>
                <a:lnTo>
                  <a:pt x="73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747720" y="732960"/>
            <a:ext cx="22158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Tech Stack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205640" y="1664280"/>
            <a:ext cx="6976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Layer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3777480" y="1664280"/>
            <a:ext cx="15116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Technology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7709040" y="1664280"/>
            <a:ext cx="563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Plan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880920" y="2207160"/>
            <a:ext cx="10263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Backend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2454480" y="2207160"/>
            <a:ext cx="26686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FastAPI + Python 3.12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6791040" y="2207160"/>
            <a:ext cx="21675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Self-hosted / Free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880920" y="2740320"/>
            <a:ext cx="11322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Database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2454480" y="2740320"/>
            <a:ext cx="26589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Supabase PostgreSQL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6791040" y="2740320"/>
            <a:ext cx="99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Free tier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880920" y="3283200"/>
            <a:ext cx="1018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AI / LLM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2454480" y="3283200"/>
            <a:ext cx="28652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Groq — LLaMA 3.3-70b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6791040" y="3283200"/>
            <a:ext cx="23720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14,400 req/day free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880920" y="3816720"/>
            <a:ext cx="11052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Frontend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2454480" y="3816720"/>
            <a:ext cx="1859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React 18 + Vite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6791040" y="3816720"/>
            <a:ext cx="5198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Free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880920" y="4359600"/>
            <a:ext cx="5842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Auth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2454480" y="4359600"/>
            <a:ext cx="16156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JWT + bcrypt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6791040" y="4359600"/>
            <a:ext cx="13899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Self-hosted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880920" y="4893120"/>
            <a:ext cx="13147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Messaging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2454480" y="4893120"/>
            <a:ext cx="41072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Twilio (WhatsApp + SMS + Voice)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6791040" y="4893120"/>
            <a:ext cx="16218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Free sandbox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880920" y="5436000"/>
            <a:ext cx="9540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Hosting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2454480" y="5436000"/>
            <a:ext cx="34185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Vercel (frontend + backend)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6791040" y="5436000"/>
            <a:ext cx="99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Free tier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747720" y="6064560"/>
            <a:ext cx="35953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Total infrastructure cost: $0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6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757080" y="2205000"/>
            <a:ext cx="10687320" cy="3286440"/>
          </a:xfrm>
          <a:custGeom>
            <a:avLst/>
            <a:gdLst/>
            <a:ahLst/>
            <a:rect l="0" t="0" r="r" b="b"/>
            <a:pathLst>
              <a:path w="29687" h="9129">
                <a:moveTo>
                  <a:pt x="0" y="898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8983"/>
                </a:lnTo>
                <a:cubicBezTo>
                  <a:pt x="29687" y="8993"/>
                  <a:pt x="29686" y="9002"/>
                  <a:pt x="29684" y="9012"/>
                </a:cubicBezTo>
                <a:cubicBezTo>
                  <a:pt x="29683" y="9021"/>
                  <a:pt x="29680" y="9030"/>
                  <a:pt x="29676" y="9039"/>
                </a:cubicBezTo>
                <a:cubicBezTo>
                  <a:pt x="29672" y="9048"/>
                  <a:pt x="29668" y="9056"/>
                  <a:pt x="29663" y="9064"/>
                </a:cubicBezTo>
                <a:cubicBezTo>
                  <a:pt x="29657" y="9072"/>
                  <a:pt x="29651" y="9079"/>
                  <a:pt x="29645" y="9086"/>
                </a:cubicBezTo>
                <a:cubicBezTo>
                  <a:pt x="29638" y="9093"/>
                  <a:pt x="29630" y="9099"/>
                  <a:pt x="29623" y="9104"/>
                </a:cubicBezTo>
                <a:cubicBezTo>
                  <a:pt x="29615" y="9110"/>
                  <a:pt x="29606" y="9114"/>
                  <a:pt x="29597" y="9118"/>
                </a:cubicBezTo>
                <a:cubicBezTo>
                  <a:pt x="29589" y="9121"/>
                  <a:pt x="29579" y="9124"/>
                  <a:pt x="29570" y="9126"/>
                </a:cubicBezTo>
                <a:cubicBezTo>
                  <a:pt x="29561" y="9128"/>
                  <a:pt x="29551" y="9129"/>
                  <a:pt x="29542" y="9129"/>
                </a:cubicBezTo>
                <a:lnTo>
                  <a:pt x="145" y="9129"/>
                </a:lnTo>
                <a:cubicBezTo>
                  <a:pt x="136" y="9129"/>
                  <a:pt x="126" y="9128"/>
                  <a:pt x="117" y="9126"/>
                </a:cubicBezTo>
                <a:cubicBezTo>
                  <a:pt x="108" y="9124"/>
                  <a:pt x="99" y="9121"/>
                  <a:pt x="90" y="9118"/>
                </a:cubicBezTo>
                <a:cubicBezTo>
                  <a:pt x="81" y="9114"/>
                  <a:pt x="73" y="9110"/>
                  <a:pt x="65" y="9104"/>
                </a:cubicBezTo>
                <a:cubicBezTo>
                  <a:pt x="57" y="9099"/>
                  <a:pt x="49" y="9093"/>
                  <a:pt x="43" y="9086"/>
                </a:cubicBezTo>
                <a:cubicBezTo>
                  <a:pt x="36" y="9079"/>
                  <a:pt x="30" y="9072"/>
                  <a:pt x="24" y="9064"/>
                </a:cubicBezTo>
                <a:cubicBezTo>
                  <a:pt x="19" y="9056"/>
                  <a:pt x="15" y="9048"/>
                  <a:pt x="11" y="9039"/>
                </a:cubicBezTo>
                <a:cubicBezTo>
                  <a:pt x="7" y="9030"/>
                  <a:pt x="5" y="9021"/>
                  <a:pt x="3" y="9012"/>
                </a:cubicBezTo>
                <a:cubicBezTo>
                  <a:pt x="1" y="9002"/>
                  <a:pt x="0" y="8993"/>
                  <a:pt x="0" y="898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757080" y="2205000"/>
            <a:ext cx="10687320" cy="3286440"/>
          </a:xfrm>
          <a:custGeom>
            <a:avLst/>
            <a:gdLst/>
            <a:ahLst/>
            <a:rect l="0" t="0" r="r" b="b"/>
            <a:pathLst>
              <a:path w="29687" h="9129">
                <a:moveTo>
                  <a:pt x="0" y="898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8983"/>
                </a:lnTo>
                <a:cubicBezTo>
                  <a:pt x="29687" y="8993"/>
                  <a:pt x="29686" y="9002"/>
                  <a:pt x="29684" y="9012"/>
                </a:cubicBezTo>
                <a:cubicBezTo>
                  <a:pt x="29683" y="9021"/>
                  <a:pt x="29680" y="9030"/>
                  <a:pt x="29676" y="9039"/>
                </a:cubicBezTo>
                <a:cubicBezTo>
                  <a:pt x="29672" y="9048"/>
                  <a:pt x="29668" y="9056"/>
                  <a:pt x="29663" y="9064"/>
                </a:cubicBezTo>
                <a:cubicBezTo>
                  <a:pt x="29657" y="9072"/>
                  <a:pt x="29651" y="9079"/>
                  <a:pt x="29645" y="9086"/>
                </a:cubicBezTo>
                <a:cubicBezTo>
                  <a:pt x="29638" y="9093"/>
                  <a:pt x="29630" y="9099"/>
                  <a:pt x="29623" y="9104"/>
                </a:cubicBezTo>
                <a:cubicBezTo>
                  <a:pt x="29615" y="9110"/>
                  <a:pt x="29606" y="9114"/>
                  <a:pt x="29597" y="9118"/>
                </a:cubicBezTo>
                <a:cubicBezTo>
                  <a:pt x="29589" y="9121"/>
                  <a:pt x="29579" y="9124"/>
                  <a:pt x="29570" y="9126"/>
                </a:cubicBezTo>
                <a:cubicBezTo>
                  <a:pt x="29561" y="9128"/>
                  <a:pt x="29551" y="9129"/>
                  <a:pt x="29542" y="9129"/>
                </a:cubicBezTo>
                <a:lnTo>
                  <a:pt x="145" y="9129"/>
                </a:lnTo>
                <a:cubicBezTo>
                  <a:pt x="136" y="9129"/>
                  <a:pt x="126" y="9128"/>
                  <a:pt x="117" y="9126"/>
                </a:cubicBezTo>
                <a:cubicBezTo>
                  <a:pt x="108" y="9124"/>
                  <a:pt x="99" y="9121"/>
                  <a:pt x="90" y="9118"/>
                </a:cubicBezTo>
                <a:cubicBezTo>
                  <a:pt x="81" y="9114"/>
                  <a:pt x="73" y="9110"/>
                  <a:pt x="65" y="9104"/>
                </a:cubicBezTo>
                <a:cubicBezTo>
                  <a:pt x="57" y="9099"/>
                  <a:pt x="49" y="9093"/>
                  <a:pt x="43" y="9086"/>
                </a:cubicBezTo>
                <a:cubicBezTo>
                  <a:pt x="36" y="9079"/>
                  <a:pt x="30" y="9072"/>
                  <a:pt x="24" y="9064"/>
                </a:cubicBezTo>
                <a:cubicBezTo>
                  <a:pt x="19" y="9056"/>
                  <a:pt x="15" y="9048"/>
                  <a:pt x="11" y="9039"/>
                </a:cubicBezTo>
                <a:cubicBezTo>
                  <a:pt x="7" y="9030"/>
                  <a:pt x="5" y="9021"/>
                  <a:pt x="3" y="9012"/>
                </a:cubicBezTo>
                <a:cubicBezTo>
                  <a:pt x="1" y="9002"/>
                  <a:pt x="0" y="8993"/>
                  <a:pt x="0" y="898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747720" y="1342440"/>
            <a:ext cx="418644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System Architecture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914400" y="2397240"/>
            <a:ext cx="49042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Citizen (Web / SMS / WhatsApp / Voice)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914400" y="2664000"/>
            <a:ext cx="1290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  ↓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914400" y="2940120"/>
            <a:ext cx="5033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FastAPI Backend  (Vercel serverless)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914400" y="3206880"/>
            <a:ext cx="1290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  ↓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914400" y="3473640"/>
            <a:ext cx="60652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Groq AI  ──→  Classify dept + Score priority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914400" y="3749760"/>
            <a:ext cx="1290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  ↓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914400" y="4016520"/>
            <a:ext cx="56782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Supabase PostgreSQL  ──→  Store grievance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914400" y="4283280"/>
            <a:ext cx="1290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  ↓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914400" y="4559400"/>
            <a:ext cx="60652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React Dashboard  ──→  Officer / Leader views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914400" y="4826160"/>
            <a:ext cx="1290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  ↓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914400" y="5092920"/>
            <a:ext cx="55494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Twilio  ──→  SMS confirmation to citizen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7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7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752400" y="5343480"/>
            <a:ext cx="66960" cy="409680"/>
          </a:xfrm>
          <a:custGeom>
            <a:avLst/>
            <a:gdLst/>
            <a:ahLst/>
            <a:rect l="0" t="0" r="r" b="b"/>
            <a:pathLst>
              <a:path w="186" h="1138">
                <a:moveTo>
                  <a:pt x="0" y="0"/>
                </a:moveTo>
                <a:lnTo>
                  <a:pt x="186" y="0"/>
                </a:lnTo>
                <a:lnTo>
                  <a:pt x="18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747720" y="1085400"/>
            <a:ext cx="556776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GrievanceOS — Filing Flow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747720" y="1949760"/>
            <a:ext cx="68094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Step 1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— Citizen sends message in </a:t>
            </a:r>
            <a:r>
              <a:rPr lang="en-IN" sz="2170" b="0" i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any Indian language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747720" y="2521440"/>
            <a:ext cx="78343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Step 2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— Google Translate auto-detects and converts to English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747720" y="3083400"/>
            <a:ext cx="73537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Step 3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— Groq LLM classifies: Department + Priority (P1–P5)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5362560" y="3686040"/>
            <a:ext cx="1476720" cy="371880"/>
          </a:xfrm>
          <a:custGeom>
            <a:avLst/>
            <a:gdLst/>
            <a:ahLst/>
            <a:rect l="0" t="0" r="r" b="b"/>
            <a:pathLst>
              <a:path w="4102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1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3943" y="0"/>
                </a:lnTo>
                <a:cubicBezTo>
                  <a:pt x="3953" y="0"/>
                  <a:pt x="3964" y="1"/>
                  <a:pt x="3974" y="3"/>
                </a:cubicBezTo>
                <a:cubicBezTo>
                  <a:pt x="3984" y="5"/>
                  <a:pt x="3994" y="8"/>
                  <a:pt x="4004" y="12"/>
                </a:cubicBezTo>
                <a:cubicBezTo>
                  <a:pt x="4013" y="16"/>
                  <a:pt x="4022" y="21"/>
                  <a:pt x="4031" y="27"/>
                </a:cubicBezTo>
                <a:cubicBezTo>
                  <a:pt x="4040" y="32"/>
                  <a:pt x="4048" y="39"/>
                  <a:pt x="4055" y="46"/>
                </a:cubicBezTo>
                <a:cubicBezTo>
                  <a:pt x="4062" y="54"/>
                  <a:pt x="4069" y="62"/>
                  <a:pt x="4075" y="70"/>
                </a:cubicBezTo>
                <a:cubicBezTo>
                  <a:pt x="4081" y="79"/>
                  <a:pt x="4086" y="88"/>
                  <a:pt x="4089" y="98"/>
                </a:cubicBezTo>
                <a:cubicBezTo>
                  <a:pt x="4093" y="108"/>
                  <a:pt x="4096" y="117"/>
                  <a:pt x="4099" y="128"/>
                </a:cubicBezTo>
                <a:cubicBezTo>
                  <a:pt x="4101" y="138"/>
                  <a:pt x="4102" y="148"/>
                  <a:pt x="4102" y="159"/>
                </a:cubicBezTo>
                <a:lnTo>
                  <a:pt x="4102" y="874"/>
                </a:lnTo>
                <a:cubicBezTo>
                  <a:pt x="4102" y="884"/>
                  <a:pt x="4101" y="895"/>
                  <a:pt x="4099" y="905"/>
                </a:cubicBezTo>
                <a:cubicBezTo>
                  <a:pt x="4096" y="915"/>
                  <a:pt x="4093" y="925"/>
                  <a:pt x="4089" y="935"/>
                </a:cubicBezTo>
                <a:cubicBezTo>
                  <a:pt x="4086" y="944"/>
                  <a:pt x="4081" y="954"/>
                  <a:pt x="4075" y="962"/>
                </a:cubicBezTo>
                <a:cubicBezTo>
                  <a:pt x="4069" y="971"/>
                  <a:pt x="4062" y="979"/>
                  <a:pt x="4055" y="986"/>
                </a:cubicBezTo>
                <a:cubicBezTo>
                  <a:pt x="4048" y="994"/>
                  <a:pt x="4040" y="1000"/>
                  <a:pt x="4031" y="1006"/>
                </a:cubicBezTo>
                <a:cubicBezTo>
                  <a:pt x="4022" y="1012"/>
                  <a:pt x="4013" y="1017"/>
                  <a:pt x="4004" y="1021"/>
                </a:cubicBezTo>
                <a:cubicBezTo>
                  <a:pt x="3994" y="1025"/>
                  <a:pt x="3984" y="1028"/>
                  <a:pt x="3974" y="1030"/>
                </a:cubicBezTo>
                <a:cubicBezTo>
                  <a:pt x="3964" y="1032"/>
                  <a:pt x="3953" y="1033"/>
                  <a:pt x="3943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7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1" y="1000"/>
                  <a:pt x="53" y="994"/>
                  <a:pt x="46" y="986"/>
                </a:cubicBezTo>
                <a:cubicBezTo>
                  <a:pt x="39" y="979"/>
                  <a:pt x="32" y="971"/>
                  <a:pt x="26" y="962"/>
                </a:cubicBezTo>
                <a:cubicBezTo>
                  <a:pt x="21" y="954"/>
                  <a:pt x="16" y="944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747720" y="3654720"/>
            <a:ext cx="4645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Step 4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— Stored in Supabase, unique 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5454000" y="3777840"/>
            <a:ext cx="1290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PRJ-XXXXXX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6838920" y="3654720"/>
            <a:ext cx="11822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ID issued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747720" y="4226400"/>
            <a:ext cx="7346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Step 5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— Citizen receives SMS confirmation with tracking ID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747720" y="4788360"/>
            <a:ext cx="92160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Step 6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— Officer dashboard shows new complaint, assigned to correct dept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1090440" y="5359680"/>
            <a:ext cx="75528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59636E"/>
                </a:solidFill>
                <a:effectLst/>
                <a:uFillTx/>
                <a:latin typeface="SegoeUI"/>
                <a:ea typeface="SegoeUI"/>
              </a:rPr>
              <a:t>Citizen can reply </a:t>
            </a:r>
            <a:r>
              <a:rPr lang="en-IN" sz="2170" b="1" u="none" strike="noStrike">
                <a:solidFill>
                  <a:srgbClr val="59636E"/>
                </a:solidFill>
                <a:effectLst/>
                <a:uFillTx/>
                <a:latin typeface="SegoeUI"/>
                <a:ea typeface="SegoeUI"/>
              </a:rPr>
              <a:t>"track PRJ-123456" </a:t>
            </a:r>
            <a:r>
              <a:rPr lang="en-IN" sz="2170" b="0" u="none" strike="noStrike">
                <a:solidFill>
                  <a:srgbClr val="59636E"/>
                </a:solidFill>
                <a:effectLst/>
                <a:uFillTx/>
                <a:latin typeface="SegoeUI"/>
                <a:ea typeface="SegoeUI"/>
              </a:rPr>
              <a:t>anytime to check status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8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CF9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757080" y="1585800"/>
            <a:ext cx="10687320" cy="1400400"/>
          </a:xfrm>
          <a:custGeom>
            <a:avLst/>
            <a:gdLst/>
            <a:ahLst/>
            <a:rect l="0" t="0" r="r" b="b"/>
            <a:pathLst>
              <a:path w="29687" h="3890">
                <a:moveTo>
                  <a:pt x="0" y="374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745"/>
                </a:lnTo>
                <a:cubicBezTo>
                  <a:pt x="29687" y="3754"/>
                  <a:pt x="29686" y="3764"/>
                  <a:pt x="29684" y="3773"/>
                </a:cubicBezTo>
                <a:cubicBezTo>
                  <a:pt x="29683" y="3782"/>
                  <a:pt x="29680" y="3792"/>
                  <a:pt x="29676" y="3800"/>
                </a:cubicBezTo>
                <a:cubicBezTo>
                  <a:pt x="29672" y="3809"/>
                  <a:pt x="29668" y="3818"/>
                  <a:pt x="29663" y="3826"/>
                </a:cubicBezTo>
                <a:cubicBezTo>
                  <a:pt x="29657" y="3833"/>
                  <a:pt x="29651" y="3841"/>
                  <a:pt x="29645" y="3848"/>
                </a:cubicBezTo>
                <a:cubicBezTo>
                  <a:pt x="29638" y="3854"/>
                  <a:pt x="29630" y="3860"/>
                  <a:pt x="29623" y="3866"/>
                </a:cubicBezTo>
                <a:cubicBezTo>
                  <a:pt x="29615" y="3871"/>
                  <a:pt x="29606" y="3875"/>
                  <a:pt x="29597" y="3879"/>
                </a:cubicBezTo>
                <a:cubicBezTo>
                  <a:pt x="29589" y="3883"/>
                  <a:pt x="29579" y="3886"/>
                  <a:pt x="29570" y="3887"/>
                </a:cubicBezTo>
                <a:cubicBezTo>
                  <a:pt x="29561" y="3889"/>
                  <a:pt x="29551" y="3890"/>
                  <a:pt x="29542" y="3890"/>
                </a:cubicBezTo>
                <a:lnTo>
                  <a:pt x="145" y="3890"/>
                </a:lnTo>
                <a:cubicBezTo>
                  <a:pt x="136" y="3890"/>
                  <a:pt x="126" y="3889"/>
                  <a:pt x="117" y="3887"/>
                </a:cubicBezTo>
                <a:cubicBezTo>
                  <a:pt x="108" y="3886"/>
                  <a:pt x="99" y="3883"/>
                  <a:pt x="90" y="3879"/>
                </a:cubicBezTo>
                <a:cubicBezTo>
                  <a:pt x="81" y="3875"/>
                  <a:pt x="73" y="3871"/>
                  <a:pt x="65" y="3866"/>
                </a:cubicBezTo>
                <a:cubicBezTo>
                  <a:pt x="57" y="3860"/>
                  <a:pt x="49" y="3854"/>
                  <a:pt x="43" y="3848"/>
                </a:cubicBezTo>
                <a:cubicBezTo>
                  <a:pt x="36" y="3841"/>
                  <a:pt x="30" y="3833"/>
                  <a:pt x="24" y="3826"/>
                </a:cubicBezTo>
                <a:cubicBezTo>
                  <a:pt x="19" y="3818"/>
                  <a:pt x="15" y="3809"/>
                  <a:pt x="11" y="3800"/>
                </a:cubicBezTo>
                <a:cubicBezTo>
                  <a:pt x="7" y="3792"/>
                  <a:pt x="5" y="3782"/>
                  <a:pt x="3" y="3773"/>
                </a:cubicBezTo>
                <a:cubicBezTo>
                  <a:pt x="1" y="3764"/>
                  <a:pt x="0" y="3754"/>
                  <a:pt x="0" y="374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757080" y="1585800"/>
            <a:ext cx="10687320" cy="1400400"/>
          </a:xfrm>
          <a:custGeom>
            <a:avLst/>
            <a:gdLst/>
            <a:ahLst/>
            <a:rect l="0" t="0" r="r" b="b"/>
            <a:pathLst>
              <a:path w="29687" h="3890">
                <a:moveTo>
                  <a:pt x="0" y="374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745"/>
                </a:lnTo>
                <a:cubicBezTo>
                  <a:pt x="29687" y="3754"/>
                  <a:pt x="29686" y="3764"/>
                  <a:pt x="29684" y="3773"/>
                </a:cubicBezTo>
                <a:cubicBezTo>
                  <a:pt x="29683" y="3782"/>
                  <a:pt x="29680" y="3792"/>
                  <a:pt x="29676" y="3800"/>
                </a:cubicBezTo>
                <a:cubicBezTo>
                  <a:pt x="29672" y="3809"/>
                  <a:pt x="29668" y="3818"/>
                  <a:pt x="29663" y="3826"/>
                </a:cubicBezTo>
                <a:cubicBezTo>
                  <a:pt x="29657" y="3833"/>
                  <a:pt x="29651" y="3841"/>
                  <a:pt x="29645" y="3848"/>
                </a:cubicBezTo>
                <a:cubicBezTo>
                  <a:pt x="29638" y="3854"/>
                  <a:pt x="29630" y="3860"/>
                  <a:pt x="29623" y="3866"/>
                </a:cubicBezTo>
                <a:cubicBezTo>
                  <a:pt x="29615" y="3871"/>
                  <a:pt x="29606" y="3875"/>
                  <a:pt x="29597" y="3879"/>
                </a:cubicBezTo>
                <a:cubicBezTo>
                  <a:pt x="29589" y="3883"/>
                  <a:pt x="29579" y="3886"/>
                  <a:pt x="29570" y="3887"/>
                </a:cubicBezTo>
                <a:cubicBezTo>
                  <a:pt x="29561" y="3889"/>
                  <a:pt x="29551" y="3890"/>
                  <a:pt x="29542" y="3890"/>
                </a:cubicBezTo>
                <a:lnTo>
                  <a:pt x="145" y="3890"/>
                </a:lnTo>
                <a:cubicBezTo>
                  <a:pt x="136" y="3890"/>
                  <a:pt x="126" y="3889"/>
                  <a:pt x="117" y="3887"/>
                </a:cubicBezTo>
                <a:cubicBezTo>
                  <a:pt x="108" y="3886"/>
                  <a:pt x="99" y="3883"/>
                  <a:pt x="90" y="3879"/>
                </a:cubicBezTo>
                <a:cubicBezTo>
                  <a:pt x="81" y="3875"/>
                  <a:pt x="73" y="3871"/>
                  <a:pt x="65" y="3866"/>
                </a:cubicBezTo>
                <a:cubicBezTo>
                  <a:pt x="57" y="3860"/>
                  <a:pt x="49" y="3854"/>
                  <a:pt x="43" y="3848"/>
                </a:cubicBezTo>
                <a:cubicBezTo>
                  <a:pt x="36" y="3841"/>
                  <a:pt x="30" y="3833"/>
                  <a:pt x="24" y="3826"/>
                </a:cubicBezTo>
                <a:cubicBezTo>
                  <a:pt x="19" y="3818"/>
                  <a:pt x="15" y="3809"/>
                  <a:pt x="11" y="3800"/>
                </a:cubicBezTo>
                <a:cubicBezTo>
                  <a:pt x="7" y="3792"/>
                  <a:pt x="5" y="3782"/>
                  <a:pt x="3" y="3773"/>
                </a:cubicBezTo>
                <a:cubicBezTo>
                  <a:pt x="1" y="3764"/>
                  <a:pt x="0" y="3754"/>
                  <a:pt x="0" y="374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757080" y="3757320"/>
            <a:ext cx="10687320" cy="591120"/>
          </a:xfrm>
          <a:custGeom>
            <a:avLst/>
            <a:gdLst/>
            <a:ahLst/>
            <a:rect l="0" t="0" r="r" b="b"/>
            <a:pathLst>
              <a:path w="29687" h="1642">
                <a:moveTo>
                  <a:pt x="0" y="149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96"/>
                </a:lnTo>
                <a:cubicBezTo>
                  <a:pt x="29687" y="1506"/>
                  <a:pt x="29686" y="1515"/>
                  <a:pt x="29684" y="1525"/>
                </a:cubicBezTo>
                <a:cubicBezTo>
                  <a:pt x="29683" y="1534"/>
                  <a:pt x="29680" y="1543"/>
                  <a:pt x="29676" y="1552"/>
                </a:cubicBezTo>
                <a:cubicBezTo>
                  <a:pt x="29672" y="1561"/>
                  <a:pt x="29668" y="1569"/>
                  <a:pt x="29663" y="1577"/>
                </a:cubicBezTo>
                <a:cubicBezTo>
                  <a:pt x="29657" y="1585"/>
                  <a:pt x="29651" y="1592"/>
                  <a:pt x="29645" y="1599"/>
                </a:cubicBezTo>
                <a:cubicBezTo>
                  <a:pt x="29638" y="1606"/>
                  <a:pt x="29630" y="1612"/>
                  <a:pt x="29623" y="1617"/>
                </a:cubicBezTo>
                <a:cubicBezTo>
                  <a:pt x="29615" y="1623"/>
                  <a:pt x="29606" y="1627"/>
                  <a:pt x="29597" y="1631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1"/>
                </a:cubicBezTo>
                <a:cubicBezTo>
                  <a:pt x="81" y="1627"/>
                  <a:pt x="73" y="1623"/>
                  <a:pt x="65" y="1617"/>
                </a:cubicBezTo>
                <a:cubicBezTo>
                  <a:pt x="57" y="1612"/>
                  <a:pt x="49" y="1606"/>
                  <a:pt x="43" y="1599"/>
                </a:cubicBezTo>
                <a:cubicBezTo>
                  <a:pt x="36" y="1592"/>
                  <a:pt x="30" y="1585"/>
                  <a:pt x="24" y="1577"/>
                </a:cubicBezTo>
                <a:cubicBezTo>
                  <a:pt x="19" y="1569"/>
                  <a:pt x="15" y="1561"/>
                  <a:pt x="11" y="1552"/>
                </a:cubicBezTo>
                <a:cubicBezTo>
                  <a:pt x="7" y="1543"/>
                  <a:pt x="5" y="1534"/>
                  <a:pt x="3" y="1525"/>
                </a:cubicBezTo>
                <a:cubicBezTo>
                  <a:pt x="1" y="1515"/>
                  <a:pt x="0" y="1506"/>
                  <a:pt x="0" y="149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757080" y="3757320"/>
            <a:ext cx="10687320" cy="591120"/>
          </a:xfrm>
          <a:custGeom>
            <a:avLst/>
            <a:gdLst/>
            <a:ahLst/>
            <a:rect l="0" t="0" r="r" b="b"/>
            <a:pathLst>
              <a:path w="29687" h="1642">
                <a:moveTo>
                  <a:pt x="0" y="149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96"/>
                </a:lnTo>
                <a:cubicBezTo>
                  <a:pt x="29687" y="1506"/>
                  <a:pt x="29686" y="1515"/>
                  <a:pt x="29684" y="1525"/>
                </a:cubicBezTo>
                <a:cubicBezTo>
                  <a:pt x="29683" y="1534"/>
                  <a:pt x="29680" y="1543"/>
                  <a:pt x="29676" y="1552"/>
                </a:cubicBezTo>
                <a:cubicBezTo>
                  <a:pt x="29672" y="1561"/>
                  <a:pt x="29668" y="1569"/>
                  <a:pt x="29663" y="1577"/>
                </a:cubicBezTo>
                <a:cubicBezTo>
                  <a:pt x="29657" y="1585"/>
                  <a:pt x="29651" y="1592"/>
                  <a:pt x="29645" y="1599"/>
                </a:cubicBezTo>
                <a:cubicBezTo>
                  <a:pt x="29638" y="1606"/>
                  <a:pt x="29630" y="1612"/>
                  <a:pt x="29623" y="1617"/>
                </a:cubicBezTo>
                <a:cubicBezTo>
                  <a:pt x="29615" y="1623"/>
                  <a:pt x="29606" y="1627"/>
                  <a:pt x="29597" y="1631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1"/>
                </a:cubicBezTo>
                <a:cubicBezTo>
                  <a:pt x="81" y="1627"/>
                  <a:pt x="73" y="1623"/>
                  <a:pt x="65" y="1617"/>
                </a:cubicBezTo>
                <a:cubicBezTo>
                  <a:pt x="57" y="1612"/>
                  <a:pt x="49" y="1606"/>
                  <a:pt x="43" y="1599"/>
                </a:cubicBezTo>
                <a:cubicBezTo>
                  <a:pt x="36" y="1592"/>
                  <a:pt x="30" y="1585"/>
                  <a:pt x="24" y="1577"/>
                </a:cubicBezTo>
                <a:cubicBezTo>
                  <a:pt x="19" y="1569"/>
                  <a:pt x="15" y="1561"/>
                  <a:pt x="11" y="1552"/>
                </a:cubicBezTo>
                <a:cubicBezTo>
                  <a:pt x="7" y="1543"/>
                  <a:pt x="5" y="1534"/>
                  <a:pt x="3" y="1525"/>
                </a:cubicBezTo>
                <a:cubicBezTo>
                  <a:pt x="1" y="1515"/>
                  <a:pt x="0" y="1506"/>
                  <a:pt x="0" y="149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747720" y="732960"/>
            <a:ext cx="36270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Escalation Ladder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914400" y="1778040"/>
            <a:ext cx="83880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P1 Critical → must resolve in 24 hrs  → else auto-escalate to MLA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914400" y="2044800"/>
            <a:ext cx="90334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P2 High     → must resolve in 72 hrs  → else auto-escalate to District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914400" y="2321280"/>
            <a:ext cx="9549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P3 Medium   → must resolve in 7 days  → else auto-escalate to Municipality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914400" y="2587680"/>
            <a:ext cx="59364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P4/P5       → standard SLA, no auto-escalation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747720" y="3196440"/>
            <a:ext cx="236448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9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Bottom-Up Flow</a:t>
            </a:r>
            <a:endParaRPr lang="en-IN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914400" y="3949920"/>
            <a:ext cx="89042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Citizen  →  Ward Officer  →  Municipality  →  MLA / MP  →  State Dept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1047600" y="524808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747720" y="4521600"/>
            <a:ext cx="1913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Each escalation: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1047600" y="573372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3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3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1300320" y="5093280"/>
            <a:ext cx="36630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Notifies next tier via SMS alert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1047600" y="621000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1300320" y="5578920"/>
            <a:ext cx="4627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Logs timestamp + reason in audit trail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1300320" y="6055200"/>
            <a:ext cx="48319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Visible on leader dashboard in real time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9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EF0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780840" y="1695240"/>
            <a:ext cx="305280" cy="305280"/>
          </a:xfrm>
          <a:custGeom>
            <a:avLst/>
            <a:gdLst/>
            <a:ahLst/>
            <a:rect l="0" t="0" r="r" b="b"/>
            <a:pathLst>
              <a:path w="848" h="848">
                <a:moveTo>
                  <a:pt x="423" y="0"/>
                </a:moveTo>
                <a:cubicBezTo>
                  <a:pt x="190" y="0"/>
                  <a:pt x="0" y="190"/>
                  <a:pt x="0" y="423"/>
                </a:cubicBezTo>
                <a:cubicBezTo>
                  <a:pt x="0" y="657"/>
                  <a:pt x="190" y="848"/>
                  <a:pt x="423" y="848"/>
                </a:cubicBezTo>
                <a:cubicBezTo>
                  <a:pt x="657" y="848"/>
                  <a:pt x="848" y="657"/>
                  <a:pt x="848" y="423"/>
                </a:cubicBezTo>
                <a:cubicBezTo>
                  <a:pt x="848" y="190"/>
                  <a:pt x="657" y="0"/>
                  <a:pt x="423" y="0"/>
                </a:cubicBezTo>
                <a:moveTo>
                  <a:pt x="48" y="447"/>
                </a:moveTo>
                <a:lnTo>
                  <a:pt x="142" y="447"/>
                </a:lnTo>
                <a:cubicBezTo>
                  <a:pt x="144" y="506"/>
                  <a:pt x="154" y="561"/>
                  <a:pt x="171" y="612"/>
                </a:cubicBezTo>
                <a:lnTo>
                  <a:pt x="98" y="612"/>
                </a:lnTo>
                <a:cubicBezTo>
                  <a:pt x="69" y="563"/>
                  <a:pt x="52" y="507"/>
                  <a:pt x="48" y="447"/>
                </a:cubicBezTo>
                <a:moveTo>
                  <a:pt x="447" y="188"/>
                </a:moveTo>
                <a:lnTo>
                  <a:pt x="447" y="49"/>
                </a:lnTo>
                <a:cubicBezTo>
                  <a:pt x="512" y="59"/>
                  <a:pt x="568" y="111"/>
                  <a:pt x="607" y="188"/>
                </a:cubicBezTo>
                <a:lnTo>
                  <a:pt x="447" y="188"/>
                </a:lnTo>
                <a:moveTo>
                  <a:pt x="627" y="235"/>
                </a:moveTo>
                <a:cubicBezTo>
                  <a:pt x="645" y="284"/>
                  <a:pt x="656" y="340"/>
                  <a:pt x="658" y="400"/>
                </a:cubicBezTo>
                <a:lnTo>
                  <a:pt x="447" y="400"/>
                </a:lnTo>
                <a:lnTo>
                  <a:pt x="447" y="235"/>
                </a:lnTo>
                <a:lnTo>
                  <a:pt x="627" y="235"/>
                </a:lnTo>
                <a:moveTo>
                  <a:pt x="400" y="49"/>
                </a:moveTo>
                <a:lnTo>
                  <a:pt x="400" y="188"/>
                </a:lnTo>
                <a:lnTo>
                  <a:pt x="240" y="188"/>
                </a:lnTo>
                <a:cubicBezTo>
                  <a:pt x="278" y="111"/>
                  <a:pt x="335" y="59"/>
                  <a:pt x="400" y="49"/>
                </a:cubicBezTo>
                <a:moveTo>
                  <a:pt x="400" y="235"/>
                </a:moveTo>
                <a:lnTo>
                  <a:pt x="400" y="400"/>
                </a:lnTo>
                <a:lnTo>
                  <a:pt x="189" y="400"/>
                </a:lnTo>
                <a:cubicBezTo>
                  <a:pt x="191" y="340"/>
                  <a:pt x="202" y="284"/>
                  <a:pt x="220" y="235"/>
                </a:cubicBezTo>
                <a:lnTo>
                  <a:pt x="400" y="235"/>
                </a:lnTo>
                <a:moveTo>
                  <a:pt x="142" y="400"/>
                </a:moveTo>
                <a:lnTo>
                  <a:pt x="48" y="400"/>
                </a:lnTo>
                <a:cubicBezTo>
                  <a:pt x="52" y="340"/>
                  <a:pt x="69" y="284"/>
                  <a:pt x="98" y="235"/>
                </a:cubicBezTo>
                <a:lnTo>
                  <a:pt x="171" y="235"/>
                </a:lnTo>
                <a:cubicBezTo>
                  <a:pt x="154" y="285"/>
                  <a:pt x="144" y="341"/>
                  <a:pt x="142" y="400"/>
                </a:cubicBezTo>
                <a:moveTo>
                  <a:pt x="189" y="447"/>
                </a:moveTo>
                <a:lnTo>
                  <a:pt x="400" y="447"/>
                </a:lnTo>
                <a:lnTo>
                  <a:pt x="400" y="612"/>
                </a:lnTo>
                <a:lnTo>
                  <a:pt x="220" y="612"/>
                </a:lnTo>
                <a:cubicBezTo>
                  <a:pt x="202" y="563"/>
                  <a:pt x="191" y="507"/>
                  <a:pt x="189" y="447"/>
                </a:cubicBezTo>
                <a:moveTo>
                  <a:pt x="400" y="659"/>
                </a:moveTo>
                <a:lnTo>
                  <a:pt x="400" y="799"/>
                </a:lnTo>
                <a:cubicBezTo>
                  <a:pt x="335" y="788"/>
                  <a:pt x="278" y="735"/>
                  <a:pt x="240" y="659"/>
                </a:cubicBezTo>
                <a:lnTo>
                  <a:pt x="400" y="659"/>
                </a:lnTo>
                <a:moveTo>
                  <a:pt x="447" y="799"/>
                </a:moveTo>
                <a:lnTo>
                  <a:pt x="447" y="659"/>
                </a:lnTo>
                <a:lnTo>
                  <a:pt x="607" y="659"/>
                </a:lnTo>
                <a:cubicBezTo>
                  <a:pt x="568" y="735"/>
                  <a:pt x="512" y="788"/>
                  <a:pt x="447" y="799"/>
                </a:cubicBezTo>
                <a:moveTo>
                  <a:pt x="447" y="612"/>
                </a:moveTo>
                <a:lnTo>
                  <a:pt x="447" y="447"/>
                </a:lnTo>
                <a:lnTo>
                  <a:pt x="658" y="447"/>
                </a:lnTo>
                <a:cubicBezTo>
                  <a:pt x="656" y="507"/>
                  <a:pt x="645" y="563"/>
                  <a:pt x="627" y="612"/>
                </a:cubicBezTo>
                <a:lnTo>
                  <a:pt x="447" y="612"/>
                </a:lnTo>
                <a:moveTo>
                  <a:pt x="705" y="447"/>
                </a:moveTo>
                <a:lnTo>
                  <a:pt x="800" y="447"/>
                </a:lnTo>
                <a:cubicBezTo>
                  <a:pt x="796" y="507"/>
                  <a:pt x="777" y="563"/>
                  <a:pt x="749" y="612"/>
                </a:cubicBezTo>
                <a:lnTo>
                  <a:pt x="676" y="612"/>
                </a:lnTo>
                <a:cubicBezTo>
                  <a:pt x="693" y="561"/>
                  <a:pt x="703" y="506"/>
                  <a:pt x="705" y="447"/>
                </a:cubicBezTo>
                <a:moveTo>
                  <a:pt x="676" y="235"/>
                </a:moveTo>
                <a:lnTo>
                  <a:pt x="749" y="235"/>
                </a:lnTo>
                <a:cubicBezTo>
                  <a:pt x="777" y="284"/>
                  <a:pt x="796" y="340"/>
                  <a:pt x="800" y="400"/>
                </a:cubicBezTo>
                <a:lnTo>
                  <a:pt x="705" y="400"/>
                </a:lnTo>
                <a:cubicBezTo>
                  <a:pt x="703" y="341"/>
                  <a:pt x="693" y="285"/>
                  <a:pt x="676" y="235"/>
                </a:cubicBezTo>
                <a:moveTo>
                  <a:pt x="717" y="188"/>
                </a:moveTo>
                <a:lnTo>
                  <a:pt x="658" y="188"/>
                </a:lnTo>
                <a:cubicBezTo>
                  <a:pt x="641" y="151"/>
                  <a:pt x="620" y="117"/>
                  <a:pt x="596" y="89"/>
                </a:cubicBezTo>
                <a:cubicBezTo>
                  <a:pt x="643" y="114"/>
                  <a:pt x="684" y="147"/>
                  <a:pt x="717" y="188"/>
                </a:cubicBezTo>
                <a:moveTo>
                  <a:pt x="250" y="89"/>
                </a:moveTo>
                <a:cubicBezTo>
                  <a:pt x="227" y="117"/>
                  <a:pt x="206" y="151"/>
                  <a:pt x="189" y="188"/>
                </a:cubicBezTo>
                <a:lnTo>
                  <a:pt x="130" y="188"/>
                </a:lnTo>
                <a:cubicBezTo>
                  <a:pt x="163" y="147"/>
                  <a:pt x="204" y="114"/>
                  <a:pt x="250" y="89"/>
                </a:cubicBezTo>
                <a:moveTo>
                  <a:pt x="130" y="659"/>
                </a:moveTo>
                <a:lnTo>
                  <a:pt x="189" y="659"/>
                </a:lnTo>
                <a:cubicBezTo>
                  <a:pt x="206" y="696"/>
                  <a:pt x="227" y="730"/>
                  <a:pt x="250" y="757"/>
                </a:cubicBezTo>
                <a:cubicBezTo>
                  <a:pt x="204" y="733"/>
                  <a:pt x="163" y="699"/>
                  <a:pt x="130" y="659"/>
                </a:cubicBezTo>
                <a:moveTo>
                  <a:pt x="596" y="757"/>
                </a:moveTo>
                <a:cubicBezTo>
                  <a:pt x="620" y="729"/>
                  <a:pt x="641" y="696"/>
                  <a:pt x="658" y="659"/>
                </a:cubicBezTo>
                <a:lnTo>
                  <a:pt x="717" y="659"/>
                </a:lnTo>
                <a:cubicBezTo>
                  <a:pt x="684" y="699"/>
                  <a:pt x="643" y="733"/>
                  <a:pt x="596" y="757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747720" y="732960"/>
            <a:ext cx="421488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Multi-Channel Input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1096920" y="1634400"/>
            <a:ext cx="168480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9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Web Portal</a:t>
            </a:r>
            <a:endParaRPr lang="en-IN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2457360" y="2238120"/>
            <a:ext cx="2772000" cy="371880"/>
          </a:xfrm>
          <a:custGeom>
            <a:avLst/>
            <a:gdLst/>
            <a:ahLst/>
            <a:rect l="0" t="0" r="r" b="b"/>
            <a:pathLst>
              <a:path w="7700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7541" y="0"/>
                </a:lnTo>
                <a:cubicBezTo>
                  <a:pt x="7552" y="0"/>
                  <a:pt x="7562" y="1"/>
                  <a:pt x="7572" y="3"/>
                </a:cubicBezTo>
                <a:cubicBezTo>
                  <a:pt x="7583" y="5"/>
                  <a:pt x="7592" y="8"/>
                  <a:pt x="7602" y="12"/>
                </a:cubicBezTo>
                <a:cubicBezTo>
                  <a:pt x="7612" y="16"/>
                  <a:pt x="7621" y="21"/>
                  <a:pt x="7630" y="27"/>
                </a:cubicBezTo>
                <a:cubicBezTo>
                  <a:pt x="7638" y="33"/>
                  <a:pt x="7646" y="39"/>
                  <a:pt x="7654" y="47"/>
                </a:cubicBezTo>
                <a:cubicBezTo>
                  <a:pt x="7661" y="54"/>
                  <a:pt x="7668" y="62"/>
                  <a:pt x="7673" y="71"/>
                </a:cubicBezTo>
                <a:cubicBezTo>
                  <a:pt x="7679" y="79"/>
                  <a:pt x="7684" y="89"/>
                  <a:pt x="7688" y="98"/>
                </a:cubicBezTo>
                <a:cubicBezTo>
                  <a:pt x="7692" y="108"/>
                  <a:pt x="7695" y="118"/>
                  <a:pt x="7697" y="128"/>
                </a:cubicBezTo>
                <a:cubicBezTo>
                  <a:pt x="7699" y="138"/>
                  <a:pt x="7700" y="149"/>
                  <a:pt x="7700" y="159"/>
                </a:cubicBezTo>
                <a:lnTo>
                  <a:pt x="7700" y="874"/>
                </a:lnTo>
                <a:cubicBezTo>
                  <a:pt x="7700" y="885"/>
                  <a:pt x="7699" y="895"/>
                  <a:pt x="7697" y="905"/>
                </a:cubicBezTo>
                <a:cubicBezTo>
                  <a:pt x="7695" y="916"/>
                  <a:pt x="7692" y="925"/>
                  <a:pt x="7688" y="935"/>
                </a:cubicBezTo>
                <a:cubicBezTo>
                  <a:pt x="7684" y="945"/>
                  <a:pt x="7679" y="954"/>
                  <a:pt x="7673" y="963"/>
                </a:cubicBezTo>
                <a:cubicBezTo>
                  <a:pt x="7668" y="971"/>
                  <a:pt x="7661" y="979"/>
                  <a:pt x="7654" y="987"/>
                </a:cubicBezTo>
                <a:cubicBezTo>
                  <a:pt x="7646" y="994"/>
                  <a:pt x="7638" y="1001"/>
                  <a:pt x="7630" y="1006"/>
                </a:cubicBezTo>
                <a:cubicBezTo>
                  <a:pt x="7621" y="1012"/>
                  <a:pt x="7612" y="1017"/>
                  <a:pt x="7602" y="1021"/>
                </a:cubicBezTo>
                <a:cubicBezTo>
                  <a:pt x="7592" y="1025"/>
                  <a:pt x="7583" y="1028"/>
                  <a:pt x="7572" y="1030"/>
                </a:cubicBezTo>
                <a:cubicBezTo>
                  <a:pt x="7562" y="1032"/>
                  <a:pt x="7552" y="1033"/>
                  <a:pt x="7541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1"/>
                  <a:pt x="54" y="994"/>
                  <a:pt x="46" y="987"/>
                </a:cubicBezTo>
                <a:cubicBezTo>
                  <a:pt x="39" y="979"/>
                  <a:pt x="32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747720" y="2207160"/>
            <a:ext cx="17172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React form → 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2552400" y="2329920"/>
            <a:ext cx="2581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POST /api/grievances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780840" y="2884680"/>
            <a:ext cx="305280" cy="279000"/>
          </a:xfrm>
          <a:custGeom>
            <a:avLst/>
            <a:gdLst/>
            <a:ahLst/>
            <a:rect l="0" t="0" r="r" b="b"/>
            <a:pathLst>
              <a:path w="848" h="775">
                <a:moveTo>
                  <a:pt x="423" y="0"/>
                </a:moveTo>
                <a:cubicBezTo>
                  <a:pt x="190" y="0"/>
                  <a:pt x="0" y="144"/>
                  <a:pt x="0" y="320"/>
                </a:cubicBezTo>
                <a:cubicBezTo>
                  <a:pt x="0" y="419"/>
                  <a:pt x="61" y="508"/>
                  <a:pt x="155" y="567"/>
                </a:cubicBezTo>
                <a:cubicBezTo>
                  <a:pt x="143" y="619"/>
                  <a:pt x="114" y="697"/>
                  <a:pt x="47" y="775"/>
                </a:cubicBezTo>
                <a:cubicBezTo>
                  <a:pt x="183" y="753"/>
                  <a:pt x="269" y="690"/>
                  <a:pt x="323" y="629"/>
                </a:cubicBezTo>
                <a:cubicBezTo>
                  <a:pt x="355" y="635"/>
                  <a:pt x="389" y="639"/>
                  <a:pt x="423" y="639"/>
                </a:cubicBezTo>
                <a:cubicBezTo>
                  <a:pt x="657" y="639"/>
                  <a:pt x="848" y="496"/>
                  <a:pt x="848" y="320"/>
                </a:cubicBezTo>
                <a:cubicBezTo>
                  <a:pt x="848" y="144"/>
                  <a:pt x="657" y="0"/>
                  <a:pt x="423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916200" y="2982960"/>
            <a:ext cx="34200" cy="33120"/>
          </a:xfrm>
          <a:custGeom>
            <a:avLst/>
            <a:gdLst/>
            <a:ahLst/>
            <a:rect l="0" t="0" r="r" b="b"/>
            <a:pathLst>
              <a:path w="95" h="92">
                <a:moveTo>
                  <a:pt x="95" y="47"/>
                </a:moveTo>
                <a:cubicBezTo>
                  <a:pt x="95" y="53"/>
                  <a:pt x="94" y="59"/>
                  <a:pt x="92" y="64"/>
                </a:cubicBezTo>
                <a:cubicBezTo>
                  <a:pt x="89" y="70"/>
                  <a:pt x="86" y="75"/>
                  <a:pt x="82" y="79"/>
                </a:cubicBezTo>
                <a:cubicBezTo>
                  <a:pt x="77" y="83"/>
                  <a:pt x="72" y="86"/>
                  <a:pt x="66" y="89"/>
                </a:cubicBezTo>
                <a:cubicBezTo>
                  <a:pt x="61" y="91"/>
                  <a:pt x="55" y="92"/>
                  <a:pt x="48" y="92"/>
                </a:cubicBezTo>
                <a:cubicBezTo>
                  <a:pt x="42" y="92"/>
                  <a:pt x="35" y="91"/>
                  <a:pt x="29" y="89"/>
                </a:cubicBezTo>
                <a:cubicBezTo>
                  <a:pt x="24" y="86"/>
                  <a:pt x="19" y="83"/>
                  <a:pt x="14" y="79"/>
                </a:cubicBezTo>
                <a:cubicBezTo>
                  <a:pt x="10" y="75"/>
                  <a:pt x="6" y="70"/>
                  <a:pt x="4" y="64"/>
                </a:cubicBezTo>
                <a:cubicBezTo>
                  <a:pt x="2" y="59"/>
                  <a:pt x="0" y="53"/>
                  <a:pt x="0" y="47"/>
                </a:cubicBezTo>
                <a:cubicBezTo>
                  <a:pt x="0" y="40"/>
                  <a:pt x="2" y="34"/>
                  <a:pt x="4" y="28"/>
                </a:cubicBezTo>
                <a:cubicBezTo>
                  <a:pt x="6" y="23"/>
                  <a:pt x="10" y="18"/>
                  <a:pt x="14" y="13"/>
                </a:cubicBezTo>
                <a:cubicBezTo>
                  <a:pt x="19" y="9"/>
                  <a:pt x="24" y="6"/>
                  <a:pt x="29" y="4"/>
                </a:cubicBezTo>
                <a:cubicBezTo>
                  <a:pt x="35" y="1"/>
                  <a:pt x="42" y="0"/>
                  <a:pt x="48" y="0"/>
                </a:cubicBezTo>
                <a:cubicBezTo>
                  <a:pt x="55" y="0"/>
                  <a:pt x="61" y="1"/>
                  <a:pt x="66" y="4"/>
                </a:cubicBezTo>
                <a:cubicBezTo>
                  <a:pt x="72" y="6"/>
                  <a:pt x="77" y="9"/>
                  <a:pt x="82" y="13"/>
                </a:cubicBezTo>
                <a:cubicBezTo>
                  <a:pt x="86" y="18"/>
                  <a:pt x="89" y="23"/>
                  <a:pt x="92" y="28"/>
                </a:cubicBezTo>
                <a:cubicBezTo>
                  <a:pt x="94" y="34"/>
                  <a:pt x="95" y="40"/>
                  <a:pt x="95" y="47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984240" y="2982960"/>
            <a:ext cx="34200" cy="33120"/>
          </a:xfrm>
          <a:custGeom>
            <a:avLst/>
            <a:gdLst/>
            <a:ahLst/>
            <a:rect l="0" t="0" r="r" b="b"/>
            <a:pathLst>
              <a:path w="95" h="92">
                <a:moveTo>
                  <a:pt x="95" y="47"/>
                </a:moveTo>
                <a:cubicBezTo>
                  <a:pt x="95" y="53"/>
                  <a:pt x="93" y="59"/>
                  <a:pt x="91" y="64"/>
                </a:cubicBezTo>
                <a:cubicBezTo>
                  <a:pt x="89" y="70"/>
                  <a:pt x="85" y="75"/>
                  <a:pt x="81" y="79"/>
                </a:cubicBezTo>
                <a:cubicBezTo>
                  <a:pt x="76" y="83"/>
                  <a:pt x="71" y="86"/>
                  <a:pt x="66" y="89"/>
                </a:cubicBezTo>
                <a:cubicBezTo>
                  <a:pt x="60" y="91"/>
                  <a:pt x="54" y="92"/>
                  <a:pt x="48" y="92"/>
                </a:cubicBezTo>
                <a:cubicBezTo>
                  <a:pt x="41" y="92"/>
                  <a:pt x="34" y="91"/>
                  <a:pt x="29" y="89"/>
                </a:cubicBezTo>
                <a:cubicBezTo>
                  <a:pt x="23" y="86"/>
                  <a:pt x="18" y="83"/>
                  <a:pt x="13" y="79"/>
                </a:cubicBezTo>
                <a:cubicBezTo>
                  <a:pt x="9" y="75"/>
                  <a:pt x="5" y="70"/>
                  <a:pt x="3" y="64"/>
                </a:cubicBezTo>
                <a:cubicBezTo>
                  <a:pt x="1" y="59"/>
                  <a:pt x="0" y="53"/>
                  <a:pt x="0" y="47"/>
                </a:cubicBezTo>
                <a:cubicBezTo>
                  <a:pt x="0" y="40"/>
                  <a:pt x="1" y="34"/>
                  <a:pt x="3" y="28"/>
                </a:cubicBezTo>
                <a:cubicBezTo>
                  <a:pt x="5" y="23"/>
                  <a:pt x="9" y="18"/>
                  <a:pt x="13" y="13"/>
                </a:cubicBezTo>
                <a:cubicBezTo>
                  <a:pt x="18" y="9"/>
                  <a:pt x="23" y="6"/>
                  <a:pt x="29" y="4"/>
                </a:cubicBezTo>
                <a:cubicBezTo>
                  <a:pt x="34" y="1"/>
                  <a:pt x="41" y="0"/>
                  <a:pt x="48" y="0"/>
                </a:cubicBezTo>
                <a:cubicBezTo>
                  <a:pt x="54" y="0"/>
                  <a:pt x="60" y="1"/>
                  <a:pt x="66" y="4"/>
                </a:cubicBezTo>
                <a:cubicBezTo>
                  <a:pt x="71" y="6"/>
                  <a:pt x="76" y="9"/>
                  <a:pt x="81" y="13"/>
                </a:cubicBezTo>
                <a:cubicBezTo>
                  <a:pt x="85" y="18"/>
                  <a:pt x="89" y="23"/>
                  <a:pt x="91" y="28"/>
                </a:cubicBezTo>
                <a:cubicBezTo>
                  <a:pt x="93" y="34"/>
                  <a:pt x="95" y="40"/>
                  <a:pt x="95" y="47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848520" y="2982960"/>
            <a:ext cx="34200" cy="33120"/>
          </a:xfrm>
          <a:custGeom>
            <a:avLst/>
            <a:gdLst/>
            <a:ahLst/>
            <a:rect l="0" t="0" r="r" b="b"/>
            <a:pathLst>
              <a:path w="95" h="92">
                <a:moveTo>
                  <a:pt x="95" y="47"/>
                </a:moveTo>
                <a:cubicBezTo>
                  <a:pt x="95" y="53"/>
                  <a:pt x="94" y="59"/>
                  <a:pt x="92" y="64"/>
                </a:cubicBezTo>
                <a:cubicBezTo>
                  <a:pt x="89" y="70"/>
                  <a:pt x="86" y="75"/>
                  <a:pt x="82" y="79"/>
                </a:cubicBezTo>
                <a:cubicBezTo>
                  <a:pt x="77" y="83"/>
                  <a:pt x="72" y="86"/>
                  <a:pt x="66" y="89"/>
                </a:cubicBezTo>
                <a:cubicBezTo>
                  <a:pt x="61" y="91"/>
                  <a:pt x="55" y="92"/>
                  <a:pt x="48" y="92"/>
                </a:cubicBezTo>
                <a:cubicBezTo>
                  <a:pt x="42" y="92"/>
                  <a:pt x="35" y="91"/>
                  <a:pt x="29" y="89"/>
                </a:cubicBezTo>
                <a:cubicBezTo>
                  <a:pt x="24" y="86"/>
                  <a:pt x="18" y="83"/>
                  <a:pt x="14" y="79"/>
                </a:cubicBezTo>
                <a:cubicBezTo>
                  <a:pt x="10" y="75"/>
                  <a:pt x="6" y="70"/>
                  <a:pt x="4" y="64"/>
                </a:cubicBezTo>
                <a:cubicBezTo>
                  <a:pt x="1" y="59"/>
                  <a:pt x="0" y="53"/>
                  <a:pt x="0" y="47"/>
                </a:cubicBezTo>
                <a:cubicBezTo>
                  <a:pt x="0" y="40"/>
                  <a:pt x="1" y="34"/>
                  <a:pt x="4" y="28"/>
                </a:cubicBezTo>
                <a:cubicBezTo>
                  <a:pt x="6" y="23"/>
                  <a:pt x="10" y="18"/>
                  <a:pt x="14" y="13"/>
                </a:cubicBezTo>
                <a:cubicBezTo>
                  <a:pt x="18" y="9"/>
                  <a:pt x="24" y="6"/>
                  <a:pt x="29" y="4"/>
                </a:cubicBezTo>
                <a:cubicBezTo>
                  <a:pt x="35" y="1"/>
                  <a:pt x="42" y="0"/>
                  <a:pt x="48" y="0"/>
                </a:cubicBezTo>
                <a:cubicBezTo>
                  <a:pt x="55" y="0"/>
                  <a:pt x="61" y="1"/>
                  <a:pt x="66" y="4"/>
                </a:cubicBezTo>
                <a:cubicBezTo>
                  <a:pt x="72" y="6"/>
                  <a:pt x="77" y="9"/>
                  <a:pt x="82" y="13"/>
                </a:cubicBezTo>
                <a:cubicBezTo>
                  <a:pt x="86" y="18"/>
                  <a:pt x="89" y="23"/>
                  <a:pt x="92" y="28"/>
                </a:cubicBezTo>
                <a:cubicBezTo>
                  <a:pt x="94" y="34"/>
                  <a:pt x="95" y="40"/>
                  <a:pt x="95" y="47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5228280" y="2207160"/>
            <a:ext cx="4906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→ authenticated, supports photo + GPS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1096920" y="2815560"/>
            <a:ext cx="157572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9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WhatsApp</a:t>
            </a:r>
            <a:endParaRPr lang="en-IN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2619360" y="3419280"/>
            <a:ext cx="1733760" cy="371880"/>
          </a:xfrm>
          <a:custGeom>
            <a:avLst/>
            <a:gdLst/>
            <a:ahLst/>
            <a:rect l="0" t="0" r="r" b="b"/>
            <a:pathLst>
              <a:path w="4816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1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4656" y="0"/>
                </a:lnTo>
                <a:cubicBezTo>
                  <a:pt x="4667" y="0"/>
                  <a:pt x="4677" y="1"/>
                  <a:pt x="4687" y="3"/>
                </a:cubicBezTo>
                <a:cubicBezTo>
                  <a:pt x="4697" y="5"/>
                  <a:pt x="4707" y="8"/>
                  <a:pt x="4717" y="12"/>
                </a:cubicBezTo>
                <a:cubicBezTo>
                  <a:pt x="4727" y="16"/>
                  <a:pt x="4736" y="21"/>
                  <a:pt x="4744" y="27"/>
                </a:cubicBezTo>
                <a:cubicBezTo>
                  <a:pt x="4753" y="33"/>
                  <a:pt x="4761" y="39"/>
                  <a:pt x="4769" y="47"/>
                </a:cubicBezTo>
                <a:cubicBezTo>
                  <a:pt x="4777" y="54"/>
                  <a:pt x="4783" y="62"/>
                  <a:pt x="4789" y="71"/>
                </a:cubicBezTo>
                <a:cubicBezTo>
                  <a:pt x="4795" y="79"/>
                  <a:pt x="4800" y="88"/>
                  <a:pt x="4804" y="98"/>
                </a:cubicBezTo>
                <a:cubicBezTo>
                  <a:pt x="4808" y="108"/>
                  <a:pt x="4811" y="118"/>
                  <a:pt x="4813" y="128"/>
                </a:cubicBezTo>
                <a:cubicBezTo>
                  <a:pt x="4815" y="138"/>
                  <a:pt x="4816" y="148"/>
                  <a:pt x="4816" y="159"/>
                </a:cubicBezTo>
                <a:lnTo>
                  <a:pt x="4816" y="874"/>
                </a:lnTo>
                <a:cubicBezTo>
                  <a:pt x="4816" y="885"/>
                  <a:pt x="4815" y="895"/>
                  <a:pt x="4813" y="905"/>
                </a:cubicBezTo>
                <a:cubicBezTo>
                  <a:pt x="4811" y="915"/>
                  <a:pt x="4808" y="925"/>
                  <a:pt x="4804" y="935"/>
                </a:cubicBezTo>
                <a:cubicBezTo>
                  <a:pt x="4800" y="945"/>
                  <a:pt x="4795" y="954"/>
                  <a:pt x="4789" y="962"/>
                </a:cubicBezTo>
                <a:cubicBezTo>
                  <a:pt x="4783" y="971"/>
                  <a:pt x="4777" y="979"/>
                  <a:pt x="4769" y="986"/>
                </a:cubicBezTo>
                <a:cubicBezTo>
                  <a:pt x="4761" y="994"/>
                  <a:pt x="4753" y="1000"/>
                  <a:pt x="4744" y="1006"/>
                </a:cubicBezTo>
                <a:cubicBezTo>
                  <a:pt x="4736" y="1012"/>
                  <a:pt x="4727" y="1017"/>
                  <a:pt x="4717" y="1021"/>
                </a:cubicBezTo>
                <a:cubicBezTo>
                  <a:pt x="4707" y="1025"/>
                  <a:pt x="4697" y="1028"/>
                  <a:pt x="4687" y="1030"/>
                </a:cubicBezTo>
                <a:cubicBezTo>
                  <a:pt x="4677" y="1032"/>
                  <a:pt x="4667" y="1033"/>
                  <a:pt x="4656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7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1" y="1000"/>
                  <a:pt x="53" y="994"/>
                  <a:pt x="46" y="986"/>
                </a:cubicBezTo>
                <a:cubicBezTo>
                  <a:pt x="39" y="979"/>
                  <a:pt x="32" y="971"/>
                  <a:pt x="26" y="962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747720" y="3387960"/>
            <a:ext cx="18842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Twilio sandbox 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2712240" y="3511080"/>
            <a:ext cx="1549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+14155238886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4743360" y="3419280"/>
            <a:ext cx="2905560" cy="371880"/>
          </a:xfrm>
          <a:custGeom>
            <a:avLst/>
            <a:gdLst/>
            <a:ahLst/>
            <a:rect l="0" t="0" r="r" b="b"/>
            <a:pathLst>
              <a:path w="8071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7912" y="0"/>
                </a:lnTo>
                <a:cubicBezTo>
                  <a:pt x="7922" y="0"/>
                  <a:pt x="7933" y="1"/>
                  <a:pt x="7943" y="3"/>
                </a:cubicBezTo>
                <a:cubicBezTo>
                  <a:pt x="7953" y="5"/>
                  <a:pt x="7963" y="8"/>
                  <a:pt x="7973" y="12"/>
                </a:cubicBezTo>
                <a:cubicBezTo>
                  <a:pt x="7982" y="16"/>
                  <a:pt x="7991" y="21"/>
                  <a:pt x="8000" y="27"/>
                </a:cubicBezTo>
                <a:cubicBezTo>
                  <a:pt x="8009" y="33"/>
                  <a:pt x="8017" y="39"/>
                  <a:pt x="8024" y="47"/>
                </a:cubicBezTo>
                <a:cubicBezTo>
                  <a:pt x="8031" y="54"/>
                  <a:pt x="8038" y="62"/>
                  <a:pt x="8044" y="71"/>
                </a:cubicBezTo>
                <a:cubicBezTo>
                  <a:pt x="8050" y="79"/>
                  <a:pt x="8054" y="88"/>
                  <a:pt x="8058" y="98"/>
                </a:cubicBezTo>
                <a:cubicBezTo>
                  <a:pt x="8062" y="108"/>
                  <a:pt x="8065" y="118"/>
                  <a:pt x="8067" y="128"/>
                </a:cubicBezTo>
                <a:cubicBezTo>
                  <a:pt x="8070" y="138"/>
                  <a:pt x="8071" y="148"/>
                  <a:pt x="8071" y="159"/>
                </a:cubicBezTo>
                <a:lnTo>
                  <a:pt x="8071" y="874"/>
                </a:lnTo>
                <a:cubicBezTo>
                  <a:pt x="8071" y="885"/>
                  <a:pt x="8070" y="895"/>
                  <a:pt x="8067" y="905"/>
                </a:cubicBezTo>
                <a:cubicBezTo>
                  <a:pt x="8065" y="915"/>
                  <a:pt x="8062" y="925"/>
                  <a:pt x="8058" y="935"/>
                </a:cubicBezTo>
                <a:cubicBezTo>
                  <a:pt x="8054" y="945"/>
                  <a:pt x="8050" y="954"/>
                  <a:pt x="8044" y="962"/>
                </a:cubicBezTo>
                <a:cubicBezTo>
                  <a:pt x="8038" y="971"/>
                  <a:pt x="8031" y="979"/>
                  <a:pt x="8024" y="986"/>
                </a:cubicBezTo>
                <a:cubicBezTo>
                  <a:pt x="8017" y="994"/>
                  <a:pt x="8009" y="1000"/>
                  <a:pt x="8000" y="1006"/>
                </a:cubicBezTo>
                <a:cubicBezTo>
                  <a:pt x="7991" y="1012"/>
                  <a:pt x="7982" y="1017"/>
                  <a:pt x="7973" y="1021"/>
                </a:cubicBezTo>
                <a:cubicBezTo>
                  <a:pt x="7963" y="1025"/>
                  <a:pt x="7953" y="1028"/>
                  <a:pt x="7943" y="1030"/>
                </a:cubicBezTo>
                <a:cubicBezTo>
                  <a:pt x="7933" y="1032"/>
                  <a:pt x="7922" y="1033"/>
                  <a:pt x="7912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0"/>
                  <a:pt x="54" y="994"/>
                  <a:pt x="46" y="986"/>
                </a:cubicBezTo>
                <a:cubicBezTo>
                  <a:pt x="39" y="979"/>
                  <a:pt x="32" y="971"/>
                  <a:pt x="27" y="962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4355280" y="3387960"/>
            <a:ext cx="389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→ 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4839120" y="3511080"/>
            <a:ext cx="2710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/api/whatsapp/inbound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7643880" y="3387960"/>
            <a:ext cx="30175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→ any language, no app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840240" y="4466880"/>
            <a:ext cx="186480" cy="305280"/>
          </a:xfrm>
          <a:custGeom>
            <a:avLst/>
            <a:gdLst/>
            <a:ahLst/>
            <a:rect l="0" t="0" r="r" b="b"/>
            <a:pathLst>
              <a:path w="518" h="848">
                <a:moveTo>
                  <a:pt x="94" y="848"/>
                </a:moveTo>
                <a:cubicBezTo>
                  <a:pt x="93" y="848"/>
                  <a:pt x="0" y="848"/>
                  <a:pt x="0" y="754"/>
                </a:cubicBezTo>
                <a:lnTo>
                  <a:pt x="0" y="95"/>
                </a:lnTo>
                <a:cubicBezTo>
                  <a:pt x="0" y="95"/>
                  <a:pt x="0" y="0"/>
                  <a:pt x="94" y="0"/>
                </a:cubicBezTo>
                <a:lnTo>
                  <a:pt x="423" y="0"/>
                </a:lnTo>
                <a:cubicBezTo>
                  <a:pt x="423" y="0"/>
                  <a:pt x="518" y="0"/>
                  <a:pt x="518" y="95"/>
                </a:cubicBezTo>
                <a:lnTo>
                  <a:pt x="518" y="754"/>
                </a:lnTo>
                <a:cubicBezTo>
                  <a:pt x="518" y="754"/>
                  <a:pt x="518" y="848"/>
                  <a:pt x="423" y="848"/>
                </a:cubicBezTo>
                <a:lnTo>
                  <a:pt x="94" y="848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857160" y="4509360"/>
            <a:ext cx="152640" cy="220680"/>
          </a:xfrm>
          <a:custGeom>
            <a:avLst/>
            <a:gdLst/>
            <a:ahLst/>
            <a:rect l="0" t="0" r="r" b="b"/>
            <a:pathLst>
              <a:path w="424" h="613">
                <a:moveTo>
                  <a:pt x="0" y="0"/>
                </a:moveTo>
                <a:lnTo>
                  <a:pt x="424" y="0"/>
                </a:lnTo>
                <a:lnTo>
                  <a:pt x="424" y="613"/>
                </a:lnTo>
                <a:lnTo>
                  <a:pt x="0" y="613"/>
                </a:lnTo>
                <a:lnTo>
                  <a:pt x="0" y="0"/>
                </a:ln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747720" y="3807360"/>
            <a:ext cx="1811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install required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1096920" y="4415760"/>
            <a:ext cx="71460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9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SMS</a:t>
            </a:r>
            <a:endParaRPr lang="en-IN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3752640" y="5019480"/>
            <a:ext cx="2124360" cy="362160"/>
          </a:xfrm>
          <a:custGeom>
            <a:avLst/>
            <a:gdLst/>
            <a:ahLst/>
            <a:rect l="0" t="0" r="r" b="b"/>
            <a:pathLst>
              <a:path w="5901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743" y="0"/>
                </a:lnTo>
                <a:cubicBezTo>
                  <a:pt x="5753" y="0"/>
                  <a:pt x="5763" y="1"/>
                  <a:pt x="5774" y="3"/>
                </a:cubicBezTo>
                <a:cubicBezTo>
                  <a:pt x="5784" y="5"/>
                  <a:pt x="5794" y="8"/>
                  <a:pt x="5803" y="12"/>
                </a:cubicBezTo>
                <a:cubicBezTo>
                  <a:pt x="5813" y="16"/>
                  <a:pt x="5822" y="21"/>
                  <a:pt x="5831" y="27"/>
                </a:cubicBezTo>
                <a:cubicBezTo>
                  <a:pt x="5839" y="33"/>
                  <a:pt x="5847" y="39"/>
                  <a:pt x="5855" y="47"/>
                </a:cubicBezTo>
                <a:cubicBezTo>
                  <a:pt x="5862" y="54"/>
                  <a:pt x="5869" y="62"/>
                  <a:pt x="5875" y="71"/>
                </a:cubicBezTo>
                <a:cubicBezTo>
                  <a:pt x="5880" y="79"/>
                  <a:pt x="5885" y="88"/>
                  <a:pt x="5889" y="98"/>
                </a:cubicBezTo>
                <a:cubicBezTo>
                  <a:pt x="5893" y="108"/>
                  <a:pt x="5896" y="118"/>
                  <a:pt x="5898" y="128"/>
                </a:cubicBezTo>
                <a:cubicBezTo>
                  <a:pt x="5900" y="138"/>
                  <a:pt x="5901" y="148"/>
                  <a:pt x="5901" y="159"/>
                </a:cubicBezTo>
                <a:lnTo>
                  <a:pt x="5901" y="848"/>
                </a:lnTo>
                <a:cubicBezTo>
                  <a:pt x="5901" y="858"/>
                  <a:pt x="5900" y="868"/>
                  <a:pt x="5898" y="879"/>
                </a:cubicBezTo>
                <a:cubicBezTo>
                  <a:pt x="5896" y="889"/>
                  <a:pt x="5893" y="899"/>
                  <a:pt x="5889" y="908"/>
                </a:cubicBezTo>
                <a:cubicBezTo>
                  <a:pt x="5885" y="918"/>
                  <a:pt x="5880" y="927"/>
                  <a:pt x="5875" y="936"/>
                </a:cubicBezTo>
                <a:cubicBezTo>
                  <a:pt x="5869" y="945"/>
                  <a:pt x="5862" y="953"/>
                  <a:pt x="5855" y="960"/>
                </a:cubicBezTo>
                <a:cubicBezTo>
                  <a:pt x="5847" y="967"/>
                  <a:pt x="5839" y="974"/>
                  <a:pt x="5831" y="980"/>
                </a:cubicBezTo>
                <a:cubicBezTo>
                  <a:pt x="5822" y="985"/>
                  <a:pt x="5813" y="990"/>
                  <a:pt x="5803" y="994"/>
                </a:cubicBezTo>
                <a:cubicBezTo>
                  <a:pt x="5794" y="998"/>
                  <a:pt x="5784" y="1001"/>
                  <a:pt x="5774" y="1003"/>
                </a:cubicBezTo>
                <a:cubicBezTo>
                  <a:pt x="5763" y="1005"/>
                  <a:pt x="5753" y="1006"/>
                  <a:pt x="5743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747720" y="4988160"/>
            <a:ext cx="30186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Twilio Canadian number 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3848400" y="5111280"/>
            <a:ext cx="1936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+1-236-204-3968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6267240" y="5019480"/>
            <a:ext cx="2257920" cy="362160"/>
          </a:xfrm>
          <a:custGeom>
            <a:avLst/>
            <a:gdLst/>
            <a:ahLst/>
            <a:rect l="0" t="0" r="r" b="b"/>
            <a:pathLst>
              <a:path w="6272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6113" y="0"/>
                </a:lnTo>
                <a:cubicBezTo>
                  <a:pt x="6123" y="0"/>
                  <a:pt x="6134" y="1"/>
                  <a:pt x="6144" y="3"/>
                </a:cubicBezTo>
                <a:cubicBezTo>
                  <a:pt x="6154" y="5"/>
                  <a:pt x="6164" y="8"/>
                  <a:pt x="6174" y="12"/>
                </a:cubicBezTo>
                <a:cubicBezTo>
                  <a:pt x="6183" y="16"/>
                  <a:pt x="6192" y="21"/>
                  <a:pt x="6201" y="27"/>
                </a:cubicBezTo>
                <a:cubicBezTo>
                  <a:pt x="6210" y="33"/>
                  <a:pt x="6218" y="39"/>
                  <a:pt x="6225" y="47"/>
                </a:cubicBezTo>
                <a:cubicBezTo>
                  <a:pt x="6233" y="54"/>
                  <a:pt x="6239" y="62"/>
                  <a:pt x="6245" y="71"/>
                </a:cubicBezTo>
                <a:cubicBezTo>
                  <a:pt x="6251" y="79"/>
                  <a:pt x="6256" y="88"/>
                  <a:pt x="6260" y="98"/>
                </a:cubicBezTo>
                <a:cubicBezTo>
                  <a:pt x="6264" y="108"/>
                  <a:pt x="6267" y="118"/>
                  <a:pt x="6269" y="128"/>
                </a:cubicBezTo>
                <a:cubicBezTo>
                  <a:pt x="6271" y="138"/>
                  <a:pt x="6272" y="148"/>
                  <a:pt x="6272" y="159"/>
                </a:cubicBezTo>
                <a:lnTo>
                  <a:pt x="6272" y="848"/>
                </a:lnTo>
                <a:cubicBezTo>
                  <a:pt x="6272" y="858"/>
                  <a:pt x="6271" y="868"/>
                  <a:pt x="6269" y="879"/>
                </a:cubicBezTo>
                <a:cubicBezTo>
                  <a:pt x="6267" y="889"/>
                  <a:pt x="6264" y="899"/>
                  <a:pt x="6260" y="908"/>
                </a:cubicBezTo>
                <a:cubicBezTo>
                  <a:pt x="6256" y="918"/>
                  <a:pt x="6251" y="927"/>
                  <a:pt x="6245" y="936"/>
                </a:cubicBezTo>
                <a:cubicBezTo>
                  <a:pt x="6239" y="945"/>
                  <a:pt x="6233" y="953"/>
                  <a:pt x="6225" y="960"/>
                </a:cubicBezTo>
                <a:cubicBezTo>
                  <a:pt x="6218" y="967"/>
                  <a:pt x="6210" y="974"/>
                  <a:pt x="6201" y="980"/>
                </a:cubicBezTo>
                <a:cubicBezTo>
                  <a:pt x="6192" y="985"/>
                  <a:pt x="6183" y="990"/>
                  <a:pt x="6174" y="994"/>
                </a:cubicBezTo>
                <a:cubicBezTo>
                  <a:pt x="6164" y="998"/>
                  <a:pt x="6154" y="1001"/>
                  <a:pt x="6144" y="1003"/>
                </a:cubicBezTo>
                <a:cubicBezTo>
                  <a:pt x="6134" y="1005"/>
                  <a:pt x="6123" y="1006"/>
                  <a:pt x="6113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5878800" y="4988160"/>
            <a:ext cx="389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→ 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6362640" y="5111280"/>
            <a:ext cx="2065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/api/sms/inbound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8521920" y="4988160"/>
            <a:ext cx="26888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→ works on any basic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785160" y="6062040"/>
            <a:ext cx="296640" cy="296640"/>
          </a:xfrm>
          <a:custGeom>
            <a:avLst/>
            <a:gdLst/>
            <a:ahLst/>
            <a:rect l="0" t="0" r="r" b="b"/>
            <a:pathLst>
              <a:path w="824" h="824">
                <a:moveTo>
                  <a:pt x="791" y="610"/>
                </a:moveTo>
                <a:lnTo>
                  <a:pt x="709" y="528"/>
                </a:lnTo>
                <a:cubicBezTo>
                  <a:pt x="663" y="482"/>
                  <a:pt x="589" y="482"/>
                  <a:pt x="544" y="528"/>
                </a:cubicBezTo>
                <a:cubicBezTo>
                  <a:pt x="527" y="545"/>
                  <a:pt x="516" y="566"/>
                  <a:pt x="512" y="587"/>
                </a:cubicBezTo>
                <a:cubicBezTo>
                  <a:pt x="376" y="562"/>
                  <a:pt x="244" y="431"/>
                  <a:pt x="236" y="313"/>
                </a:cubicBezTo>
                <a:cubicBezTo>
                  <a:pt x="258" y="309"/>
                  <a:pt x="280" y="298"/>
                  <a:pt x="297" y="281"/>
                </a:cubicBezTo>
                <a:cubicBezTo>
                  <a:pt x="342" y="236"/>
                  <a:pt x="342" y="162"/>
                  <a:pt x="297" y="117"/>
                </a:cubicBezTo>
                <a:lnTo>
                  <a:pt x="215" y="35"/>
                </a:lnTo>
                <a:cubicBezTo>
                  <a:pt x="169" y="-12"/>
                  <a:pt x="96" y="-12"/>
                  <a:pt x="50" y="35"/>
                </a:cubicBezTo>
                <a:cubicBezTo>
                  <a:pt x="-197" y="281"/>
                  <a:pt x="544" y="1022"/>
                  <a:pt x="791" y="774"/>
                </a:cubicBezTo>
                <a:cubicBezTo>
                  <a:pt x="836" y="729"/>
                  <a:pt x="836" y="655"/>
                  <a:pt x="791" y="610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747720" y="5397840"/>
            <a:ext cx="7808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phone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1096920" y="6006240"/>
            <a:ext cx="144792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9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Voice IVR</a:t>
            </a:r>
            <a:endParaRPr lang="en-IN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1266480" y="6610320"/>
            <a:ext cx="2124720" cy="247680"/>
          </a:xfrm>
          <a:custGeom>
            <a:avLst/>
            <a:gdLst/>
            <a:ahLst/>
            <a:rect l="0" t="0" r="r" b="b"/>
            <a:pathLst>
              <a:path w="5902" h="688">
                <a:moveTo>
                  <a:pt x="0" y="688"/>
                </a:moveTo>
                <a:lnTo>
                  <a:pt x="0" y="158"/>
                </a:lnTo>
                <a:cubicBezTo>
                  <a:pt x="0" y="148"/>
                  <a:pt x="1" y="138"/>
                  <a:pt x="4" y="127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1"/>
                  <a:pt x="40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743" y="0"/>
                </a:lnTo>
                <a:cubicBezTo>
                  <a:pt x="5753" y="0"/>
                  <a:pt x="5764" y="1"/>
                  <a:pt x="5774" y="3"/>
                </a:cubicBezTo>
                <a:cubicBezTo>
                  <a:pt x="5784" y="5"/>
                  <a:pt x="5794" y="8"/>
                  <a:pt x="5804" y="12"/>
                </a:cubicBezTo>
                <a:cubicBezTo>
                  <a:pt x="5813" y="16"/>
                  <a:pt x="5822" y="21"/>
                  <a:pt x="5831" y="26"/>
                </a:cubicBezTo>
                <a:cubicBezTo>
                  <a:pt x="5840" y="32"/>
                  <a:pt x="5848" y="39"/>
                  <a:pt x="5855" y="46"/>
                </a:cubicBezTo>
                <a:cubicBezTo>
                  <a:pt x="5863" y="53"/>
                  <a:pt x="5869" y="61"/>
                  <a:pt x="5875" y="70"/>
                </a:cubicBezTo>
                <a:cubicBezTo>
                  <a:pt x="5881" y="79"/>
                  <a:pt x="5886" y="88"/>
                  <a:pt x="5890" y="98"/>
                </a:cubicBezTo>
                <a:cubicBezTo>
                  <a:pt x="5894" y="107"/>
                  <a:pt x="5897" y="117"/>
                  <a:pt x="5899" y="127"/>
                </a:cubicBezTo>
                <a:cubicBezTo>
                  <a:pt x="5901" y="138"/>
                  <a:pt x="5902" y="148"/>
                  <a:pt x="5902" y="158"/>
                </a:cubicBezTo>
                <a:lnTo>
                  <a:pt x="5902" y="688"/>
                </a:lnTo>
                <a:lnTo>
                  <a:pt x="0" y="688"/>
                </a:ln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747720" y="6579000"/>
            <a:ext cx="4453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Call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1362600" y="6701760"/>
            <a:ext cx="1936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+1-236-204-3968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3468600" y="6579000"/>
            <a:ext cx="76910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→ speak complaint → Groq transcribes + classifies → SMS reply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10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2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780840" y="1695240"/>
            <a:ext cx="305280" cy="195120"/>
          </a:xfrm>
          <a:custGeom>
            <a:avLst/>
            <a:gdLst/>
            <a:ahLst/>
            <a:rect l="0" t="0" r="r" b="b"/>
            <a:pathLst>
              <a:path w="848" h="542">
                <a:moveTo>
                  <a:pt x="753" y="0"/>
                </a:moveTo>
                <a:lnTo>
                  <a:pt x="94" y="0"/>
                </a:lnTo>
                <a:cubicBezTo>
                  <a:pt x="42" y="0"/>
                  <a:pt x="0" y="42"/>
                  <a:pt x="0" y="94"/>
                </a:cubicBezTo>
                <a:lnTo>
                  <a:pt x="0" y="542"/>
                </a:lnTo>
                <a:lnTo>
                  <a:pt x="848" y="542"/>
                </a:lnTo>
                <a:lnTo>
                  <a:pt x="848" y="94"/>
                </a:lnTo>
                <a:cubicBezTo>
                  <a:pt x="848" y="42"/>
                  <a:pt x="806" y="0"/>
                  <a:pt x="753" y="0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803520" y="1717920"/>
            <a:ext cx="259560" cy="259560"/>
          </a:xfrm>
          <a:custGeom>
            <a:avLst/>
            <a:gdLst/>
            <a:ahLst/>
            <a:rect l="0" t="0" r="r" b="b"/>
            <a:pathLst>
              <a:path w="721" h="721">
                <a:moveTo>
                  <a:pt x="693" y="378"/>
                </a:moveTo>
                <a:cubicBezTo>
                  <a:pt x="731" y="367"/>
                  <a:pt x="731" y="351"/>
                  <a:pt x="693" y="340"/>
                </a:cubicBezTo>
                <a:lnTo>
                  <a:pt x="680" y="336"/>
                </a:lnTo>
                <a:lnTo>
                  <a:pt x="667" y="333"/>
                </a:lnTo>
                <a:lnTo>
                  <a:pt x="598" y="312"/>
                </a:lnTo>
                <a:lnTo>
                  <a:pt x="653" y="266"/>
                </a:lnTo>
                <a:lnTo>
                  <a:pt x="652" y="266"/>
                </a:lnTo>
                <a:lnTo>
                  <a:pt x="664" y="259"/>
                </a:lnTo>
                <a:lnTo>
                  <a:pt x="676" y="250"/>
                </a:lnTo>
                <a:cubicBezTo>
                  <a:pt x="706" y="226"/>
                  <a:pt x="699" y="211"/>
                  <a:pt x="661" y="215"/>
                </a:cubicBezTo>
                <a:lnTo>
                  <a:pt x="646" y="217"/>
                </a:lnTo>
                <a:lnTo>
                  <a:pt x="631" y="219"/>
                </a:lnTo>
                <a:lnTo>
                  <a:pt x="561" y="227"/>
                </a:lnTo>
                <a:lnTo>
                  <a:pt x="603" y="152"/>
                </a:lnTo>
                <a:lnTo>
                  <a:pt x="610" y="139"/>
                </a:lnTo>
                <a:cubicBezTo>
                  <a:pt x="629" y="105"/>
                  <a:pt x="616" y="93"/>
                  <a:pt x="583" y="112"/>
                </a:cubicBezTo>
                <a:lnTo>
                  <a:pt x="569" y="119"/>
                </a:lnTo>
                <a:lnTo>
                  <a:pt x="556" y="125"/>
                </a:lnTo>
                <a:lnTo>
                  <a:pt x="495" y="160"/>
                </a:lnTo>
                <a:lnTo>
                  <a:pt x="503" y="91"/>
                </a:lnTo>
                <a:lnTo>
                  <a:pt x="504" y="76"/>
                </a:lnTo>
                <a:lnTo>
                  <a:pt x="506" y="61"/>
                </a:lnTo>
                <a:cubicBezTo>
                  <a:pt x="511" y="23"/>
                  <a:pt x="495" y="16"/>
                  <a:pt x="471" y="46"/>
                </a:cubicBezTo>
                <a:lnTo>
                  <a:pt x="461" y="58"/>
                </a:lnTo>
                <a:lnTo>
                  <a:pt x="408" y="125"/>
                </a:lnTo>
                <a:lnTo>
                  <a:pt x="389" y="57"/>
                </a:lnTo>
                <a:lnTo>
                  <a:pt x="381" y="28"/>
                </a:lnTo>
                <a:cubicBezTo>
                  <a:pt x="370" y="-9"/>
                  <a:pt x="353" y="-9"/>
                  <a:pt x="342" y="28"/>
                </a:cubicBezTo>
                <a:lnTo>
                  <a:pt x="338" y="43"/>
                </a:lnTo>
                <a:lnTo>
                  <a:pt x="334" y="57"/>
                </a:lnTo>
                <a:lnTo>
                  <a:pt x="315" y="125"/>
                </a:lnTo>
                <a:lnTo>
                  <a:pt x="270" y="70"/>
                </a:lnTo>
                <a:lnTo>
                  <a:pt x="261" y="58"/>
                </a:lnTo>
                <a:lnTo>
                  <a:pt x="251" y="46"/>
                </a:lnTo>
                <a:cubicBezTo>
                  <a:pt x="227" y="16"/>
                  <a:pt x="211" y="23"/>
                  <a:pt x="216" y="61"/>
                </a:cubicBezTo>
                <a:lnTo>
                  <a:pt x="217" y="76"/>
                </a:lnTo>
                <a:lnTo>
                  <a:pt x="219" y="91"/>
                </a:lnTo>
                <a:lnTo>
                  <a:pt x="227" y="161"/>
                </a:lnTo>
                <a:lnTo>
                  <a:pt x="152" y="119"/>
                </a:lnTo>
                <a:lnTo>
                  <a:pt x="139" y="112"/>
                </a:lnTo>
                <a:cubicBezTo>
                  <a:pt x="105" y="93"/>
                  <a:pt x="93" y="105"/>
                  <a:pt x="112" y="139"/>
                </a:cubicBezTo>
                <a:lnTo>
                  <a:pt x="119" y="152"/>
                </a:lnTo>
                <a:lnTo>
                  <a:pt x="161" y="227"/>
                </a:lnTo>
                <a:lnTo>
                  <a:pt x="91" y="219"/>
                </a:lnTo>
                <a:lnTo>
                  <a:pt x="76" y="217"/>
                </a:lnTo>
                <a:lnTo>
                  <a:pt x="61" y="216"/>
                </a:lnTo>
                <a:cubicBezTo>
                  <a:pt x="23" y="211"/>
                  <a:pt x="16" y="227"/>
                  <a:pt x="46" y="251"/>
                </a:cubicBezTo>
                <a:lnTo>
                  <a:pt x="58" y="261"/>
                </a:lnTo>
                <a:lnTo>
                  <a:pt x="70" y="270"/>
                </a:lnTo>
                <a:lnTo>
                  <a:pt x="125" y="314"/>
                </a:lnTo>
                <a:lnTo>
                  <a:pt x="57" y="333"/>
                </a:lnTo>
                <a:lnTo>
                  <a:pt x="43" y="337"/>
                </a:lnTo>
                <a:lnTo>
                  <a:pt x="28" y="341"/>
                </a:lnTo>
                <a:cubicBezTo>
                  <a:pt x="-9" y="352"/>
                  <a:pt x="-9" y="369"/>
                  <a:pt x="28" y="380"/>
                </a:cubicBezTo>
                <a:lnTo>
                  <a:pt x="57" y="388"/>
                </a:lnTo>
                <a:lnTo>
                  <a:pt x="125" y="407"/>
                </a:lnTo>
                <a:lnTo>
                  <a:pt x="58" y="460"/>
                </a:lnTo>
                <a:lnTo>
                  <a:pt x="46" y="470"/>
                </a:lnTo>
                <a:cubicBezTo>
                  <a:pt x="16" y="494"/>
                  <a:pt x="23" y="510"/>
                  <a:pt x="61" y="505"/>
                </a:cubicBezTo>
                <a:lnTo>
                  <a:pt x="76" y="503"/>
                </a:lnTo>
                <a:lnTo>
                  <a:pt x="91" y="502"/>
                </a:lnTo>
                <a:lnTo>
                  <a:pt x="160" y="494"/>
                </a:lnTo>
                <a:lnTo>
                  <a:pt x="125" y="555"/>
                </a:lnTo>
                <a:lnTo>
                  <a:pt x="119" y="568"/>
                </a:lnTo>
                <a:lnTo>
                  <a:pt x="112" y="582"/>
                </a:lnTo>
                <a:cubicBezTo>
                  <a:pt x="93" y="615"/>
                  <a:pt x="105" y="629"/>
                  <a:pt x="139" y="609"/>
                </a:cubicBezTo>
                <a:lnTo>
                  <a:pt x="152" y="602"/>
                </a:lnTo>
                <a:lnTo>
                  <a:pt x="227" y="560"/>
                </a:lnTo>
                <a:lnTo>
                  <a:pt x="219" y="631"/>
                </a:lnTo>
                <a:lnTo>
                  <a:pt x="217" y="646"/>
                </a:lnTo>
                <a:lnTo>
                  <a:pt x="216" y="661"/>
                </a:lnTo>
                <a:cubicBezTo>
                  <a:pt x="211" y="699"/>
                  <a:pt x="227" y="706"/>
                  <a:pt x="251" y="676"/>
                </a:cubicBezTo>
                <a:lnTo>
                  <a:pt x="261" y="664"/>
                </a:lnTo>
                <a:lnTo>
                  <a:pt x="270" y="652"/>
                </a:lnTo>
                <a:lnTo>
                  <a:pt x="315" y="596"/>
                </a:lnTo>
                <a:lnTo>
                  <a:pt x="334" y="665"/>
                </a:lnTo>
                <a:lnTo>
                  <a:pt x="338" y="679"/>
                </a:lnTo>
                <a:lnTo>
                  <a:pt x="342" y="693"/>
                </a:lnTo>
                <a:cubicBezTo>
                  <a:pt x="353" y="731"/>
                  <a:pt x="368" y="731"/>
                  <a:pt x="379" y="693"/>
                </a:cubicBezTo>
                <a:lnTo>
                  <a:pt x="385" y="665"/>
                </a:lnTo>
                <a:lnTo>
                  <a:pt x="385" y="664"/>
                </a:lnTo>
                <a:lnTo>
                  <a:pt x="406" y="596"/>
                </a:lnTo>
                <a:lnTo>
                  <a:pt x="451" y="652"/>
                </a:lnTo>
                <a:lnTo>
                  <a:pt x="461" y="664"/>
                </a:lnTo>
                <a:lnTo>
                  <a:pt x="470" y="676"/>
                </a:lnTo>
                <a:cubicBezTo>
                  <a:pt x="494" y="706"/>
                  <a:pt x="511" y="699"/>
                  <a:pt x="506" y="661"/>
                </a:cubicBezTo>
                <a:lnTo>
                  <a:pt x="504" y="646"/>
                </a:lnTo>
                <a:lnTo>
                  <a:pt x="503" y="631"/>
                </a:lnTo>
                <a:lnTo>
                  <a:pt x="495" y="561"/>
                </a:lnTo>
                <a:lnTo>
                  <a:pt x="556" y="596"/>
                </a:lnTo>
                <a:lnTo>
                  <a:pt x="569" y="602"/>
                </a:lnTo>
                <a:lnTo>
                  <a:pt x="583" y="609"/>
                </a:lnTo>
                <a:cubicBezTo>
                  <a:pt x="616" y="629"/>
                  <a:pt x="629" y="616"/>
                  <a:pt x="610" y="582"/>
                </a:cubicBezTo>
                <a:lnTo>
                  <a:pt x="603" y="568"/>
                </a:lnTo>
                <a:lnTo>
                  <a:pt x="597" y="555"/>
                </a:lnTo>
                <a:lnTo>
                  <a:pt x="562" y="494"/>
                </a:lnTo>
                <a:lnTo>
                  <a:pt x="631" y="502"/>
                </a:lnTo>
                <a:lnTo>
                  <a:pt x="646" y="503"/>
                </a:lnTo>
                <a:lnTo>
                  <a:pt x="661" y="505"/>
                </a:lnTo>
                <a:cubicBezTo>
                  <a:pt x="699" y="510"/>
                  <a:pt x="706" y="494"/>
                  <a:pt x="676" y="470"/>
                </a:cubicBezTo>
                <a:lnTo>
                  <a:pt x="664" y="460"/>
                </a:lnTo>
                <a:lnTo>
                  <a:pt x="652" y="451"/>
                </a:lnTo>
                <a:lnTo>
                  <a:pt x="597" y="405"/>
                </a:lnTo>
                <a:lnTo>
                  <a:pt x="664" y="384"/>
                </a:lnTo>
                <a:lnTo>
                  <a:pt x="665" y="384"/>
                </a:lnTo>
                <a:lnTo>
                  <a:pt x="693" y="378"/>
                </a:lnTo>
                <a:close/>
              </a:path>
            </a:pathLst>
          </a:custGeom>
          <a:solidFill>
            <a:srgbClr val="F490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851760" y="1766160"/>
            <a:ext cx="163440" cy="163440"/>
          </a:xfrm>
          <a:custGeom>
            <a:avLst/>
            <a:gdLst/>
            <a:ahLst/>
            <a:rect l="0" t="0" r="r" b="b"/>
            <a:pathLst>
              <a:path w="454" h="454">
                <a:moveTo>
                  <a:pt x="454" y="226"/>
                </a:moveTo>
                <a:cubicBezTo>
                  <a:pt x="454" y="241"/>
                  <a:pt x="452" y="256"/>
                  <a:pt x="450" y="271"/>
                </a:cubicBezTo>
                <a:cubicBezTo>
                  <a:pt x="447" y="285"/>
                  <a:pt x="442" y="300"/>
                  <a:pt x="437" y="314"/>
                </a:cubicBezTo>
                <a:cubicBezTo>
                  <a:pt x="431" y="328"/>
                  <a:pt x="424" y="341"/>
                  <a:pt x="416" y="353"/>
                </a:cubicBezTo>
                <a:cubicBezTo>
                  <a:pt x="407" y="366"/>
                  <a:pt x="398" y="377"/>
                  <a:pt x="388" y="388"/>
                </a:cubicBezTo>
                <a:cubicBezTo>
                  <a:pt x="377" y="398"/>
                  <a:pt x="366" y="407"/>
                  <a:pt x="353" y="416"/>
                </a:cubicBezTo>
                <a:cubicBezTo>
                  <a:pt x="341" y="424"/>
                  <a:pt x="328" y="431"/>
                  <a:pt x="314" y="437"/>
                </a:cubicBezTo>
                <a:cubicBezTo>
                  <a:pt x="300" y="442"/>
                  <a:pt x="286" y="447"/>
                  <a:pt x="272" y="450"/>
                </a:cubicBezTo>
                <a:cubicBezTo>
                  <a:pt x="257" y="452"/>
                  <a:pt x="242" y="454"/>
                  <a:pt x="227" y="454"/>
                </a:cubicBezTo>
                <a:cubicBezTo>
                  <a:pt x="213" y="454"/>
                  <a:pt x="198" y="452"/>
                  <a:pt x="183" y="450"/>
                </a:cubicBezTo>
                <a:cubicBezTo>
                  <a:pt x="169" y="447"/>
                  <a:pt x="154" y="442"/>
                  <a:pt x="141" y="437"/>
                </a:cubicBezTo>
                <a:cubicBezTo>
                  <a:pt x="127" y="431"/>
                  <a:pt x="113" y="424"/>
                  <a:pt x="101" y="416"/>
                </a:cubicBezTo>
                <a:cubicBezTo>
                  <a:pt x="88" y="407"/>
                  <a:pt x="77" y="398"/>
                  <a:pt x="66" y="388"/>
                </a:cubicBezTo>
                <a:cubicBezTo>
                  <a:pt x="56" y="377"/>
                  <a:pt x="46" y="366"/>
                  <a:pt x="38" y="353"/>
                </a:cubicBezTo>
                <a:cubicBezTo>
                  <a:pt x="30" y="341"/>
                  <a:pt x="23" y="328"/>
                  <a:pt x="17" y="314"/>
                </a:cubicBezTo>
                <a:cubicBezTo>
                  <a:pt x="11" y="300"/>
                  <a:pt x="7" y="285"/>
                  <a:pt x="4" y="271"/>
                </a:cubicBezTo>
                <a:cubicBezTo>
                  <a:pt x="1" y="256"/>
                  <a:pt x="0" y="241"/>
                  <a:pt x="0" y="226"/>
                </a:cubicBezTo>
                <a:cubicBezTo>
                  <a:pt x="0" y="212"/>
                  <a:pt x="1" y="197"/>
                  <a:pt x="4" y="182"/>
                </a:cubicBezTo>
                <a:cubicBezTo>
                  <a:pt x="7" y="168"/>
                  <a:pt x="11" y="153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7" y="23"/>
                  <a:pt x="141" y="17"/>
                </a:cubicBezTo>
                <a:cubicBezTo>
                  <a:pt x="154" y="11"/>
                  <a:pt x="169" y="7"/>
                  <a:pt x="183" y="4"/>
                </a:cubicBezTo>
                <a:cubicBezTo>
                  <a:pt x="198" y="1"/>
                  <a:pt x="213" y="0"/>
                  <a:pt x="227" y="0"/>
                </a:cubicBezTo>
                <a:cubicBezTo>
                  <a:pt x="242" y="0"/>
                  <a:pt x="257" y="1"/>
                  <a:pt x="272" y="4"/>
                </a:cubicBezTo>
                <a:cubicBezTo>
                  <a:pt x="286" y="7"/>
                  <a:pt x="300" y="11"/>
                  <a:pt x="314" y="17"/>
                </a:cubicBezTo>
                <a:cubicBezTo>
                  <a:pt x="328" y="23"/>
                  <a:pt x="341" y="30"/>
                  <a:pt x="353" y="38"/>
                </a:cubicBezTo>
                <a:cubicBezTo>
                  <a:pt x="366" y="46"/>
                  <a:pt x="377" y="56"/>
                  <a:pt x="388" y="66"/>
                </a:cubicBezTo>
                <a:cubicBezTo>
                  <a:pt x="398" y="77"/>
                  <a:pt x="407" y="88"/>
                  <a:pt x="416" y="101"/>
                </a:cubicBezTo>
                <a:cubicBezTo>
                  <a:pt x="424" y="113"/>
                  <a:pt x="431" y="126"/>
                  <a:pt x="437" y="140"/>
                </a:cubicBezTo>
                <a:cubicBezTo>
                  <a:pt x="442" y="153"/>
                  <a:pt x="447" y="168"/>
                  <a:pt x="450" y="182"/>
                </a:cubicBezTo>
                <a:cubicBezTo>
                  <a:pt x="452" y="197"/>
                  <a:pt x="454" y="212"/>
                  <a:pt x="454" y="226"/>
                </a:cubicBezTo>
                <a:close/>
              </a:path>
            </a:pathLst>
          </a:custGeom>
          <a:solidFill>
            <a:srgbClr val="FFE8B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780840" y="1881360"/>
            <a:ext cx="305280" cy="119160"/>
          </a:xfrm>
          <a:custGeom>
            <a:avLst/>
            <a:gdLst/>
            <a:ahLst/>
            <a:rect l="0" t="0" r="r" b="b"/>
            <a:pathLst>
              <a:path w="848" h="331">
                <a:moveTo>
                  <a:pt x="0" y="0"/>
                </a:moveTo>
                <a:lnTo>
                  <a:pt x="0" y="237"/>
                </a:lnTo>
                <a:cubicBezTo>
                  <a:pt x="0" y="289"/>
                  <a:pt x="42" y="331"/>
                  <a:pt x="94" y="331"/>
                </a:cubicBezTo>
                <a:lnTo>
                  <a:pt x="753" y="331"/>
                </a:lnTo>
                <a:cubicBezTo>
                  <a:pt x="806" y="331"/>
                  <a:pt x="848" y="289"/>
                  <a:pt x="848" y="237"/>
                </a:cubicBezTo>
                <a:lnTo>
                  <a:pt x="848" y="0"/>
                </a:lnTo>
                <a:lnTo>
                  <a:pt x="0" y="0"/>
                </a:lnTo>
                <a:close/>
              </a:path>
            </a:pathLst>
          </a:custGeom>
          <a:solidFill>
            <a:srgbClr val="2266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823320" y="1898640"/>
            <a:ext cx="220680" cy="85320"/>
          </a:xfrm>
          <a:custGeom>
            <a:avLst/>
            <a:gdLst/>
            <a:ahLst/>
            <a:rect l="0" t="0" r="r" b="b"/>
            <a:pathLst>
              <a:path w="613" h="237">
                <a:moveTo>
                  <a:pt x="400" y="96"/>
                </a:moveTo>
                <a:cubicBezTo>
                  <a:pt x="354" y="96"/>
                  <a:pt x="324" y="78"/>
                  <a:pt x="306" y="62"/>
                </a:cubicBezTo>
                <a:cubicBezTo>
                  <a:pt x="289" y="78"/>
                  <a:pt x="259" y="96"/>
                  <a:pt x="212" y="96"/>
                </a:cubicBezTo>
                <a:cubicBezTo>
                  <a:pt x="128" y="96"/>
                  <a:pt x="98" y="38"/>
                  <a:pt x="97" y="36"/>
                </a:cubicBezTo>
                <a:cubicBezTo>
                  <a:pt x="91" y="24"/>
                  <a:pt x="96" y="9"/>
                  <a:pt x="108" y="3"/>
                </a:cubicBezTo>
                <a:cubicBezTo>
                  <a:pt x="119" y="-3"/>
                  <a:pt x="133" y="2"/>
                  <a:pt x="139" y="13"/>
                </a:cubicBezTo>
                <a:cubicBezTo>
                  <a:pt x="140" y="16"/>
                  <a:pt x="159" y="49"/>
                  <a:pt x="212" y="49"/>
                </a:cubicBezTo>
                <a:cubicBezTo>
                  <a:pt x="266" y="49"/>
                  <a:pt x="285" y="16"/>
                  <a:pt x="286" y="13"/>
                </a:cubicBezTo>
                <a:cubicBezTo>
                  <a:pt x="290" y="6"/>
                  <a:pt x="297" y="1"/>
                  <a:pt x="307" y="1"/>
                </a:cubicBezTo>
                <a:cubicBezTo>
                  <a:pt x="315" y="1"/>
                  <a:pt x="324" y="6"/>
                  <a:pt x="327" y="14"/>
                </a:cubicBezTo>
                <a:cubicBezTo>
                  <a:pt x="328" y="16"/>
                  <a:pt x="346" y="49"/>
                  <a:pt x="400" y="49"/>
                </a:cubicBezTo>
                <a:cubicBezTo>
                  <a:pt x="455" y="49"/>
                  <a:pt x="474" y="16"/>
                  <a:pt x="475" y="13"/>
                </a:cubicBezTo>
                <a:cubicBezTo>
                  <a:pt x="481" y="2"/>
                  <a:pt x="495" y="-3"/>
                  <a:pt x="506" y="3"/>
                </a:cubicBezTo>
                <a:cubicBezTo>
                  <a:pt x="518" y="9"/>
                  <a:pt x="522" y="24"/>
                  <a:pt x="517" y="36"/>
                </a:cubicBezTo>
                <a:cubicBezTo>
                  <a:pt x="515" y="38"/>
                  <a:pt x="486" y="96"/>
                  <a:pt x="400" y="96"/>
                </a:cubicBezTo>
                <a:moveTo>
                  <a:pt x="496" y="237"/>
                </a:moveTo>
                <a:cubicBezTo>
                  <a:pt x="448" y="237"/>
                  <a:pt x="418" y="219"/>
                  <a:pt x="400" y="203"/>
                </a:cubicBezTo>
                <a:cubicBezTo>
                  <a:pt x="383" y="219"/>
                  <a:pt x="353" y="237"/>
                  <a:pt x="306" y="237"/>
                </a:cubicBezTo>
                <a:cubicBezTo>
                  <a:pt x="260" y="237"/>
                  <a:pt x="230" y="219"/>
                  <a:pt x="212" y="203"/>
                </a:cubicBezTo>
                <a:cubicBezTo>
                  <a:pt x="195" y="219"/>
                  <a:pt x="165" y="237"/>
                  <a:pt x="118" y="237"/>
                </a:cubicBezTo>
                <a:cubicBezTo>
                  <a:pt x="34" y="237"/>
                  <a:pt x="4" y="179"/>
                  <a:pt x="3" y="177"/>
                </a:cubicBezTo>
                <a:cubicBezTo>
                  <a:pt x="-3" y="165"/>
                  <a:pt x="2" y="151"/>
                  <a:pt x="14" y="145"/>
                </a:cubicBezTo>
                <a:cubicBezTo>
                  <a:pt x="25" y="139"/>
                  <a:pt x="39" y="144"/>
                  <a:pt x="45" y="155"/>
                </a:cubicBezTo>
                <a:cubicBezTo>
                  <a:pt x="46" y="157"/>
                  <a:pt x="65" y="190"/>
                  <a:pt x="118" y="190"/>
                </a:cubicBezTo>
                <a:cubicBezTo>
                  <a:pt x="172" y="190"/>
                  <a:pt x="191" y="157"/>
                  <a:pt x="191" y="155"/>
                </a:cubicBezTo>
                <a:cubicBezTo>
                  <a:pt x="196" y="148"/>
                  <a:pt x="204" y="143"/>
                  <a:pt x="213" y="143"/>
                </a:cubicBezTo>
                <a:cubicBezTo>
                  <a:pt x="221" y="143"/>
                  <a:pt x="229" y="148"/>
                  <a:pt x="233" y="156"/>
                </a:cubicBezTo>
                <a:cubicBezTo>
                  <a:pt x="234" y="157"/>
                  <a:pt x="252" y="190"/>
                  <a:pt x="306" y="190"/>
                </a:cubicBezTo>
                <a:cubicBezTo>
                  <a:pt x="360" y="190"/>
                  <a:pt x="379" y="157"/>
                  <a:pt x="380" y="155"/>
                </a:cubicBezTo>
                <a:cubicBezTo>
                  <a:pt x="384" y="148"/>
                  <a:pt x="392" y="143"/>
                  <a:pt x="401" y="143"/>
                </a:cubicBezTo>
                <a:cubicBezTo>
                  <a:pt x="410" y="143"/>
                  <a:pt x="418" y="148"/>
                  <a:pt x="422" y="156"/>
                </a:cubicBezTo>
                <a:cubicBezTo>
                  <a:pt x="422" y="157"/>
                  <a:pt x="440" y="190"/>
                  <a:pt x="496" y="190"/>
                </a:cubicBezTo>
                <a:cubicBezTo>
                  <a:pt x="550" y="190"/>
                  <a:pt x="568" y="157"/>
                  <a:pt x="569" y="155"/>
                </a:cubicBezTo>
                <a:cubicBezTo>
                  <a:pt x="575" y="144"/>
                  <a:pt x="589" y="140"/>
                  <a:pt x="600" y="145"/>
                </a:cubicBezTo>
                <a:cubicBezTo>
                  <a:pt x="612" y="151"/>
                  <a:pt x="616" y="165"/>
                  <a:pt x="611" y="177"/>
                </a:cubicBezTo>
                <a:cubicBezTo>
                  <a:pt x="609" y="179"/>
                  <a:pt x="580" y="237"/>
                  <a:pt x="496" y="237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747720" y="732960"/>
            <a:ext cx="638712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NayakAI — Leader Intelligence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1096920" y="1634400"/>
            <a:ext cx="208692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9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Morning Brief</a:t>
            </a:r>
            <a:endParaRPr lang="en-IN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747720" y="2207160"/>
            <a:ext cx="102056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Auto-generated daily report: unresolved complaints · ward hotspots · SLA breaches ·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780840" y="3294000"/>
            <a:ext cx="305280" cy="279360"/>
          </a:xfrm>
          <a:custGeom>
            <a:avLst/>
            <a:gdLst/>
            <a:ahLst/>
            <a:rect l="0" t="0" r="r" b="b"/>
            <a:pathLst>
              <a:path w="848" h="776">
                <a:moveTo>
                  <a:pt x="423" y="0"/>
                </a:moveTo>
                <a:cubicBezTo>
                  <a:pt x="190" y="0"/>
                  <a:pt x="0" y="143"/>
                  <a:pt x="0" y="319"/>
                </a:cubicBezTo>
                <a:cubicBezTo>
                  <a:pt x="0" y="419"/>
                  <a:pt x="61" y="508"/>
                  <a:pt x="155" y="567"/>
                </a:cubicBezTo>
                <a:cubicBezTo>
                  <a:pt x="143" y="620"/>
                  <a:pt x="114" y="698"/>
                  <a:pt x="47" y="776"/>
                </a:cubicBezTo>
                <a:cubicBezTo>
                  <a:pt x="183" y="754"/>
                  <a:pt x="269" y="690"/>
                  <a:pt x="323" y="630"/>
                </a:cubicBezTo>
                <a:cubicBezTo>
                  <a:pt x="355" y="636"/>
                  <a:pt x="389" y="639"/>
                  <a:pt x="423" y="639"/>
                </a:cubicBezTo>
                <a:cubicBezTo>
                  <a:pt x="657" y="639"/>
                  <a:pt x="848" y="496"/>
                  <a:pt x="848" y="319"/>
                </a:cubicBezTo>
                <a:cubicBezTo>
                  <a:pt x="848" y="143"/>
                  <a:pt x="657" y="0"/>
                  <a:pt x="423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916200" y="3392640"/>
            <a:ext cx="34200" cy="33120"/>
          </a:xfrm>
          <a:custGeom>
            <a:avLst/>
            <a:gdLst/>
            <a:ahLst/>
            <a:rect l="0" t="0" r="r" b="b"/>
            <a:pathLst>
              <a:path w="95" h="92">
                <a:moveTo>
                  <a:pt x="95" y="45"/>
                </a:moveTo>
                <a:cubicBezTo>
                  <a:pt x="95" y="51"/>
                  <a:pt x="94" y="57"/>
                  <a:pt x="92" y="63"/>
                </a:cubicBezTo>
                <a:cubicBezTo>
                  <a:pt x="89" y="68"/>
                  <a:pt x="86" y="73"/>
                  <a:pt x="82" y="78"/>
                </a:cubicBezTo>
                <a:cubicBezTo>
                  <a:pt x="77" y="82"/>
                  <a:pt x="72" y="85"/>
                  <a:pt x="66" y="88"/>
                </a:cubicBezTo>
                <a:cubicBezTo>
                  <a:pt x="61" y="91"/>
                  <a:pt x="55" y="92"/>
                  <a:pt x="48" y="92"/>
                </a:cubicBezTo>
                <a:cubicBezTo>
                  <a:pt x="42" y="92"/>
                  <a:pt x="35" y="91"/>
                  <a:pt x="29" y="88"/>
                </a:cubicBezTo>
                <a:cubicBezTo>
                  <a:pt x="24" y="85"/>
                  <a:pt x="19" y="82"/>
                  <a:pt x="14" y="78"/>
                </a:cubicBezTo>
                <a:cubicBezTo>
                  <a:pt x="10" y="73"/>
                  <a:pt x="6" y="68"/>
                  <a:pt x="4" y="63"/>
                </a:cubicBezTo>
                <a:cubicBezTo>
                  <a:pt x="2" y="57"/>
                  <a:pt x="0" y="51"/>
                  <a:pt x="0" y="45"/>
                </a:cubicBezTo>
                <a:cubicBezTo>
                  <a:pt x="0" y="39"/>
                  <a:pt x="2" y="34"/>
                  <a:pt x="4" y="28"/>
                </a:cubicBezTo>
                <a:cubicBezTo>
                  <a:pt x="6" y="22"/>
                  <a:pt x="10" y="17"/>
                  <a:pt x="14" y="13"/>
                </a:cubicBezTo>
                <a:cubicBezTo>
                  <a:pt x="19" y="9"/>
                  <a:pt x="24" y="6"/>
                  <a:pt x="29" y="3"/>
                </a:cubicBezTo>
                <a:cubicBezTo>
                  <a:pt x="35" y="1"/>
                  <a:pt x="42" y="0"/>
                  <a:pt x="48" y="0"/>
                </a:cubicBezTo>
                <a:cubicBezTo>
                  <a:pt x="55" y="0"/>
                  <a:pt x="61" y="1"/>
                  <a:pt x="66" y="3"/>
                </a:cubicBezTo>
                <a:cubicBezTo>
                  <a:pt x="72" y="6"/>
                  <a:pt x="77" y="9"/>
                  <a:pt x="82" y="13"/>
                </a:cubicBezTo>
                <a:cubicBezTo>
                  <a:pt x="86" y="17"/>
                  <a:pt x="89" y="22"/>
                  <a:pt x="92" y="28"/>
                </a:cubicBezTo>
                <a:cubicBezTo>
                  <a:pt x="94" y="34"/>
                  <a:pt x="95" y="39"/>
                  <a:pt x="95" y="45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984240" y="3392640"/>
            <a:ext cx="34200" cy="33120"/>
          </a:xfrm>
          <a:custGeom>
            <a:avLst/>
            <a:gdLst/>
            <a:ahLst/>
            <a:rect l="0" t="0" r="r" b="b"/>
            <a:pathLst>
              <a:path w="95" h="92">
                <a:moveTo>
                  <a:pt x="95" y="45"/>
                </a:moveTo>
                <a:cubicBezTo>
                  <a:pt x="95" y="51"/>
                  <a:pt x="93" y="57"/>
                  <a:pt x="91" y="63"/>
                </a:cubicBezTo>
                <a:cubicBezTo>
                  <a:pt x="89" y="68"/>
                  <a:pt x="85" y="73"/>
                  <a:pt x="81" y="78"/>
                </a:cubicBezTo>
                <a:cubicBezTo>
                  <a:pt x="76" y="82"/>
                  <a:pt x="71" y="85"/>
                  <a:pt x="66" y="88"/>
                </a:cubicBezTo>
                <a:cubicBezTo>
                  <a:pt x="60" y="91"/>
                  <a:pt x="54" y="92"/>
                  <a:pt x="48" y="92"/>
                </a:cubicBezTo>
                <a:cubicBezTo>
                  <a:pt x="41" y="92"/>
                  <a:pt x="34" y="91"/>
                  <a:pt x="29" y="88"/>
                </a:cubicBezTo>
                <a:cubicBezTo>
                  <a:pt x="23" y="85"/>
                  <a:pt x="18" y="82"/>
                  <a:pt x="13" y="78"/>
                </a:cubicBezTo>
                <a:cubicBezTo>
                  <a:pt x="9" y="73"/>
                  <a:pt x="5" y="68"/>
                  <a:pt x="3" y="63"/>
                </a:cubicBezTo>
                <a:cubicBezTo>
                  <a:pt x="1" y="57"/>
                  <a:pt x="0" y="51"/>
                  <a:pt x="0" y="45"/>
                </a:cubicBezTo>
                <a:cubicBezTo>
                  <a:pt x="0" y="39"/>
                  <a:pt x="1" y="34"/>
                  <a:pt x="3" y="28"/>
                </a:cubicBezTo>
                <a:cubicBezTo>
                  <a:pt x="5" y="22"/>
                  <a:pt x="9" y="17"/>
                  <a:pt x="13" y="13"/>
                </a:cubicBezTo>
                <a:cubicBezTo>
                  <a:pt x="18" y="9"/>
                  <a:pt x="23" y="6"/>
                  <a:pt x="29" y="3"/>
                </a:cubicBezTo>
                <a:cubicBezTo>
                  <a:pt x="34" y="1"/>
                  <a:pt x="41" y="0"/>
                  <a:pt x="48" y="0"/>
                </a:cubicBezTo>
                <a:cubicBezTo>
                  <a:pt x="54" y="0"/>
                  <a:pt x="60" y="1"/>
                  <a:pt x="66" y="3"/>
                </a:cubicBezTo>
                <a:cubicBezTo>
                  <a:pt x="71" y="6"/>
                  <a:pt x="76" y="9"/>
                  <a:pt x="81" y="13"/>
                </a:cubicBezTo>
                <a:cubicBezTo>
                  <a:pt x="85" y="17"/>
                  <a:pt x="89" y="22"/>
                  <a:pt x="91" y="28"/>
                </a:cubicBezTo>
                <a:cubicBezTo>
                  <a:pt x="93" y="34"/>
                  <a:pt x="95" y="39"/>
                  <a:pt x="95" y="45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848520" y="3392640"/>
            <a:ext cx="34200" cy="33120"/>
          </a:xfrm>
          <a:custGeom>
            <a:avLst/>
            <a:gdLst/>
            <a:ahLst/>
            <a:rect l="0" t="0" r="r" b="b"/>
            <a:pathLst>
              <a:path w="95" h="92">
                <a:moveTo>
                  <a:pt x="95" y="45"/>
                </a:moveTo>
                <a:cubicBezTo>
                  <a:pt x="95" y="51"/>
                  <a:pt x="94" y="57"/>
                  <a:pt x="92" y="63"/>
                </a:cubicBezTo>
                <a:cubicBezTo>
                  <a:pt x="89" y="68"/>
                  <a:pt x="86" y="73"/>
                  <a:pt x="82" y="78"/>
                </a:cubicBezTo>
                <a:cubicBezTo>
                  <a:pt x="77" y="82"/>
                  <a:pt x="72" y="85"/>
                  <a:pt x="66" y="88"/>
                </a:cubicBezTo>
                <a:cubicBezTo>
                  <a:pt x="61" y="91"/>
                  <a:pt x="55" y="92"/>
                  <a:pt x="48" y="92"/>
                </a:cubicBezTo>
                <a:cubicBezTo>
                  <a:pt x="42" y="92"/>
                  <a:pt x="35" y="91"/>
                  <a:pt x="29" y="88"/>
                </a:cubicBezTo>
                <a:cubicBezTo>
                  <a:pt x="24" y="85"/>
                  <a:pt x="18" y="82"/>
                  <a:pt x="14" y="78"/>
                </a:cubicBezTo>
                <a:cubicBezTo>
                  <a:pt x="10" y="73"/>
                  <a:pt x="6" y="68"/>
                  <a:pt x="4" y="63"/>
                </a:cubicBezTo>
                <a:cubicBezTo>
                  <a:pt x="1" y="57"/>
                  <a:pt x="0" y="51"/>
                  <a:pt x="0" y="45"/>
                </a:cubicBezTo>
                <a:cubicBezTo>
                  <a:pt x="0" y="39"/>
                  <a:pt x="1" y="34"/>
                  <a:pt x="4" y="28"/>
                </a:cubicBezTo>
                <a:cubicBezTo>
                  <a:pt x="6" y="22"/>
                  <a:pt x="10" y="17"/>
                  <a:pt x="14" y="13"/>
                </a:cubicBezTo>
                <a:cubicBezTo>
                  <a:pt x="18" y="9"/>
                  <a:pt x="24" y="6"/>
                  <a:pt x="29" y="3"/>
                </a:cubicBezTo>
                <a:cubicBezTo>
                  <a:pt x="35" y="1"/>
                  <a:pt x="42" y="0"/>
                  <a:pt x="48" y="0"/>
                </a:cubicBezTo>
                <a:cubicBezTo>
                  <a:pt x="55" y="0"/>
                  <a:pt x="61" y="1"/>
                  <a:pt x="66" y="3"/>
                </a:cubicBezTo>
                <a:cubicBezTo>
                  <a:pt x="72" y="6"/>
                  <a:pt x="77" y="9"/>
                  <a:pt x="82" y="13"/>
                </a:cubicBezTo>
                <a:cubicBezTo>
                  <a:pt x="86" y="17"/>
                  <a:pt x="89" y="22"/>
                  <a:pt x="92" y="28"/>
                </a:cubicBezTo>
                <a:cubicBezTo>
                  <a:pt x="94" y="34"/>
                  <a:pt x="95" y="39"/>
                  <a:pt x="95" y="45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747720" y="2626200"/>
            <a:ext cx="1931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sentiment score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1096920" y="3224880"/>
            <a:ext cx="255888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9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Governance Q&amp;A</a:t>
            </a:r>
            <a:endParaRPr lang="en-IN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747720" y="3797640"/>
            <a:ext cx="63514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i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"How many water complaints in Ward 7 this month?"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922320" y="4867200"/>
            <a:ext cx="138240" cy="137880"/>
          </a:xfrm>
          <a:custGeom>
            <a:avLst/>
            <a:gdLst/>
            <a:ahLst/>
            <a:rect l="0" t="0" r="r" b="b"/>
            <a:pathLst>
              <a:path w="384" h="383">
                <a:moveTo>
                  <a:pt x="370" y="226"/>
                </a:moveTo>
                <a:lnTo>
                  <a:pt x="158" y="13"/>
                </a:lnTo>
                <a:cubicBezTo>
                  <a:pt x="149" y="5"/>
                  <a:pt x="137" y="0"/>
                  <a:pt x="124" y="0"/>
                </a:cubicBezTo>
                <a:cubicBezTo>
                  <a:pt x="99" y="0"/>
                  <a:pt x="77" y="21"/>
                  <a:pt x="77" y="48"/>
                </a:cubicBezTo>
                <a:cubicBezTo>
                  <a:pt x="77" y="61"/>
                  <a:pt x="83" y="73"/>
                  <a:pt x="91" y="81"/>
                </a:cubicBezTo>
                <a:lnTo>
                  <a:pt x="0" y="172"/>
                </a:lnTo>
                <a:lnTo>
                  <a:pt x="212" y="383"/>
                </a:lnTo>
                <a:lnTo>
                  <a:pt x="304" y="293"/>
                </a:lnTo>
                <a:cubicBezTo>
                  <a:pt x="312" y="301"/>
                  <a:pt x="324" y="306"/>
                  <a:pt x="337" y="306"/>
                </a:cubicBezTo>
                <a:cubicBezTo>
                  <a:pt x="363" y="306"/>
                  <a:pt x="384" y="285"/>
                  <a:pt x="384" y="259"/>
                </a:cubicBezTo>
                <a:cubicBezTo>
                  <a:pt x="384" y="246"/>
                  <a:pt x="379" y="235"/>
                  <a:pt x="370" y="226"/>
                </a:cubicBez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806400" y="4867200"/>
            <a:ext cx="254160" cy="304920"/>
          </a:xfrm>
          <a:custGeom>
            <a:avLst/>
            <a:gdLst/>
            <a:ahLst/>
            <a:rect l="0" t="0" r="r" b="b"/>
            <a:pathLst>
              <a:path w="706" h="847">
                <a:moveTo>
                  <a:pt x="94" y="0"/>
                </a:moveTo>
                <a:cubicBezTo>
                  <a:pt x="42" y="0"/>
                  <a:pt x="0" y="42"/>
                  <a:pt x="0" y="94"/>
                </a:cubicBezTo>
                <a:lnTo>
                  <a:pt x="0" y="753"/>
                </a:lnTo>
                <a:cubicBezTo>
                  <a:pt x="0" y="805"/>
                  <a:pt x="42" y="847"/>
                  <a:pt x="94" y="847"/>
                </a:cubicBezTo>
                <a:lnTo>
                  <a:pt x="612" y="847"/>
                </a:lnTo>
                <a:cubicBezTo>
                  <a:pt x="664" y="847"/>
                  <a:pt x="706" y="805"/>
                  <a:pt x="706" y="753"/>
                </a:cubicBezTo>
                <a:lnTo>
                  <a:pt x="706" y="258"/>
                </a:lnTo>
                <a:lnTo>
                  <a:pt x="495" y="258"/>
                </a:lnTo>
                <a:cubicBezTo>
                  <a:pt x="471" y="258"/>
                  <a:pt x="447" y="235"/>
                  <a:pt x="447" y="211"/>
                </a:cubicBezTo>
                <a:lnTo>
                  <a:pt x="447" y="0"/>
                </a:lnTo>
                <a:lnTo>
                  <a:pt x="94" y="0"/>
                </a:ln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840240" y="4867200"/>
            <a:ext cx="220320" cy="245880"/>
          </a:xfrm>
          <a:custGeom>
            <a:avLst/>
            <a:gdLst/>
            <a:ahLst/>
            <a:rect l="0" t="0" r="r" b="b"/>
            <a:pathLst>
              <a:path w="612" h="683">
                <a:moveTo>
                  <a:pt x="305" y="0"/>
                </a:moveTo>
                <a:lnTo>
                  <a:pt x="305" y="211"/>
                </a:lnTo>
                <a:cubicBezTo>
                  <a:pt x="305" y="263"/>
                  <a:pt x="348" y="305"/>
                  <a:pt x="400" y="305"/>
                </a:cubicBezTo>
                <a:lnTo>
                  <a:pt x="612" y="305"/>
                </a:lnTo>
                <a:lnTo>
                  <a:pt x="612" y="258"/>
                </a:lnTo>
                <a:lnTo>
                  <a:pt x="400" y="258"/>
                </a:lnTo>
                <a:cubicBezTo>
                  <a:pt x="376" y="258"/>
                  <a:pt x="352" y="235"/>
                  <a:pt x="352" y="211"/>
                </a:cubicBezTo>
                <a:lnTo>
                  <a:pt x="352" y="0"/>
                </a:lnTo>
                <a:lnTo>
                  <a:pt x="305" y="0"/>
                </a:lnTo>
                <a:moveTo>
                  <a:pt x="235" y="188"/>
                </a:moveTo>
                <a:cubicBezTo>
                  <a:pt x="235" y="201"/>
                  <a:pt x="224" y="211"/>
                  <a:pt x="211" y="211"/>
                </a:cubicBezTo>
                <a:lnTo>
                  <a:pt x="23" y="211"/>
                </a:lnTo>
                <a:cubicBezTo>
                  <a:pt x="10" y="211"/>
                  <a:pt x="0" y="201"/>
                  <a:pt x="0" y="188"/>
                </a:cubicBezTo>
                <a:cubicBezTo>
                  <a:pt x="0" y="175"/>
                  <a:pt x="10" y="164"/>
                  <a:pt x="23" y="164"/>
                </a:cubicBezTo>
                <a:lnTo>
                  <a:pt x="211" y="164"/>
                </a:lnTo>
                <a:cubicBezTo>
                  <a:pt x="224" y="164"/>
                  <a:pt x="235" y="175"/>
                  <a:pt x="235" y="188"/>
                </a:cubicBezTo>
                <a:moveTo>
                  <a:pt x="235" y="282"/>
                </a:moveTo>
                <a:cubicBezTo>
                  <a:pt x="235" y="295"/>
                  <a:pt x="224" y="305"/>
                  <a:pt x="211" y="305"/>
                </a:cubicBezTo>
                <a:lnTo>
                  <a:pt x="23" y="305"/>
                </a:lnTo>
                <a:cubicBezTo>
                  <a:pt x="10" y="305"/>
                  <a:pt x="0" y="295"/>
                  <a:pt x="0" y="282"/>
                </a:cubicBezTo>
                <a:cubicBezTo>
                  <a:pt x="0" y="269"/>
                  <a:pt x="10" y="258"/>
                  <a:pt x="23" y="258"/>
                </a:cubicBezTo>
                <a:lnTo>
                  <a:pt x="211" y="258"/>
                </a:lnTo>
                <a:cubicBezTo>
                  <a:pt x="224" y="258"/>
                  <a:pt x="235" y="269"/>
                  <a:pt x="235" y="282"/>
                </a:cubicBezTo>
                <a:moveTo>
                  <a:pt x="518" y="376"/>
                </a:moveTo>
                <a:cubicBezTo>
                  <a:pt x="518" y="389"/>
                  <a:pt x="508" y="400"/>
                  <a:pt x="495" y="400"/>
                </a:cubicBezTo>
                <a:lnTo>
                  <a:pt x="23" y="400"/>
                </a:lnTo>
                <a:cubicBezTo>
                  <a:pt x="10" y="400"/>
                  <a:pt x="0" y="389"/>
                  <a:pt x="0" y="376"/>
                </a:cubicBezTo>
                <a:cubicBezTo>
                  <a:pt x="0" y="363"/>
                  <a:pt x="10" y="352"/>
                  <a:pt x="23" y="352"/>
                </a:cubicBezTo>
                <a:lnTo>
                  <a:pt x="495" y="352"/>
                </a:lnTo>
                <a:cubicBezTo>
                  <a:pt x="508" y="352"/>
                  <a:pt x="518" y="363"/>
                  <a:pt x="518" y="376"/>
                </a:cubicBezTo>
                <a:moveTo>
                  <a:pt x="518" y="471"/>
                </a:moveTo>
                <a:cubicBezTo>
                  <a:pt x="518" y="484"/>
                  <a:pt x="508" y="495"/>
                  <a:pt x="495" y="495"/>
                </a:cubicBezTo>
                <a:lnTo>
                  <a:pt x="23" y="495"/>
                </a:lnTo>
                <a:cubicBezTo>
                  <a:pt x="10" y="495"/>
                  <a:pt x="0" y="484"/>
                  <a:pt x="0" y="471"/>
                </a:cubicBezTo>
                <a:cubicBezTo>
                  <a:pt x="0" y="457"/>
                  <a:pt x="10" y="447"/>
                  <a:pt x="23" y="447"/>
                </a:cubicBezTo>
                <a:lnTo>
                  <a:pt x="495" y="447"/>
                </a:lnTo>
                <a:cubicBezTo>
                  <a:pt x="508" y="447"/>
                  <a:pt x="518" y="457"/>
                  <a:pt x="518" y="471"/>
                </a:cubicBezTo>
                <a:moveTo>
                  <a:pt x="518" y="565"/>
                </a:moveTo>
                <a:cubicBezTo>
                  <a:pt x="518" y="578"/>
                  <a:pt x="508" y="589"/>
                  <a:pt x="495" y="589"/>
                </a:cubicBezTo>
                <a:lnTo>
                  <a:pt x="23" y="589"/>
                </a:lnTo>
                <a:cubicBezTo>
                  <a:pt x="10" y="589"/>
                  <a:pt x="0" y="578"/>
                  <a:pt x="0" y="565"/>
                </a:cubicBezTo>
                <a:cubicBezTo>
                  <a:pt x="0" y="552"/>
                  <a:pt x="10" y="542"/>
                  <a:pt x="23" y="542"/>
                </a:cubicBezTo>
                <a:lnTo>
                  <a:pt x="495" y="542"/>
                </a:lnTo>
                <a:cubicBezTo>
                  <a:pt x="508" y="542"/>
                  <a:pt x="518" y="552"/>
                  <a:pt x="518" y="565"/>
                </a:cubicBezTo>
                <a:moveTo>
                  <a:pt x="518" y="659"/>
                </a:moveTo>
                <a:cubicBezTo>
                  <a:pt x="518" y="672"/>
                  <a:pt x="508" y="683"/>
                  <a:pt x="495" y="683"/>
                </a:cubicBezTo>
                <a:lnTo>
                  <a:pt x="23" y="683"/>
                </a:lnTo>
                <a:cubicBezTo>
                  <a:pt x="10" y="683"/>
                  <a:pt x="0" y="672"/>
                  <a:pt x="0" y="659"/>
                </a:cubicBezTo>
                <a:cubicBezTo>
                  <a:pt x="0" y="646"/>
                  <a:pt x="10" y="636"/>
                  <a:pt x="23" y="636"/>
                </a:cubicBezTo>
                <a:lnTo>
                  <a:pt x="495" y="636"/>
                </a:lnTo>
                <a:cubicBezTo>
                  <a:pt x="508" y="636"/>
                  <a:pt x="518" y="646"/>
                  <a:pt x="518" y="659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747720" y="4216680"/>
            <a:ext cx="6014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Groq answers in seconds from live Supabase data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1096920" y="4815720"/>
            <a:ext cx="335880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9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Document Summarizer</a:t>
            </a:r>
            <a:endParaRPr lang="en-IN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747720" y="5388480"/>
            <a:ext cx="103129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Upload any government scheme PDF → AI extracts key points, eligibility, deadlines in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969120" y="6500520"/>
            <a:ext cx="117000" cy="116640"/>
          </a:xfrm>
          <a:custGeom>
            <a:avLst/>
            <a:gdLst/>
            <a:ahLst/>
            <a:rect l="0" t="0" r="r" b="b"/>
            <a:pathLst>
              <a:path w="325" h="324">
                <a:moveTo>
                  <a:pt x="325" y="162"/>
                </a:moveTo>
                <a:cubicBezTo>
                  <a:pt x="325" y="252"/>
                  <a:pt x="252" y="324"/>
                  <a:pt x="163" y="324"/>
                </a:cubicBezTo>
                <a:cubicBezTo>
                  <a:pt x="73" y="324"/>
                  <a:pt x="0" y="252"/>
                  <a:pt x="0" y="162"/>
                </a:cubicBezTo>
                <a:cubicBezTo>
                  <a:pt x="0" y="72"/>
                  <a:pt x="73" y="0"/>
                  <a:pt x="163" y="0"/>
                </a:cubicBezTo>
                <a:cubicBezTo>
                  <a:pt x="252" y="0"/>
                  <a:pt x="325" y="72"/>
                  <a:pt x="325" y="162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822600" y="6514920"/>
            <a:ext cx="248760" cy="248040"/>
          </a:xfrm>
          <a:custGeom>
            <a:avLst/>
            <a:gdLst/>
            <a:ahLst/>
            <a:rect l="0" t="0" r="r" b="b"/>
            <a:pathLst>
              <a:path w="691" h="689">
                <a:moveTo>
                  <a:pt x="657" y="279"/>
                </a:moveTo>
                <a:cubicBezTo>
                  <a:pt x="649" y="287"/>
                  <a:pt x="636" y="287"/>
                  <a:pt x="628" y="279"/>
                </a:cubicBezTo>
                <a:lnTo>
                  <a:pt x="413" y="63"/>
                </a:lnTo>
                <a:cubicBezTo>
                  <a:pt x="406" y="55"/>
                  <a:pt x="406" y="43"/>
                  <a:pt x="413" y="35"/>
                </a:cubicBezTo>
                <a:lnTo>
                  <a:pt x="442" y="6"/>
                </a:lnTo>
                <a:cubicBezTo>
                  <a:pt x="450" y="-2"/>
                  <a:pt x="463" y="-2"/>
                  <a:pt x="471" y="6"/>
                </a:cubicBezTo>
                <a:lnTo>
                  <a:pt x="685" y="222"/>
                </a:lnTo>
                <a:cubicBezTo>
                  <a:pt x="693" y="230"/>
                  <a:pt x="693" y="242"/>
                  <a:pt x="685" y="250"/>
                </a:cubicBezTo>
                <a:lnTo>
                  <a:pt x="657" y="279"/>
                </a:lnTo>
                <a:moveTo>
                  <a:pt x="514" y="282"/>
                </a:moveTo>
                <a:lnTo>
                  <a:pt x="412" y="180"/>
                </a:lnTo>
                <a:cubicBezTo>
                  <a:pt x="394" y="162"/>
                  <a:pt x="365" y="163"/>
                  <a:pt x="348" y="183"/>
                </a:cubicBezTo>
                <a:lnTo>
                  <a:pt x="133" y="431"/>
                </a:lnTo>
                <a:cubicBezTo>
                  <a:pt x="103" y="465"/>
                  <a:pt x="98" y="510"/>
                  <a:pt x="115" y="543"/>
                </a:cubicBezTo>
                <a:lnTo>
                  <a:pt x="0" y="658"/>
                </a:lnTo>
                <a:lnTo>
                  <a:pt x="30" y="689"/>
                </a:lnTo>
                <a:lnTo>
                  <a:pt x="35" y="689"/>
                </a:lnTo>
                <a:lnTo>
                  <a:pt x="149" y="577"/>
                </a:lnTo>
                <a:cubicBezTo>
                  <a:pt x="181" y="596"/>
                  <a:pt x="229" y="591"/>
                  <a:pt x="263" y="561"/>
                </a:cubicBezTo>
                <a:lnTo>
                  <a:pt x="512" y="346"/>
                </a:lnTo>
                <a:cubicBezTo>
                  <a:pt x="531" y="329"/>
                  <a:pt x="532" y="300"/>
                  <a:pt x="514" y="282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780840" y="6466320"/>
            <a:ext cx="169560" cy="169560"/>
          </a:xfrm>
          <a:custGeom>
            <a:avLst/>
            <a:gdLst/>
            <a:ahLst/>
            <a:rect l="0" t="0" r="r" b="b"/>
            <a:pathLst>
              <a:path w="471" h="471">
                <a:moveTo>
                  <a:pt x="94" y="117"/>
                </a:moveTo>
                <a:lnTo>
                  <a:pt x="94" y="309"/>
                </a:lnTo>
                <a:cubicBezTo>
                  <a:pt x="87" y="308"/>
                  <a:pt x="79" y="307"/>
                  <a:pt x="71" y="307"/>
                </a:cubicBezTo>
                <a:cubicBezTo>
                  <a:pt x="32" y="307"/>
                  <a:pt x="0" y="328"/>
                  <a:pt x="0" y="354"/>
                </a:cubicBezTo>
                <a:cubicBezTo>
                  <a:pt x="0" y="380"/>
                  <a:pt x="32" y="401"/>
                  <a:pt x="71" y="401"/>
                </a:cubicBezTo>
                <a:cubicBezTo>
                  <a:pt x="110" y="401"/>
                  <a:pt x="141" y="380"/>
                  <a:pt x="141" y="354"/>
                </a:cubicBezTo>
                <a:lnTo>
                  <a:pt x="141" y="210"/>
                </a:lnTo>
                <a:lnTo>
                  <a:pt x="259" y="262"/>
                </a:lnTo>
                <a:lnTo>
                  <a:pt x="259" y="380"/>
                </a:lnTo>
                <a:cubicBezTo>
                  <a:pt x="251" y="378"/>
                  <a:pt x="244" y="377"/>
                  <a:pt x="235" y="377"/>
                </a:cubicBezTo>
                <a:cubicBezTo>
                  <a:pt x="196" y="377"/>
                  <a:pt x="165" y="398"/>
                  <a:pt x="165" y="424"/>
                </a:cubicBezTo>
                <a:cubicBezTo>
                  <a:pt x="165" y="450"/>
                  <a:pt x="196" y="471"/>
                  <a:pt x="235" y="471"/>
                </a:cubicBezTo>
                <a:cubicBezTo>
                  <a:pt x="274" y="471"/>
                  <a:pt x="306" y="450"/>
                  <a:pt x="306" y="424"/>
                </a:cubicBezTo>
                <a:lnTo>
                  <a:pt x="306" y="212"/>
                </a:lnTo>
                <a:lnTo>
                  <a:pt x="94" y="117"/>
                </a:lnTo>
                <a:moveTo>
                  <a:pt x="424" y="0"/>
                </a:moveTo>
                <a:lnTo>
                  <a:pt x="424" y="192"/>
                </a:lnTo>
                <a:cubicBezTo>
                  <a:pt x="417" y="190"/>
                  <a:pt x="408" y="189"/>
                  <a:pt x="400" y="189"/>
                </a:cubicBezTo>
                <a:cubicBezTo>
                  <a:pt x="361" y="189"/>
                  <a:pt x="329" y="210"/>
                  <a:pt x="329" y="236"/>
                </a:cubicBezTo>
                <a:cubicBezTo>
                  <a:pt x="329" y="262"/>
                  <a:pt x="361" y="283"/>
                  <a:pt x="400" y="283"/>
                </a:cubicBezTo>
                <a:cubicBezTo>
                  <a:pt x="440" y="283"/>
                  <a:pt x="471" y="262"/>
                  <a:pt x="471" y="236"/>
                </a:cubicBezTo>
                <a:lnTo>
                  <a:pt x="471" y="0"/>
                </a:lnTo>
                <a:lnTo>
                  <a:pt x="424" y="0"/>
                </a:ln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747720" y="5807520"/>
            <a:ext cx="17974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plain language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1096920" y="6406200"/>
            <a:ext cx="220896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9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Speech Drafter</a:t>
            </a:r>
            <a:endParaRPr lang="en-IN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11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0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752400" y="6438600"/>
            <a:ext cx="66960" cy="410040"/>
          </a:xfrm>
          <a:custGeom>
            <a:avLst/>
            <a:gdLst/>
            <a:ahLst/>
            <a:rect l="0" t="0" r="r" b="b"/>
            <a:pathLst>
              <a:path w="186" h="1139">
                <a:moveTo>
                  <a:pt x="0" y="0"/>
                </a:moveTo>
                <a:lnTo>
                  <a:pt x="186" y="0"/>
                </a:lnTo>
                <a:lnTo>
                  <a:pt x="18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747720" y="732960"/>
            <a:ext cx="742968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SentinelPulse — Sentiment Monitor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1047600" y="23619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747720" y="1634400"/>
            <a:ext cx="188280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9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How it works</a:t>
            </a:r>
            <a:endParaRPr lang="en-IN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1047600" y="284796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200"/>
                  <a:pt x="239" y="214"/>
                  <a:pt x="227" y="226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1300320" y="2207160"/>
            <a:ext cx="86241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Ingests complaint volume + resolution rate per ward every </a:t>
            </a:r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15 minutes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1047600" y="333360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1300320" y="2692800"/>
            <a:ext cx="62528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Computes a </a:t>
            </a:r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composite mood index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for each ward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5381280" y="3228840"/>
            <a:ext cx="276840" cy="276480"/>
          </a:xfrm>
          <a:custGeom>
            <a:avLst/>
            <a:gdLst/>
            <a:ahLst/>
            <a:rect l="0" t="0" r="r" b="b"/>
            <a:pathLst>
              <a:path w="769" h="768">
                <a:moveTo>
                  <a:pt x="769" y="384"/>
                </a:moveTo>
                <a:cubicBezTo>
                  <a:pt x="769" y="409"/>
                  <a:pt x="766" y="434"/>
                  <a:pt x="761" y="458"/>
                </a:cubicBezTo>
                <a:cubicBezTo>
                  <a:pt x="756" y="483"/>
                  <a:pt x="749" y="507"/>
                  <a:pt x="740" y="530"/>
                </a:cubicBezTo>
                <a:cubicBezTo>
                  <a:pt x="730" y="554"/>
                  <a:pt x="718" y="576"/>
                  <a:pt x="704" y="597"/>
                </a:cubicBezTo>
                <a:cubicBezTo>
                  <a:pt x="690" y="618"/>
                  <a:pt x="674" y="638"/>
                  <a:pt x="656" y="656"/>
                </a:cubicBezTo>
                <a:cubicBezTo>
                  <a:pt x="639" y="674"/>
                  <a:pt x="619" y="690"/>
                  <a:pt x="598" y="704"/>
                </a:cubicBezTo>
                <a:cubicBezTo>
                  <a:pt x="577" y="718"/>
                  <a:pt x="555" y="729"/>
                  <a:pt x="532" y="739"/>
                </a:cubicBezTo>
                <a:cubicBezTo>
                  <a:pt x="509" y="749"/>
                  <a:pt x="485" y="756"/>
                  <a:pt x="460" y="761"/>
                </a:cubicBezTo>
                <a:cubicBezTo>
                  <a:pt x="435" y="766"/>
                  <a:pt x="410" y="768"/>
                  <a:pt x="385" y="768"/>
                </a:cubicBezTo>
                <a:cubicBezTo>
                  <a:pt x="360" y="768"/>
                  <a:pt x="335" y="766"/>
                  <a:pt x="310" y="761"/>
                </a:cubicBezTo>
                <a:cubicBezTo>
                  <a:pt x="286" y="756"/>
                  <a:pt x="262" y="749"/>
                  <a:pt x="238" y="739"/>
                </a:cubicBezTo>
                <a:cubicBezTo>
                  <a:pt x="215" y="729"/>
                  <a:pt x="193" y="718"/>
                  <a:pt x="172" y="704"/>
                </a:cubicBezTo>
                <a:cubicBezTo>
                  <a:pt x="151" y="690"/>
                  <a:pt x="132" y="674"/>
                  <a:pt x="114" y="656"/>
                </a:cubicBezTo>
                <a:cubicBezTo>
                  <a:pt x="96" y="638"/>
                  <a:pt x="80" y="618"/>
                  <a:pt x="66" y="597"/>
                </a:cubicBezTo>
                <a:cubicBezTo>
                  <a:pt x="52" y="576"/>
                  <a:pt x="40" y="554"/>
                  <a:pt x="31" y="530"/>
                </a:cubicBezTo>
                <a:cubicBezTo>
                  <a:pt x="21" y="507"/>
                  <a:pt x="14" y="483"/>
                  <a:pt x="8" y="458"/>
                </a:cubicBezTo>
                <a:cubicBezTo>
                  <a:pt x="3" y="434"/>
                  <a:pt x="0" y="409"/>
                  <a:pt x="0" y="384"/>
                </a:cubicBezTo>
                <a:cubicBezTo>
                  <a:pt x="0" y="358"/>
                  <a:pt x="3" y="333"/>
                  <a:pt x="8" y="309"/>
                </a:cubicBezTo>
                <a:cubicBezTo>
                  <a:pt x="14" y="284"/>
                  <a:pt x="21" y="260"/>
                  <a:pt x="31" y="237"/>
                </a:cubicBezTo>
                <a:cubicBezTo>
                  <a:pt x="40" y="213"/>
                  <a:pt x="52" y="191"/>
                  <a:pt x="66" y="170"/>
                </a:cubicBezTo>
                <a:cubicBezTo>
                  <a:pt x="80" y="149"/>
                  <a:pt x="96" y="130"/>
                  <a:pt x="114" y="112"/>
                </a:cubicBezTo>
                <a:cubicBezTo>
                  <a:pt x="132" y="94"/>
                  <a:pt x="151" y="79"/>
                  <a:pt x="172" y="65"/>
                </a:cubicBezTo>
                <a:cubicBezTo>
                  <a:pt x="193" y="51"/>
                  <a:pt x="215" y="39"/>
                  <a:pt x="238" y="29"/>
                </a:cubicBezTo>
                <a:cubicBezTo>
                  <a:pt x="262" y="19"/>
                  <a:pt x="286" y="12"/>
                  <a:pt x="310" y="7"/>
                </a:cubicBezTo>
                <a:cubicBezTo>
                  <a:pt x="335" y="2"/>
                  <a:pt x="360" y="0"/>
                  <a:pt x="385" y="0"/>
                </a:cubicBezTo>
                <a:cubicBezTo>
                  <a:pt x="410" y="0"/>
                  <a:pt x="435" y="2"/>
                  <a:pt x="460" y="7"/>
                </a:cubicBezTo>
                <a:cubicBezTo>
                  <a:pt x="485" y="12"/>
                  <a:pt x="509" y="19"/>
                  <a:pt x="532" y="29"/>
                </a:cubicBezTo>
                <a:cubicBezTo>
                  <a:pt x="555" y="39"/>
                  <a:pt x="577" y="51"/>
                  <a:pt x="598" y="65"/>
                </a:cubicBezTo>
                <a:cubicBezTo>
                  <a:pt x="619" y="79"/>
                  <a:pt x="639" y="94"/>
                  <a:pt x="656" y="112"/>
                </a:cubicBezTo>
                <a:cubicBezTo>
                  <a:pt x="674" y="130"/>
                  <a:pt x="690" y="149"/>
                  <a:pt x="704" y="170"/>
                </a:cubicBezTo>
                <a:cubicBezTo>
                  <a:pt x="718" y="191"/>
                  <a:pt x="730" y="213"/>
                  <a:pt x="740" y="237"/>
                </a:cubicBezTo>
                <a:cubicBezTo>
                  <a:pt x="749" y="260"/>
                  <a:pt x="756" y="284"/>
                  <a:pt x="761" y="309"/>
                </a:cubicBezTo>
                <a:cubicBezTo>
                  <a:pt x="766" y="333"/>
                  <a:pt x="769" y="358"/>
                  <a:pt x="769" y="384"/>
                </a:cubicBezTo>
                <a:close/>
              </a:path>
            </a:pathLst>
          </a:custGeom>
          <a:solidFill>
            <a:srgbClr val="78B1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1300320" y="3178440"/>
            <a:ext cx="41648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Renders an </a:t>
            </a:r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interactive heatmap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 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6600600" y="3228840"/>
            <a:ext cx="276480" cy="276480"/>
          </a:xfrm>
          <a:custGeom>
            <a:avLst/>
            <a:gdLst/>
            <a:ahLst/>
            <a:rect l="0" t="0" r="r" b="b"/>
            <a:pathLst>
              <a:path w="768" h="768">
                <a:moveTo>
                  <a:pt x="768" y="384"/>
                </a:moveTo>
                <a:cubicBezTo>
                  <a:pt x="768" y="409"/>
                  <a:pt x="766" y="434"/>
                  <a:pt x="761" y="458"/>
                </a:cubicBezTo>
                <a:cubicBezTo>
                  <a:pt x="756" y="483"/>
                  <a:pt x="749" y="507"/>
                  <a:pt x="739" y="530"/>
                </a:cubicBezTo>
                <a:cubicBezTo>
                  <a:pt x="730" y="554"/>
                  <a:pt x="718" y="576"/>
                  <a:pt x="704" y="597"/>
                </a:cubicBezTo>
                <a:cubicBezTo>
                  <a:pt x="690" y="618"/>
                  <a:pt x="674" y="638"/>
                  <a:pt x="656" y="656"/>
                </a:cubicBezTo>
                <a:cubicBezTo>
                  <a:pt x="638" y="674"/>
                  <a:pt x="619" y="690"/>
                  <a:pt x="598" y="704"/>
                </a:cubicBezTo>
                <a:cubicBezTo>
                  <a:pt x="577" y="718"/>
                  <a:pt x="555" y="729"/>
                  <a:pt x="532" y="739"/>
                </a:cubicBezTo>
                <a:cubicBezTo>
                  <a:pt x="508" y="749"/>
                  <a:pt x="484" y="756"/>
                  <a:pt x="460" y="761"/>
                </a:cubicBezTo>
                <a:cubicBezTo>
                  <a:pt x="434" y="766"/>
                  <a:pt x="409" y="768"/>
                  <a:pt x="384" y="768"/>
                </a:cubicBezTo>
                <a:cubicBezTo>
                  <a:pt x="359" y="768"/>
                  <a:pt x="334" y="766"/>
                  <a:pt x="309" y="761"/>
                </a:cubicBezTo>
                <a:cubicBezTo>
                  <a:pt x="284" y="756"/>
                  <a:pt x="260" y="749"/>
                  <a:pt x="237" y="739"/>
                </a:cubicBezTo>
                <a:cubicBezTo>
                  <a:pt x="214" y="729"/>
                  <a:pt x="192" y="718"/>
                  <a:pt x="171" y="704"/>
                </a:cubicBezTo>
                <a:cubicBezTo>
                  <a:pt x="150" y="690"/>
                  <a:pt x="130" y="674"/>
                  <a:pt x="112" y="656"/>
                </a:cubicBezTo>
                <a:cubicBezTo>
                  <a:pt x="95" y="638"/>
                  <a:pt x="79" y="618"/>
                  <a:pt x="65" y="597"/>
                </a:cubicBezTo>
                <a:cubicBezTo>
                  <a:pt x="51" y="576"/>
                  <a:pt x="39" y="554"/>
                  <a:pt x="29" y="530"/>
                </a:cubicBezTo>
                <a:cubicBezTo>
                  <a:pt x="20" y="507"/>
                  <a:pt x="12" y="483"/>
                  <a:pt x="7" y="458"/>
                </a:cubicBezTo>
                <a:cubicBezTo>
                  <a:pt x="3" y="434"/>
                  <a:pt x="0" y="409"/>
                  <a:pt x="0" y="384"/>
                </a:cubicBezTo>
                <a:cubicBezTo>
                  <a:pt x="0" y="358"/>
                  <a:pt x="3" y="333"/>
                  <a:pt x="7" y="309"/>
                </a:cubicBezTo>
                <a:cubicBezTo>
                  <a:pt x="12" y="284"/>
                  <a:pt x="20" y="260"/>
                  <a:pt x="29" y="237"/>
                </a:cubicBezTo>
                <a:cubicBezTo>
                  <a:pt x="39" y="213"/>
                  <a:pt x="51" y="191"/>
                  <a:pt x="65" y="170"/>
                </a:cubicBezTo>
                <a:cubicBezTo>
                  <a:pt x="79" y="149"/>
                  <a:pt x="95" y="130"/>
                  <a:pt x="112" y="112"/>
                </a:cubicBezTo>
                <a:cubicBezTo>
                  <a:pt x="130" y="94"/>
                  <a:pt x="150" y="79"/>
                  <a:pt x="171" y="65"/>
                </a:cubicBezTo>
                <a:cubicBezTo>
                  <a:pt x="192" y="51"/>
                  <a:pt x="214" y="39"/>
                  <a:pt x="237" y="29"/>
                </a:cubicBezTo>
                <a:cubicBezTo>
                  <a:pt x="260" y="19"/>
                  <a:pt x="284" y="12"/>
                  <a:pt x="309" y="7"/>
                </a:cubicBezTo>
                <a:cubicBezTo>
                  <a:pt x="334" y="2"/>
                  <a:pt x="359" y="0"/>
                  <a:pt x="384" y="0"/>
                </a:cubicBezTo>
                <a:cubicBezTo>
                  <a:pt x="409" y="0"/>
                  <a:pt x="434" y="2"/>
                  <a:pt x="460" y="7"/>
                </a:cubicBezTo>
                <a:cubicBezTo>
                  <a:pt x="484" y="12"/>
                  <a:pt x="508" y="19"/>
                  <a:pt x="532" y="29"/>
                </a:cubicBezTo>
                <a:cubicBezTo>
                  <a:pt x="555" y="39"/>
                  <a:pt x="577" y="51"/>
                  <a:pt x="598" y="65"/>
                </a:cubicBezTo>
                <a:cubicBezTo>
                  <a:pt x="619" y="79"/>
                  <a:pt x="638" y="94"/>
                  <a:pt x="656" y="112"/>
                </a:cubicBezTo>
                <a:cubicBezTo>
                  <a:pt x="674" y="130"/>
                  <a:pt x="690" y="149"/>
                  <a:pt x="704" y="170"/>
                </a:cubicBezTo>
                <a:cubicBezTo>
                  <a:pt x="718" y="191"/>
                  <a:pt x="730" y="213"/>
                  <a:pt x="739" y="237"/>
                </a:cubicBezTo>
                <a:cubicBezTo>
                  <a:pt x="749" y="260"/>
                  <a:pt x="756" y="284"/>
                  <a:pt x="761" y="309"/>
                </a:cubicBezTo>
                <a:cubicBezTo>
                  <a:pt x="766" y="333"/>
                  <a:pt x="768" y="358"/>
                  <a:pt x="768" y="384"/>
                </a:cubicBezTo>
                <a:close/>
              </a:path>
            </a:pathLst>
          </a:custGeom>
          <a:solidFill>
            <a:srgbClr val="FDCB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5673600" y="3178440"/>
            <a:ext cx="902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Calm · 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7886520" y="3228840"/>
            <a:ext cx="276480" cy="276480"/>
          </a:xfrm>
          <a:custGeom>
            <a:avLst/>
            <a:gdLst/>
            <a:ahLst/>
            <a:rect l="0" t="0" r="r" b="b"/>
            <a:pathLst>
              <a:path w="768" h="768">
                <a:moveTo>
                  <a:pt x="768" y="384"/>
                </a:moveTo>
                <a:cubicBezTo>
                  <a:pt x="768" y="409"/>
                  <a:pt x="766" y="434"/>
                  <a:pt x="761" y="458"/>
                </a:cubicBezTo>
                <a:cubicBezTo>
                  <a:pt x="756" y="483"/>
                  <a:pt x="749" y="507"/>
                  <a:pt x="739" y="530"/>
                </a:cubicBezTo>
                <a:cubicBezTo>
                  <a:pt x="729" y="554"/>
                  <a:pt x="717" y="576"/>
                  <a:pt x="703" y="597"/>
                </a:cubicBezTo>
                <a:cubicBezTo>
                  <a:pt x="689" y="618"/>
                  <a:pt x="673" y="638"/>
                  <a:pt x="655" y="656"/>
                </a:cubicBezTo>
                <a:cubicBezTo>
                  <a:pt x="637" y="674"/>
                  <a:pt x="618" y="690"/>
                  <a:pt x="597" y="704"/>
                </a:cubicBezTo>
                <a:cubicBezTo>
                  <a:pt x="576" y="718"/>
                  <a:pt x="554" y="729"/>
                  <a:pt x="530" y="739"/>
                </a:cubicBezTo>
                <a:cubicBezTo>
                  <a:pt x="507" y="749"/>
                  <a:pt x="483" y="756"/>
                  <a:pt x="458" y="761"/>
                </a:cubicBezTo>
                <a:cubicBezTo>
                  <a:pt x="434" y="766"/>
                  <a:pt x="409" y="768"/>
                  <a:pt x="384" y="768"/>
                </a:cubicBezTo>
                <a:cubicBezTo>
                  <a:pt x="358" y="768"/>
                  <a:pt x="334" y="766"/>
                  <a:pt x="309" y="761"/>
                </a:cubicBezTo>
                <a:cubicBezTo>
                  <a:pt x="284" y="756"/>
                  <a:pt x="260" y="749"/>
                  <a:pt x="237" y="739"/>
                </a:cubicBezTo>
                <a:cubicBezTo>
                  <a:pt x="214" y="729"/>
                  <a:pt x="191" y="718"/>
                  <a:pt x="171" y="704"/>
                </a:cubicBezTo>
                <a:cubicBezTo>
                  <a:pt x="150" y="690"/>
                  <a:pt x="130" y="674"/>
                  <a:pt x="112" y="656"/>
                </a:cubicBezTo>
                <a:cubicBezTo>
                  <a:pt x="95" y="638"/>
                  <a:pt x="79" y="618"/>
                  <a:pt x="65" y="597"/>
                </a:cubicBezTo>
                <a:cubicBezTo>
                  <a:pt x="51" y="576"/>
                  <a:pt x="39" y="554"/>
                  <a:pt x="29" y="530"/>
                </a:cubicBezTo>
                <a:cubicBezTo>
                  <a:pt x="20" y="507"/>
                  <a:pt x="12" y="483"/>
                  <a:pt x="7" y="458"/>
                </a:cubicBezTo>
                <a:cubicBezTo>
                  <a:pt x="2" y="434"/>
                  <a:pt x="0" y="409"/>
                  <a:pt x="0" y="384"/>
                </a:cubicBezTo>
                <a:cubicBezTo>
                  <a:pt x="0" y="358"/>
                  <a:pt x="2" y="333"/>
                  <a:pt x="7" y="309"/>
                </a:cubicBezTo>
                <a:cubicBezTo>
                  <a:pt x="12" y="284"/>
                  <a:pt x="20" y="260"/>
                  <a:pt x="29" y="237"/>
                </a:cubicBezTo>
                <a:cubicBezTo>
                  <a:pt x="39" y="213"/>
                  <a:pt x="51" y="191"/>
                  <a:pt x="65" y="170"/>
                </a:cubicBezTo>
                <a:cubicBezTo>
                  <a:pt x="79" y="149"/>
                  <a:pt x="95" y="130"/>
                  <a:pt x="112" y="112"/>
                </a:cubicBezTo>
                <a:cubicBezTo>
                  <a:pt x="130" y="94"/>
                  <a:pt x="150" y="79"/>
                  <a:pt x="171" y="65"/>
                </a:cubicBezTo>
                <a:cubicBezTo>
                  <a:pt x="191" y="51"/>
                  <a:pt x="214" y="39"/>
                  <a:pt x="237" y="29"/>
                </a:cubicBezTo>
                <a:cubicBezTo>
                  <a:pt x="260" y="19"/>
                  <a:pt x="284" y="12"/>
                  <a:pt x="309" y="7"/>
                </a:cubicBezTo>
                <a:cubicBezTo>
                  <a:pt x="334" y="2"/>
                  <a:pt x="358" y="0"/>
                  <a:pt x="384" y="0"/>
                </a:cubicBezTo>
                <a:cubicBezTo>
                  <a:pt x="409" y="0"/>
                  <a:pt x="434" y="2"/>
                  <a:pt x="458" y="7"/>
                </a:cubicBezTo>
                <a:cubicBezTo>
                  <a:pt x="483" y="12"/>
                  <a:pt x="507" y="19"/>
                  <a:pt x="530" y="29"/>
                </a:cubicBezTo>
                <a:cubicBezTo>
                  <a:pt x="554" y="39"/>
                  <a:pt x="576" y="51"/>
                  <a:pt x="597" y="65"/>
                </a:cubicBezTo>
                <a:cubicBezTo>
                  <a:pt x="618" y="79"/>
                  <a:pt x="637" y="94"/>
                  <a:pt x="655" y="112"/>
                </a:cubicBezTo>
                <a:cubicBezTo>
                  <a:pt x="673" y="130"/>
                  <a:pt x="689" y="149"/>
                  <a:pt x="703" y="170"/>
                </a:cubicBezTo>
                <a:cubicBezTo>
                  <a:pt x="717" y="191"/>
                  <a:pt x="729" y="213"/>
                  <a:pt x="739" y="237"/>
                </a:cubicBezTo>
                <a:cubicBezTo>
                  <a:pt x="749" y="260"/>
                  <a:pt x="756" y="284"/>
                  <a:pt x="761" y="309"/>
                </a:cubicBezTo>
                <a:cubicBezTo>
                  <a:pt x="766" y="333"/>
                  <a:pt x="768" y="358"/>
                  <a:pt x="768" y="384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6894720" y="3178440"/>
            <a:ext cx="9932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Tense · 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8179200" y="3178440"/>
            <a:ext cx="9046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Critical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747720" y="3777480"/>
            <a:ext cx="83628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9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Alerts</a:t>
            </a:r>
            <a:endParaRPr lang="en-IN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747720" y="4350240"/>
            <a:ext cx="5468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When any ward crosses the critical threshold: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1015560" y="4921560"/>
            <a:ext cx="55234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1. Immediate </a:t>
            </a:r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SMS push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to the elected leader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1015560" y="5397840"/>
            <a:ext cx="74296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2. </a:t>
            </a:r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Dashboard notification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with ward name, top issues, trend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1015560" y="5883840"/>
            <a:ext cx="70160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3. </a:t>
            </a:r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7-day and 30-day trend charts </a:t>
            </a:r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for root-cause analysis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1090440" y="6455160"/>
            <a:ext cx="66765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59636E"/>
                </a:solidFill>
                <a:effectLst/>
                <a:uFillTx/>
                <a:latin typeface="SegoeUI"/>
                <a:ea typeface="SegoeUI"/>
              </a:rPr>
              <a:t>Leaders see problems </a:t>
            </a:r>
            <a:r>
              <a:rPr lang="en-IN" sz="2170" b="0" i="1" u="none" strike="noStrike">
                <a:solidFill>
                  <a:srgbClr val="59636E"/>
                </a:solidFill>
                <a:effectLst/>
                <a:uFillTx/>
                <a:latin typeface="SegoeUI"/>
                <a:ea typeface="SegoeUI"/>
              </a:rPr>
              <a:t>before </a:t>
            </a:r>
            <a:r>
              <a:rPr lang="en-IN" sz="2170" b="0" u="none" strike="noStrike">
                <a:solidFill>
                  <a:srgbClr val="59636E"/>
                </a:solidFill>
                <a:effectLst/>
                <a:uFillTx/>
                <a:latin typeface="SegoeUI"/>
                <a:ea typeface="SegoeUI"/>
              </a:rPr>
              <a:t>they become public crises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12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752400" y="1590480"/>
            <a:ext cx="1105200" cy="533880"/>
          </a:xfrm>
          <a:custGeom>
            <a:avLst/>
            <a:gdLst/>
            <a:ahLst/>
            <a:rect l="0" t="0" r="r" b="b"/>
            <a:pathLst>
              <a:path w="3070" h="1483">
                <a:moveTo>
                  <a:pt x="0" y="0"/>
                </a:moveTo>
                <a:lnTo>
                  <a:pt x="3070" y="0"/>
                </a:lnTo>
                <a:lnTo>
                  <a:pt x="307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1857240" y="1590480"/>
            <a:ext cx="7687080" cy="533880"/>
          </a:xfrm>
          <a:custGeom>
            <a:avLst/>
            <a:gdLst/>
            <a:ahLst/>
            <a:rect l="0" t="0" r="r" b="b"/>
            <a:pathLst>
              <a:path w="21353" h="1483">
                <a:moveTo>
                  <a:pt x="0" y="0"/>
                </a:moveTo>
                <a:lnTo>
                  <a:pt x="21353" y="0"/>
                </a:lnTo>
                <a:lnTo>
                  <a:pt x="21353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752400" y="2124000"/>
            <a:ext cx="1105200" cy="543240"/>
          </a:xfrm>
          <a:custGeom>
            <a:avLst/>
            <a:gdLst/>
            <a:ahLst/>
            <a:rect l="0" t="0" r="r" b="b"/>
            <a:pathLst>
              <a:path w="3070" h="1509">
                <a:moveTo>
                  <a:pt x="0" y="0"/>
                </a:moveTo>
                <a:lnTo>
                  <a:pt x="3070" y="0"/>
                </a:lnTo>
                <a:lnTo>
                  <a:pt x="307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1857240" y="2124000"/>
            <a:ext cx="7687080" cy="543240"/>
          </a:xfrm>
          <a:custGeom>
            <a:avLst/>
            <a:gdLst/>
            <a:ahLst/>
            <a:rect l="0" t="0" r="r" b="b"/>
            <a:pathLst>
              <a:path w="21353" h="1509">
                <a:moveTo>
                  <a:pt x="0" y="0"/>
                </a:moveTo>
                <a:lnTo>
                  <a:pt x="21353" y="0"/>
                </a:lnTo>
                <a:lnTo>
                  <a:pt x="21353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752400" y="2666880"/>
            <a:ext cx="1105200" cy="533520"/>
          </a:xfrm>
          <a:custGeom>
            <a:avLst/>
            <a:gdLst/>
            <a:ahLst/>
            <a:rect l="0" t="0" r="r" b="b"/>
            <a:pathLst>
              <a:path w="3070" h="1482">
                <a:moveTo>
                  <a:pt x="0" y="0"/>
                </a:moveTo>
                <a:lnTo>
                  <a:pt x="3070" y="0"/>
                </a:lnTo>
                <a:lnTo>
                  <a:pt x="307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1857240" y="2666880"/>
            <a:ext cx="7687080" cy="533520"/>
          </a:xfrm>
          <a:custGeom>
            <a:avLst/>
            <a:gdLst/>
            <a:ahLst/>
            <a:rect l="0" t="0" r="r" b="b"/>
            <a:pathLst>
              <a:path w="21353" h="1482">
                <a:moveTo>
                  <a:pt x="0" y="0"/>
                </a:moveTo>
                <a:lnTo>
                  <a:pt x="21353" y="0"/>
                </a:lnTo>
                <a:lnTo>
                  <a:pt x="21353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752400" y="3200040"/>
            <a:ext cx="1105200" cy="543600"/>
          </a:xfrm>
          <a:custGeom>
            <a:avLst/>
            <a:gdLst/>
            <a:ahLst/>
            <a:rect l="0" t="0" r="r" b="b"/>
            <a:pathLst>
              <a:path w="3070" h="1510">
                <a:moveTo>
                  <a:pt x="0" y="0"/>
                </a:moveTo>
                <a:lnTo>
                  <a:pt x="3070" y="0"/>
                </a:lnTo>
                <a:lnTo>
                  <a:pt x="3070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1857240" y="3200040"/>
            <a:ext cx="7687080" cy="543600"/>
          </a:xfrm>
          <a:custGeom>
            <a:avLst/>
            <a:gdLst/>
            <a:ahLst/>
            <a:rect l="0" t="0" r="r" b="b"/>
            <a:pathLst>
              <a:path w="21353" h="1510">
                <a:moveTo>
                  <a:pt x="0" y="0"/>
                </a:moveTo>
                <a:lnTo>
                  <a:pt x="21353" y="0"/>
                </a:lnTo>
                <a:lnTo>
                  <a:pt x="21353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752400" y="3743280"/>
            <a:ext cx="1105200" cy="533520"/>
          </a:xfrm>
          <a:custGeom>
            <a:avLst/>
            <a:gdLst/>
            <a:ahLst/>
            <a:rect l="0" t="0" r="r" b="b"/>
            <a:pathLst>
              <a:path w="3070" h="1482">
                <a:moveTo>
                  <a:pt x="0" y="0"/>
                </a:moveTo>
                <a:lnTo>
                  <a:pt x="3070" y="0"/>
                </a:lnTo>
                <a:lnTo>
                  <a:pt x="307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1857240" y="3743280"/>
            <a:ext cx="7687080" cy="533520"/>
          </a:xfrm>
          <a:custGeom>
            <a:avLst/>
            <a:gdLst/>
            <a:ahLst/>
            <a:rect l="0" t="0" r="r" b="b"/>
            <a:pathLst>
              <a:path w="21353" h="1482">
                <a:moveTo>
                  <a:pt x="0" y="0"/>
                </a:moveTo>
                <a:lnTo>
                  <a:pt x="21353" y="0"/>
                </a:lnTo>
                <a:lnTo>
                  <a:pt x="21353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752400" y="15811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752400" y="1581120"/>
            <a:ext cx="1114560" cy="9720"/>
          </a:xfrm>
          <a:custGeom>
            <a:avLst/>
            <a:gdLst/>
            <a:ahLst/>
            <a:rect l="0" t="0" r="r" b="b"/>
            <a:pathLst>
              <a:path w="3096" h="27">
                <a:moveTo>
                  <a:pt x="0" y="0"/>
                </a:moveTo>
                <a:lnTo>
                  <a:pt x="3096" y="0"/>
                </a:lnTo>
                <a:lnTo>
                  <a:pt x="30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1857240" y="1581120"/>
            <a:ext cx="9720" cy="552600"/>
          </a:xfrm>
          <a:custGeom>
            <a:avLst/>
            <a:gdLst/>
            <a:ah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1866600" y="1581120"/>
            <a:ext cx="7677720" cy="9720"/>
          </a:xfrm>
          <a:custGeom>
            <a:avLst/>
            <a:gdLst/>
            <a:ahLst/>
            <a:rect l="0" t="0" r="r" b="b"/>
            <a:pathLst>
              <a:path w="21327" h="27">
                <a:moveTo>
                  <a:pt x="0" y="0"/>
                </a:moveTo>
                <a:lnTo>
                  <a:pt x="21327" y="0"/>
                </a:lnTo>
                <a:lnTo>
                  <a:pt x="213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9534240" y="1581120"/>
            <a:ext cx="10080" cy="552600"/>
          </a:xfrm>
          <a:custGeom>
            <a:avLst/>
            <a:gdLst/>
            <a:ah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752400" y="2124000"/>
            <a:ext cx="1114560" cy="9720"/>
          </a:xfrm>
          <a:custGeom>
            <a:avLst/>
            <a:gdLst/>
            <a:ahLst/>
            <a:rect l="0" t="0" r="r" b="b"/>
            <a:pathLst>
              <a:path w="3096" h="27">
                <a:moveTo>
                  <a:pt x="0" y="0"/>
                </a:moveTo>
                <a:lnTo>
                  <a:pt x="3096" y="0"/>
                </a:lnTo>
                <a:lnTo>
                  <a:pt x="30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1866600" y="2124000"/>
            <a:ext cx="7677720" cy="9720"/>
          </a:xfrm>
          <a:custGeom>
            <a:avLst/>
            <a:gdLst/>
            <a:ahLst/>
            <a:rect l="0" t="0" r="r" b="b"/>
            <a:pathLst>
              <a:path w="21327" h="27">
                <a:moveTo>
                  <a:pt x="0" y="0"/>
                </a:moveTo>
                <a:lnTo>
                  <a:pt x="21327" y="0"/>
                </a:lnTo>
                <a:lnTo>
                  <a:pt x="213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752400" y="21333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1857240" y="21333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9534240" y="213336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752400" y="26668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752400" y="2657160"/>
            <a:ext cx="1114560" cy="10080"/>
          </a:xfrm>
          <a:custGeom>
            <a:avLst/>
            <a:gdLst/>
            <a:ahLst/>
            <a:rect l="0" t="0" r="r" b="b"/>
            <a:pathLst>
              <a:path w="3096" h="28">
                <a:moveTo>
                  <a:pt x="0" y="0"/>
                </a:moveTo>
                <a:lnTo>
                  <a:pt x="3096" y="0"/>
                </a:lnTo>
                <a:lnTo>
                  <a:pt x="30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1857240" y="26668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1866600" y="2657160"/>
            <a:ext cx="7677720" cy="10080"/>
          </a:xfrm>
          <a:custGeom>
            <a:avLst/>
            <a:gdLst/>
            <a:ahLst/>
            <a:rect l="0" t="0" r="r" b="b"/>
            <a:pathLst>
              <a:path w="21327" h="28">
                <a:moveTo>
                  <a:pt x="0" y="0"/>
                </a:moveTo>
                <a:lnTo>
                  <a:pt x="21327" y="0"/>
                </a:lnTo>
                <a:lnTo>
                  <a:pt x="213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9534240" y="26668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752400" y="32097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752400" y="3200040"/>
            <a:ext cx="1114560" cy="10080"/>
          </a:xfrm>
          <a:custGeom>
            <a:avLst/>
            <a:gdLst/>
            <a:ahLst/>
            <a:rect l="0" t="0" r="r" b="b"/>
            <a:pathLst>
              <a:path w="3096" h="28">
                <a:moveTo>
                  <a:pt x="0" y="0"/>
                </a:moveTo>
                <a:lnTo>
                  <a:pt x="3096" y="0"/>
                </a:lnTo>
                <a:lnTo>
                  <a:pt x="30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1857240" y="32097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1866600" y="3200040"/>
            <a:ext cx="7677720" cy="10080"/>
          </a:xfrm>
          <a:custGeom>
            <a:avLst/>
            <a:gdLst/>
            <a:ahLst/>
            <a:rect l="0" t="0" r="r" b="b"/>
            <a:pathLst>
              <a:path w="21327" h="28">
                <a:moveTo>
                  <a:pt x="0" y="0"/>
                </a:moveTo>
                <a:lnTo>
                  <a:pt x="21327" y="0"/>
                </a:lnTo>
                <a:lnTo>
                  <a:pt x="213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9534240" y="320976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752400" y="3743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752400" y="3733560"/>
            <a:ext cx="1114560" cy="10080"/>
          </a:xfrm>
          <a:custGeom>
            <a:avLst/>
            <a:gdLst/>
            <a:ahLst/>
            <a:rect l="0" t="0" r="r" b="b"/>
            <a:pathLst>
              <a:path w="3096" h="28">
                <a:moveTo>
                  <a:pt x="0" y="0"/>
                </a:moveTo>
                <a:lnTo>
                  <a:pt x="3096" y="0"/>
                </a:lnTo>
                <a:lnTo>
                  <a:pt x="30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1857240" y="3743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1866600" y="3733560"/>
            <a:ext cx="7677720" cy="10080"/>
          </a:xfrm>
          <a:custGeom>
            <a:avLst/>
            <a:gdLst/>
            <a:ahLst/>
            <a:rect l="0" t="0" r="r" b="b"/>
            <a:pathLst>
              <a:path w="21327" h="28">
                <a:moveTo>
                  <a:pt x="0" y="0"/>
                </a:moveTo>
                <a:lnTo>
                  <a:pt x="21327" y="0"/>
                </a:lnTo>
                <a:lnTo>
                  <a:pt x="213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9534240" y="3743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752400" y="4276440"/>
            <a:ext cx="1114560" cy="10080"/>
          </a:xfrm>
          <a:custGeom>
            <a:avLst/>
            <a:gdLst/>
            <a:ahLst/>
            <a:rect l="0" t="0" r="r" b="b"/>
            <a:pathLst>
              <a:path w="3096" h="28">
                <a:moveTo>
                  <a:pt x="0" y="0"/>
                </a:moveTo>
                <a:lnTo>
                  <a:pt x="3096" y="0"/>
                </a:lnTo>
                <a:lnTo>
                  <a:pt x="30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1866600" y="4276440"/>
            <a:ext cx="7677720" cy="10080"/>
          </a:xfrm>
          <a:custGeom>
            <a:avLst/>
            <a:gdLst/>
            <a:ahLst/>
            <a:rect l="0" t="0" r="r" b="b"/>
            <a:pathLst>
              <a:path w="21327" h="28">
                <a:moveTo>
                  <a:pt x="0" y="0"/>
                </a:moveTo>
                <a:lnTo>
                  <a:pt x="21327" y="0"/>
                </a:lnTo>
                <a:lnTo>
                  <a:pt x="213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747720" y="732960"/>
            <a:ext cx="545148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Auth &amp; Role-Based Access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1032840" y="1664280"/>
            <a:ext cx="577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Role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5286960" y="1664280"/>
            <a:ext cx="8514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Access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880920" y="2207160"/>
            <a:ext cx="8852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Citizen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1990080" y="2207160"/>
            <a:ext cx="53233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File complaints · Track status · Chat with bot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880920" y="2740320"/>
            <a:ext cx="8910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Officer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1990080" y="2740320"/>
            <a:ext cx="74145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View assigned complaints · Update status · Upload resolution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880920" y="3283200"/>
            <a:ext cx="8690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Leader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1990080" y="3283200"/>
            <a:ext cx="60354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NayakAI · SentinelPulse · All wards · Morning brief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880920" y="3816720"/>
            <a:ext cx="8632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Admin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1990080" y="3816720"/>
            <a:ext cx="48042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Full system · User management · Config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1047600" y="521964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7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747720" y="4491720"/>
            <a:ext cx="115200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9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Security</a:t>
            </a:r>
            <a:endParaRPr lang="en-IN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1047600" y="570528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1300320" y="5064480"/>
            <a:ext cx="23302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JWT 60-min tokens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1047600" y="61815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1300320" y="5550480"/>
            <a:ext cx="30373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bcrypt password hashing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1047600" y="666720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1300320" y="6026400"/>
            <a:ext cx="42217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Supabase Row-Level Security (RLS)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1300320" y="6512400"/>
            <a:ext cx="31593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HTTPS enforced on Vercel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13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747720" y="732960"/>
            <a:ext cx="255672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Deployment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752400" y="2238120"/>
            <a:ext cx="1733760" cy="371880"/>
          </a:xfrm>
          <a:custGeom>
            <a:avLst/>
            <a:gdLst/>
            <a:ahLst/>
            <a:rect l="0" t="0" r="r" b="b"/>
            <a:pathLst>
              <a:path w="4816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4657" y="0"/>
                </a:lnTo>
                <a:cubicBezTo>
                  <a:pt x="4668" y="0"/>
                  <a:pt x="4678" y="1"/>
                  <a:pt x="4688" y="3"/>
                </a:cubicBezTo>
                <a:cubicBezTo>
                  <a:pt x="4699" y="5"/>
                  <a:pt x="4708" y="8"/>
                  <a:pt x="4718" y="12"/>
                </a:cubicBezTo>
                <a:cubicBezTo>
                  <a:pt x="4728" y="16"/>
                  <a:pt x="4737" y="21"/>
                  <a:pt x="4746" y="27"/>
                </a:cubicBezTo>
                <a:cubicBezTo>
                  <a:pt x="4754" y="33"/>
                  <a:pt x="4762" y="39"/>
                  <a:pt x="4770" y="47"/>
                </a:cubicBezTo>
                <a:cubicBezTo>
                  <a:pt x="4777" y="54"/>
                  <a:pt x="4784" y="62"/>
                  <a:pt x="4789" y="71"/>
                </a:cubicBezTo>
                <a:cubicBezTo>
                  <a:pt x="4795" y="79"/>
                  <a:pt x="4800" y="89"/>
                  <a:pt x="4804" y="98"/>
                </a:cubicBezTo>
                <a:cubicBezTo>
                  <a:pt x="4808" y="108"/>
                  <a:pt x="4811" y="118"/>
                  <a:pt x="4813" y="128"/>
                </a:cubicBezTo>
                <a:cubicBezTo>
                  <a:pt x="4815" y="138"/>
                  <a:pt x="4816" y="149"/>
                  <a:pt x="4816" y="159"/>
                </a:cubicBezTo>
                <a:lnTo>
                  <a:pt x="4816" y="874"/>
                </a:lnTo>
                <a:cubicBezTo>
                  <a:pt x="4816" y="885"/>
                  <a:pt x="4815" y="895"/>
                  <a:pt x="4813" y="905"/>
                </a:cubicBezTo>
                <a:cubicBezTo>
                  <a:pt x="4811" y="916"/>
                  <a:pt x="4808" y="925"/>
                  <a:pt x="4804" y="935"/>
                </a:cubicBezTo>
                <a:cubicBezTo>
                  <a:pt x="4800" y="945"/>
                  <a:pt x="4795" y="954"/>
                  <a:pt x="4789" y="963"/>
                </a:cubicBezTo>
                <a:cubicBezTo>
                  <a:pt x="4784" y="971"/>
                  <a:pt x="4777" y="979"/>
                  <a:pt x="4770" y="987"/>
                </a:cubicBezTo>
                <a:cubicBezTo>
                  <a:pt x="4762" y="994"/>
                  <a:pt x="4754" y="1001"/>
                  <a:pt x="4746" y="1006"/>
                </a:cubicBezTo>
                <a:cubicBezTo>
                  <a:pt x="4737" y="1012"/>
                  <a:pt x="4728" y="1017"/>
                  <a:pt x="4718" y="1021"/>
                </a:cubicBezTo>
                <a:cubicBezTo>
                  <a:pt x="4708" y="1025"/>
                  <a:pt x="4699" y="1028"/>
                  <a:pt x="4688" y="1030"/>
                </a:cubicBezTo>
                <a:cubicBezTo>
                  <a:pt x="4678" y="1032"/>
                  <a:pt x="4668" y="1033"/>
                  <a:pt x="4657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7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1"/>
                  <a:pt x="54" y="994"/>
                  <a:pt x="46" y="987"/>
                </a:cubicBezTo>
                <a:cubicBezTo>
                  <a:pt x="39" y="979"/>
                  <a:pt x="32" y="971"/>
                  <a:pt x="26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747720" y="1634400"/>
            <a:ext cx="353952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9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Frontend — Vercel Static</a:t>
            </a:r>
            <a:endParaRPr lang="en-IN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841680" y="2329920"/>
            <a:ext cx="1549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React + Vite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752400" y="2657160"/>
            <a:ext cx="1733760" cy="371880"/>
          </a:xfrm>
          <a:custGeom>
            <a:avLst/>
            <a:gdLst/>
            <a:ahLst/>
            <a:rect l="0" t="0" r="r" b="b"/>
            <a:pathLst>
              <a:path w="4816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4657" y="0"/>
                </a:lnTo>
                <a:cubicBezTo>
                  <a:pt x="4668" y="0"/>
                  <a:pt x="4678" y="1"/>
                  <a:pt x="4688" y="3"/>
                </a:cubicBezTo>
                <a:cubicBezTo>
                  <a:pt x="4699" y="5"/>
                  <a:pt x="4708" y="8"/>
                  <a:pt x="4718" y="12"/>
                </a:cubicBezTo>
                <a:cubicBezTo>
                  <a:pt x="4728" y="16"/>
                  <a:pt x="4737" y="21"/>
                  <a:pt x="4746" y="27"/>
                </a:cubicBezTo>
                <a:cubicBezTo>
                  <a:pt x="4754" y="33"/>
                  <a:pt x="4762" y="39"/>
                  <a:pt x="4770" y="47"/>
                </a:cubicBezTo>
                <a:cubicBezTo>
                  <a:pt x="4777" y="54"/>
                  <a:pt x="4784" y="62"/>
                  <a:pt x="4789" y="71"/>
                </a:cubicBezTo>
                <a:cubicBezTo>
                  <a:pt x="4795" y="80"/>
                  <a:pt x="4800" y="89"/>
                  <a:pt x="4804" y="98"/>
                </a:cubicBezTo>
                <a:cubicBezTo>
                  <a:pt x="4808" y="108"/>
                  <a:pt x="4811" y="118"/>
                  <a:pt x="4813" y="128"/>
                </a:cubicBezTo>
                <a:cubicBezTo>
                  <a:pt x="4815" y="138"/>
                  <a:pt x="4816" y="149"/>
                  <a:pt x="4816" y="159"/>
                </a:cubicBezTo>
                <a:lnTo>
                  <a:pt x="4816" y="874"/>
                </a:lnTo>
                <a:cubicBezTo>
                  <a:pt x="4816" y="885"/>
                  <a:pt x="4815" y="895"/>
                  <a:pt x="4813" y="905"/>
                </a:cubicBezTo>
                <a:cubicBezTo>
                  <a:pt x="4811" y="916"/>
                  <a:pt x="4808" y="926"/>
                  <a:pt x="4804" y="935"/>
                </a:cubicBezTo>
                <a:cubicBezTo>
                  <a:pt x="4800" y="945"/>
                  <a:pt x="4795" y="954"/>
                  <a:pt x="4789" y="963"/>
                </a:cubicBezTo>
                <a:cubicBezTo>
                  <a:pt x="4784" y="971"/>
                  <a:pt x="4777" y="979"/>
                  <a:pt x="4770" y="987"/>
                </a:cubicBezTo>
                <a:cubicBezTo>
                  <a:pt x="4762" y="994"/>
                  <a:pt x="4754" y="1001"/>
                  <a:pt x="4746" y="1006"/>
                </a:cubicBezTo>
                <a:cubicBezTo>
                  <a:pt x="4737" y="1012"/>
                  <a:pt x="4728" y="1017"/>
                  <a:pt x="4718" y="1021"/>
                </a:cubicBezTo>
                <a:cubicBezTo>
                  <a:pt x="4708" y="1025"/>
                  <a:pt x="4699" y="1028"/>
                  <a:pt x="4688" y="1030"/>
                </a:cubicBezTo>
                <a:cubicBezTo>
                  <a:pt x="4678" y="1032"/>
                  <a:pt x="4668" y="1033"/>
                  <a:pt x="4657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7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1"/>
                  <a:pt x="54" y="994"/>
                  <a:pt x="46" y="987"/>
                </a:cubicBezTo>
                <a:cubicBezTo>
                  <a:pt x="39" y="979"/>
                  <a:pt x="32" y="971"/>
                  <a:pt x="26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2484720" y="2207160"/>
            <a:ext cx="56062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→ Vercel CDN → global edge, instant deploys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841680" y="2748960"/>
            <a:ext cx="1549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VITE_API_URL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2484720" y="2626200"/>
            <a:ext cx="22694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points to backend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752400" y="3838320"/>
            <a:ext cx="1086120" cy="371880"/>
          </a:xfrm>
          <a:custGeom>
            <a:avLst/>
            <a:gdLst/>
            <a:ahLst/>
            <a:rect l="0" t="0" r="r" b="b"/>
            <a:pathLst>
              <a:path w="3017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858" y="0"/>
                </a:lnTo>
                <a:cubicBezTo>
                  <a:pt x="2869" y="0"/>
                  <a:pt x="2879" y="1"/>
                  <a:pt x="2889" y="3"/>
                </a:cubicBezTo>
                <a:cubicBezTo>
                  <a:pt x="2899" y="5"/>
                  <a:pt x="2909" y="8"/>
                  <a:pt x="2919" y="12"/>
                </a:cubicBezTo>
                <a:cubicBezTo>
                  <a:pt x="2929" y="16"/>
                  <a:pt x="2938" y="21"/>
                  <a:pt x="2946" y="27"/>
                </a:cubicBezTo>
                <a:cubicBezTo>
                  <a:pt x="2955" y="33"/>
                  <a:pt x="2963" y="39"/>
                  <a:pt x="2970" y="47"/>
                </a:cubicBezTo>
                <a:cubicBezTo>
                  <a:pt x="2978" y="54"/>
                  <a:pt x="2984" y="62"/>
                  <a:pt x="2990" y="71"/>
                </a:cubicBezTo>
                <a:cubicBezTo>
                  <a:pt x="2996" y="79"/>
                  <a:pt x="3001" y="89"/>
                  <a:pt x="3005" y="98"/>
                </a:cubicBezTo>
                <a:cubicBezTo>
                  <a:pt x="3009" y="108"/>
                  <a:pt x="3012" y="118"/>
                  <a:pt x="3014" y="128"/>
                </a:cubicBezTo>
                <a:cubicBezTo>
                  <a:pt x="3016" y="138"/>
                  <a:pt x="3017" y="149"/>
                  <a:pt x="3017" y="159"/>
                </a:cubicBezTo>
                <a:lnTo>
                  <a:pt x="3017" y="874"/>
                </a:lnTo>
                <a:cubicBezTo>
                  <a:pt x="3017" y="885"/>
                  <a:pt x="3016" y="895"/>
                  <a:pt x="3014" y="905"/>
                </a:cubicBezTo>
                <a:cubicBezTo>
                  <a:pt x="3012" y="916"/>
                  <a:pt x="3009" y="925"/>
                  <a:pt x="3005" y="935"/>
                </a:cubicBezTo>
                <a:cubicBezTo>
                  <a:pt x="3001" y="945"/>
                  <a:pt x="2996" y="954"/>
                  <a:pt x="2990" y="963"/>
                </a:cubicBezTo>
                <a:cubicBezTo>
                  <a:pt x="2984" y="971"/>
                  <a:pt x="2978" y="979"/>
                  <a:pt x="2970" y="987"/>
                </a:cubicBezTo>
                <a:cubicBezTo>
                  <a:pt x="2963" y="994"/>
                  <a:pt x="2955" y="1001"/>
                  <a:pt x="2946" y="1006"/>
                </a:cubicBezTo>
                <a:cubicBezTo>
                  <a:pt x="2938" y="1012"/>
                  <a:pt x="2929" y="1017"/>
                  <a:pt x="2919" y="1021"/>
                </a:cubicBezTo>
                <a:cubicBezTo>
                  <a:pt x="2909" y="1025"/>
                  <a:pt x="2899" y="1028"/>
                  <a:pt x="2889" y="1030"/>
                </a:cubicBezTo>
                <a:cubicBezTo>
                  <a:pt x="2879" y="1032"/>
                  <a:pt x="2869" y="1033"/>
                  <a:pt x="2858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7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1"/>
                  <a:pt x="54" y="994"/>
                  <a:pt x="46" y="987"/>
                </a:cubicBezTo>
                <a:cubicBezTo>
                  <a:pt x="39" y="979"/>
                  <a:pt x="32" y="971"/>
                  <a:pt x="26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747720" y="3234600"/>
            <a:ext cx="406692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9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Backend — Vercel Serverless</a:t>
            </a:r>
            <a:endParaRPr lang="en-IN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841680" y="3930120"/>
            <a:ext cx="903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FastAPI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2228760" y="3838320"/>
            <a:ext cx="1733760" cy="371880"/>
          </a:xfrm>
          <a:custGeom>
            <a:avLst/>
            <a:gdLst/>
            <a:ahLst/>
            <a:rect l="0" t="0" r="r" b="b"/>
            <a:pathLst>
              <a:path w="4816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4657" y="0"/>
                </a:lnTo>
                <a:cubicBezTo>
                  <a:pt x="4668" y="0"/>
                  <a:pt x="4678" y="1"/>
                  <a:pt x="4688" y="3"/>
                </a:cubicBezTo>
                <a:cubicBezTo>
                  <a:pt x="4699" y="5"/>
                  <a:pt x="4709" y="8"/>
                  <a:pt x="4718" y="12"/>
                </a:cubicBezTo>
                <a:cubicBezTo>
                  <a:pt x="4728" y="16"/>
                  <a:pt x="4737" y="21"/>
                  <a:pt x="4746" y="27"/>
                </a:cubicBezTo>
                <a:cubicBezTo>
                  <a:pt x="4754" y="33"/>
                  <a:pt x="4762" y="39"/>
                  <a:pt x="4770" y="47"/>
                </a:cubicBezTo>
                <a:cubicBezTo>
                  <a:pt x="4777" y="54"/>
                  <a:pt x="4784" y="62"/>
                  <a:pt x="4789" y="71"/>
                </a:cubicBezTo>
                <a:cubicBezTo>
                  <a:pt x="4795" y="79"/>
                  <a:pt x="4800" y="89"/>
                  <a:pt x="4804" y="98"/>
                </a:cubicBezTo>
                <a:cubicBezTo>
                  <a:pt x="4808" y="108"/>
                  <a:pt x="4811" y="118"/>
                  <a:pt x="4813" y="128"/>
                </a:cubicBezTo>
                <a:cubicBezTo>
                  <a:pt x="4815" y="138"/>
                  <a:pt x="4816" y="149"/>
                  <a:pt x="4816" y="159"/>
                </a:cubicBezTo>
                <a:lnTo>
                  <a:pt x="4816" y="874"/>
                </a:lnTo>
                <a:cubicBezTo>
                  <a:pt x="4816" y="885"/>
                  <a:pt x="4815" y="895"/>
                  <a:pt x="4813" y="905"/>
                </a:cubicBezTo>
                <a:cubicBezTo>
                  <a:pt x="4811" y="916"/>
                  <a:pt x="4808" y="925"/>
                  <a:pt x="4804" y="935"/>
                </a:cubicBezTo>
                <a:cubicBezTo>
                  <a:pt x="4800" y="945"/>
                  <a:pt x="4795" y="954"/>
                  <a:pt x="4789" y="963"/>
                </a:cubicBezTo>
                <a:cubicBezTo>
                  <a:pt x="4784" y="971"/>
                  <a:pt x="4777" y="979"/>
                  <a:pt x="4770" y="987"/>
                </a:cubicBezTo>
                <a:cubicBezTo>
                  <a:pt x="4762" y="994"/>
                  <a:pt x="4754" y="1001"/>
                  <a:pt x="4746" y="1006"/>
                </a:cubicBezTo>
                <a:cubicBezTo>
                  <a:pt x="4737" y="1012"/>
                  <a:pt x="4728" y="1017"/>
                  <a:pt x="4718" y="1021"/>
                </a:cubicBezTo>
                <a:cubicBezTo>
                  <a:pt x="4709" y="1025"/>
                  <a:pt x="4699" y="1028"/>
                  <a:pt x="4688" y="1030"/>
                </a:cubicBezTo>
                <a:cubicBezTo>
                  <a:pt x="4678" y="1032"/>
                  <a:pt x="4668" y="1033"/>
                  <a:pt x="4657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1"/>
                  <a:pt x="54" y="994"/>
                  <a:pt x="46" y="987"/>
                </a:cubicBezTo>
                <a:cubicBezTo>
                  <a:pt x="39" y="979"/>
                  <a:pt x="32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1839240" y="3807360"/>
            <a:ext cx="389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→ 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2323080" y="3930120"/>
            <a:ext cx="1549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api/index.py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5771880" y="3838320"/>
            <a:ext cx="1610280" cy="371880"/>
          </a:xfrm>
          <a:custGeom>
            <a:avLst/>
            <a:gdLst/>
            <a:ahLst/>
            <a:rect l="0" t="0" r="r" b="b"/>
            <a:pathLst>
              <a:path w="4473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314" y="0"/>
                </a:lnTo>
                <a:cubicBezTo>
                  <a:pt x="4324" y="0"/>
                  <a:pt x="4335" y="1"/>
                  <a:pt x="4345" y="3"/>
                </a:cubicBezTo>
                <a:cubicBezTo>
                  <a:pt x="4355" y="5"/>
                  <a:pt x="4365" y="8"/>
                  <a:pt x="4375" y="12"/>
                </a:cubicBezTo>
                <a:cubicBezTo>
                  <a:pt x="4384" y="16"/>
                  <a:pt x="4393" y="21"/>
                  <a:pt x="4402" y="27"/>
                </a:cubicBezTo>
                <a:cubicBezTo>
                  <a:pt x="4411" y="33"/>
                  <a:pt x="4419" y="39"/>
                  <a:pt x="4426" y="47"/>
                </a:cubicBezTo>
                <a:cubicBezTo>
                  <a:pt x="4434" y="54"/>
                  <a:pt x="4440" y="62"/>
                  <a:pt x="4446" y="71"/>
                </a:cubicBezTo>
                <a:cubicBezTo>
                  <a:pt x="4452" y="79"/>
                  <a:pt x="4457" y="89"/>
                  <a:pt x="4461" y="98"/>
                </a:cubicBezTo>
                <a:cubicBezTo>
                  <a:pt x="4465" y="108"/>
                  <a:pt x="4468" y="118"/>
                  <a:pt x="4470" y="128"/>
                </a:cubicBezTo>
                <a:cubicBezTo>
                  <a:pt x="4472" y="138"/>
                  <a:pt x="4473" y="149"/>
                  <a:pt x="4473" y="159"/>
                </a:cubicBezTo>
                <a:lnTo>
                  <a:pt x="4473" y="874"/>
                </a:lnTo>
                <a:cubicBezTo>
                  <a:pt x="4473" y="885"/>
                  <a:pt x="4472" y="895"/>
                  <a:pt x="4470" y="905"/>
                </a:cubicBezTo>
                <a:cubicBezTo>
                  <a:pt x="4468" y="916"/>
                  <a:pt x="4465" y="925"/>
                  <a:pt x="4461" y="935"/>
                </a:cubicBezTo>
                <a:cubicBezTo>
                  <a:pt x="4457" y="945"/>
                  <a:pt x="4452" y="954"/>
                  <a:pt x="4446" y="963"/>
                </a:cubicBezTo>
                <a:cubicBezTo>
                  <a:pt x="4440" y="971"/>
                  <a:pt x="4434" y="979"/>
                  <a:pt x="4426" y="987"/>
                </a:cubicBezTo>
                <a:cubicBezTo>
                  <a:pt x="4419" y="994"/>
                  <a:pt x="4411" y="1001"/>
                  <a:pt x="4402" y="1006"/>
                </a:cubicBezTo>
                <a:cubicBezTo>
                  <a:pt x="4393" y="1012"/>
                  <a:pt x="4384" y="1017"/>
                  <a:pt x="4375" y="1021"/>
                </a:cubicBezTo>
                <a:cubicBezTo>
                  <a:pt x="4365" y="1025"/>
                  <a:pt x="4355" y="1028"/>
                  <a:pt x="4345" y="1030"/>
                </a:cubicBezTo>
                <a:cubicBezTo>
                  <a:pt x="4335" y="1032"/>
                  <a:pt x="4324" y="1033"/>
                  <a:pt x="4314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79" y="1012"/>
                  <a:pt x="71" y="1006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39" y="979"/>
                  <a:pt x="33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3966120" y="3807360"/>
            <a:ext cx="18043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entry point → 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5866200" y="3930120"/>
            <a:ext cx="1420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vercel.json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7380000" y="3807360"/>
            <a:ext cx="10332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rewrites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2771640" y="4257360"/>
            <a:ext cx="962280" cy="371880"/>
          </a:xfrm>
          <a:custGeom>
            <a:avLst/>
            <a:gdLst/>
            <a:ahLst/>
            <a:rect l="0" t="0" r="r" b="b"/>
            <a:pathLst>
              <a:path w="2673" h="1033">
                <a:moveTo>
                  <a:pt x="0" y="874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7" y="72"/>
                </a:cubicBezTo>
                <a:cubicBezTo>
                  <a:pt x="32" y="63"/>
                  <a:pt x="39" y="55"/>
                  <a:pt x="46" y="48"/>
                </a:cubicBezTo>
                <a:cubicBezTo>
                  <a:pt x="54" y="40"/>
                  <a:pt x="62" y="34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514" y="0"/>
                </a:lnTo>
                <a:cubicBezTo>
                  <a:pt x="2525" y="0"/>
                  <a:pt x="2535" y="1"/>
                  <a:pt x="2545" y="3"/>
                </a:cubicBezTo>
                <a:cubicBezTo>
                  <a:pt x="2556" y="5"/>
                  <a:pt x="2566" y="8"/>
                  <a:pt x="2575" y="12"/>
                </a:cubicBezTo>
                <a:cubicBezTo>
                  <a:pt x="2585" y="16"/>
                  <a:pt x="2594" y="21"/>
                  <a:pt x="2603" y="27"/>
                </a:cubicBezTo>
                <a:cubicBezTo>
                  <a:pt x="2611" y="34"/>
                  <a:pt x="2619" y="40"/>
                  <a:pt x="2627" y="48"/>
                </a:cubicBezTo>
                <a:cubicBezTo>
                  <a:pt x="2634" y="55"/>
                  <a:pt x="2641" y="63"/>
                  <a:pt x="2646" y="72"/>
                </a:cubicBezTo>
                <a:cubicBezTo>
                  <a:pt x="2652" y="81"/>
                  <a:pt x="2657" y="90"/>
                  <a:pt x="2661" y="99"/>
                </a:cubicBezTo>
                <a:cubicBezTo>
                  <a:pt x="2665" y="109"/>
                  <a:pt x="2668" y="119"/>
                  <a:pt x="2670" y="129"/>
                </a:cubicBezTo>
                <a:cubicBezTo>
                  <a:pt x="2672" y="139"/>
                  <a:pt x="2673" y="150"/>
                  <a:pt x="2673" y="160"/>
                </a:cubicBezTo>
                <a:lnTo>
                  <a:pt x="2673" y="874"/>
                </a:lnTo>
                <a:cubicBezTo>
                  <a:pt x="2673" y="885"/>
                  <a:pt x="2672" y="895"/>
                  <a:pt x="2670" y="905"/>
                </a:cubicBezTo>
                <a:cubicBezTo>
                  <a:pt x="2668" y="916"/>
                  <a:pt x="2665" y="926"/>
                  <a:pt x="2661" y="935"/>
                </a:cubicBezTo>
                <a:cubicBezTo>
                  <a:pt x="2657" y="945"/>
                  <a:pt x="2652" y="954"/>
                  <a:pt x="2646" y="963"/>
                </a:cubicBezTo>
                <a:cubicBezTo>
                  <a:pt x="2641" y="971"/>
                  <a:pt x="2634" y="979"/>
                  <a:pt x="2627" y="987"/>
                </a:cubicBezTo>
                <a:cubicBezTo>
                  <a:pt x="2619" y="994"/>
                  <a:pt x="2611" y="1001"/>
                  <a:pt x="2603" y="1006"/>
                </a:cubicBezTo>
                <a:cubicBezTo>
                  <a:pt x="2594" y="1012"/>
                  <a:pt x="2585" y="1017"/>
                  <a:pt x="2575" y="1021"/>
                </a:cubicBezTo>
                <a:cubicBezTo>
                  <a:pt x="2566" y="1025"/>
                  <a:pt x="2556" y="1028"/>
                  <a:pt x="2545" y="1030"/>
                </a:cubicBezTo>
                <a:cubicBezTo>
                  <a:pt x="2535" y="1032"/>
                  <a:pt x="2525" y="1033"/>
                  <a:pt x="2514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7" y="1028"/>
                  <a:pt x="108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1"/>
                  <a:pt x="54" y="994"/>
                  <a:pt x="46" y="987"/>
                </a:cubicBezTo>
                <a:cubicBezTo>
                  <a:pt x="39" y="979"/>
                  <a:pt x="32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747720" y="4226400"/>
            <a:ext cx="20221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All routes under 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2865960" y="4349160"/>
            <a:ext cx="775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/api/*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3734280" y="4226400"/>
            <a:ext cx="36518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served as serverless functions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747720" y="4834800"/>
            <a:ext cx="637776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9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Database — Supabase (ap-south-1, Mumbai)</a:t>
            </a:r>
            <a:endParaRPr lang="en-IN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747720" y="5407560"/>
            <a:ext cx="70938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PostgreSQL with Realtime subscriptions for live dashboard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2066760" y="5857560"/>
            <a:ext cx="2772000" cy="362520"/>
          </a:xfrm>
          <a:custGeom>
            <a:avLst/>
            <a:gdLst/>
            <a:ahLst/>
            <a:rect l="0" t="0" r="r" b="b"/>
            <a:pathLst>
              <a:path w="7700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542" y="0"/>
                </a:lnTo>
                <a:cubicBezTo>
                  <a:pt x="7552" y="0"/>
                  <a:pt x="7562" y="1"/>
                  <a:pt x="7573" y="3"/>
                </a:cubicBezTo>
                <a:cubicBezTo>
                  <a:pt x="7583" y="5"/>
                  <a:pt x="7593" y="8"/>
                  <a:pt x="7602" y="12"/>
                </a:cubicBezTo>
                <a:cubicBezTo>
                  <a:pt x="7612" y="16"/>
                  <a:pt x="7621" y="21"/>
                  <a:pt x="7630" y="27"/>
                </a:cubicBezTo>
                <a:cubicBezTo>
                  <a:pt x="7638" y="33"/>
                  <a:pt x="7646" y="39"/>
                  <a:pt x="7654" y="47"/>
                </a:cubicBezTo>
                <a:cubicBezTo>
                  <a:pt x="7661" y="54"/>
                  <a:pt x="7668" y="62"/>
                  <a:pt x="7674" y="71"/>
                </a:cubicBezTo>
                <a:cubicBezTo>
                  <a:pt x="7679" y="80"/>
                  <a:pt x="7684" y="89"/>
                  <a:pt x="7688" y="98"/>
                </a:cubicBezTo>
                <a:cubicBezTo>
                  <a:pt x="7692" y="108"/>
                  <a:pt x="7695" y="118"/>
                  <a:pt x="7697" y="128"/>
                </a:cubicBezTo>
                <a:cubicBezTo>
                  <a:pt x="7699" y="138"/>
                  <a:pt x="7700" y="149"/>
                  <a:pt x="7700" y="159"/>
                </a:cubicBezTo>
                <a:lnTo>
                  <a:pt x="7700" y="848"/>
                </a:lnTo>
                <a:cubicBezTo>
                  <a:pt x="7700" y="858"/>
                  <a:pt x="7699" y="869"/>
                  <a:pt x="7697" y="879"/>
                </a:cubicBezTo>
                <a:cubicBezTo>
                  <a:pt x="7695" y="889"/>
                  <a:pt x="7692" y="899"/>
                  <a:pt x="7688" y="909"/>
                </a:cubicBezTo>
                <a:cubicBezTo>
                  <a:pt x="7684" y="918"/>
                  <a:pt x="7679" y="928"/>
                  <a:pt x="7674" y="936"/>
                </a:cubicBezTo>
                <a:cubicBezTo>
                  <a:pt x="7668" y="945"/>
                  <a:pt x="7661" y="953"/>
                  <a:pt x="7654" y="960"/>
                </a:cubicBezTo>
                <a:cubicBezTo>
                  <a:pt x="7646" y="968"/>
                  <a:pt x="7638" y="974"/>
                  <a:pt x="7630" y="980"/>
                </a:cubicBezTo>
                <a:cubicBezTo>
                  <a:pt x="7621" y="986"/>
                  <a:pt x="7612" y="991"/>
                  <a:pt x="7602" y="995"/>
                </a:cubicBezTo>
                <a:cubicBezTo>
                  <a:pt x="7593" y="999"/>
                  <a:pt x="7583" y="1002"/>
                  <a:pt x="7573" y="1004"/>
                </a:cubicBezTo>
                <a:cubicBezTo>
                  <a:pt x="7562" y="1006"/>
                  <a:pt x="7552" y="1007"/>
                  <a:pt x="7542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8" y="991"/>
                  <a:pt x="79" y="986"/>
                  <a:pt x="71" y="980"/>
                </a:cubicBezTo>
                <a:cubicBezTo>
                  <a:pt x="62" y="974"/>
                  <a:pt x="54" y="968"/>
                  <a:pt x="46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747720" y="5816880"/>
            <a:ext cx="13222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Project ID: 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2165400" y="5949360"/>
            <a:ext cx="2581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bbakxtofuxkxzfbexlll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747720" y="6425280"/>
            <a:ext cx="3127320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39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Messaging Webhooks</a:t>
            </a:r>
            <a:endParaRPr lang="en-IN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14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752400" y="2228760"/>
            <a:ext cx="4410360" cy="543240"/>
          </a:xfrm>
          <a:custGeom>
            <a:avLst/>
            <a:gdLst/>
            <a:ahLst/>
            <a:rect l="0" t="0" r="r" b="b"/>
            <a:pathLst>
              <a:path w="12251" h="1509">
                <a:moveTo>
                  <a:pt x="0" y="0"/>
                </a:moveTo>
                <a:lnTo>
                  <a:pt x="12251" y="0"/>
                </a:lnTo>
                <a:lnTo>
                  <a:pt x="1225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5162400" y="2228760"/>
            <a:ext cx="2895840" cy="543240"/>
          </a:xfrm>
          <a:custGeom>
            <a:avLst/>
            <a:gdLst/>
            <a:ahLst/>
            <a:rect l="0" t="0" r="r" b="b"/>
            <a:pathLst>
              <a:path w="8044" h="1509">
                <a:moveTo>
                  <a:pt x="0" y="0"/>
                </a:moveTo>
                <a:lnTo>
                  <a:pt x="8044" y="0"/>
                </a:lnTo>
                <a:lnTo>
                  <a:pt x="804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752400" y="2771640"/>
            <a:ext cx="4410360" cy="533880"/>
          </a:xfrm>
          <a:custGeom>
            <a:avLst/>
            <a:gdLst/>
            <a:ahLst/>
            <a:rect l="0" t="0" r="r" b="b"/>
            <a:pathLst>
              <a:path w="12251" h="1483">
                <a:moveTo>
                  <a:pt x="0" y="0"/>
                </a:moveTo>
                <a:lnTo>
                  <a:pt x="12251" y="0"/>
                </a:lnTo>
                <a:lnTo>
                  <a:pt x="1225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5162400" y="2771640"/>
            <a:ext cx="2895840" cy="533880"/>
          </a:xfrm>
          <a:custGeom>
            <a:avLst/>
            <a:gdLst/>
            <a:ahLst/>
            <a:rect l="0" t="0" r="r" b="b"/>
            <a:pathLst>
              <a:path w="8044" h="1483">
                <a:moveTo>
                  <a:pt x="0" y="0"/>
                </a:moveTo>
                <a:lnTo>
                  <a:pt x="8044" y="0"/>
                </a:lnTo>
                <a:lnTo>
                  <a:pt x="804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752400" y="3305160"/>
            <a:ext cx="4410360" cy="543240"/>
          </a:xfrm>
          <a:custGeom>
            <a:avLst/>
            <a:gdLst/>
            <a:ahLst/>
            <a:rect l="0" t="0" r="r" b="b"/>
            <a:pathLst>
              <a:path w="12251" h="1509">
                <a:moveTo>
                  <a:pt x="0" y="0"/>
                </a:moveTo>
                <a:lnTo>
                  <a:pt x="12251" y="0"/>
                </a:lnTo>
                <a:lnTo>
                  <a:pt x="1225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5162400" y="3305160"/>
            <a:ext cx="2895840" cy="543240"/>
          </a:xfrm>
          <a:custGeom>
            <a:avLst/>
            <a:gdLst/>
            <a:ahLst/>
            <a:rect l="0" t="0" r="r" b="b"/>
            <a:pathLst>
              <a:path w="8044" h="1509">
                <a:moveTo>
                  <a:pt x="0" y="0"/>
                </a:moveTo>
                <a:lnTo>
                  <a:pt x="8044" y="0"/>
                </a:lnTo>
                <a:lnTo>
                  <a:pt x="804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752400" y="3848040"/>
            <a:ext cx="4410360" cy="533520"/>
          </a:xfrm>
          <a:custGeom>
            <a:avLst/>
            <a:gdLst/>
            <a:ahLst/>
            <a:rect l="0" t="0" r="r" b="b"/>
            <a:pathLst>
              <a:path w="12251" h="1482">
                <a:moveTo>
                  <a:pt x="0" y="0"/>
                </a:moveTo>
                <a:lnTo>
                  <a:pt x="12251" y="0"/>
                </a:lnTo>
                <a:lnTo>
                  <a:pt x="12251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5162400" y="3848040"/>
            <a:ext cx="2895840" cy="533520"/>
          </a:xfrm>
          <a:custGeom>
            <a:avLst/>
            <a:gdLst/>
            <a:ahLst/>
            <a:rect l="0" t="0" r="r" b="b"/>
            <a:pathLst>
              <a:path w="8044" h="1482">
                <a:moveTo>
                  <a:pt x="0" y="0"/>
                </a:moveTo>
                <a:lnTo>
                  <a:pt x="8044" y="0"/>
                </a:lnTo>
                <a:lnTo>
                  <a:pt x="804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752400" y="4381200"/>
            <a:ext cx="4410360" cy="543240"/>
          </a:xfrm>
          <a:custGeom>
            <a:avLst/>
            <a:gdLst/>
            <a:ahLst/>
            <a:rect l="0" t="0" r="r" b="b"/>
            <a:pathLst>
              <a:path w="12251" h="1509">
                <a:moveTo>
                  <a:pt x="0" y="0"/>
                </a:moveTo>
                <a:lnTo>
                  <a:pt x="12251" y="0"/>
                </a:lnTo>
                <a:lnTo>
                  <a:pt x="1225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5162400" y="4381200"/>
            <a:ext cx="2895840" cy="543240"/>
          </a:xfrm>
          <a:custGeom>
            <a:avLst/>
            <a:gdLst/>
            <a:ahLst/>
            <a:rect l="0" t="0" r="r" b="b"/>
            <a:pathLst>
              <a:path w="8044" h="1509">
                <a:moveTo>
                  <a:pt x="0" y="0"/>
                </a:moveTo>
                <a:lnTo>
                  <a:pt x="8044" y="0"/>
                </a:lnTo>
                <a:lnTo>
                  <a:pt x="804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752400" y="4924080"/>
            <a:ext cx="4410360" cy="533880"/>
          </a:xfrm>
          <a:custGeom>
            <a:avLst/>
            <a:gdLst/>
            <a:ahLst/>
            <a:rect l="0" t="0" r="r" b="b"/>
            <a:pathLst>
              <a:path w="12251" h="1483">
                <a:moveTo>
                  <a:pt x="0" y="0"/>
                </a:moveTo>
                <a:lnTo>
                  <a:pt x="12251" y="0"/>
                </a:lnTo>
                <a:lnTo>
                  <a:pt x="1225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5162400" y="4924080"/>
            <a:ext cx="2895840" cy="533880"/>
          </a:xfrm>
          <a:custGeom>
            <a:avLst/>
            <a:gdLst/>
            <a:ahLst/>
            <a:rect l="0" t="0" r="r" b="b"/>
            <a:pathLst>
              <a:path w="8044" h="1483">
                <a:moveTo>
                  <a:pt x="0" y="0"/>
                </a:moveTo>
                <a:lnTo>
                  <a:pt x="8044" y="0"/>
                </a:lnTo>
                <a:lnTo>
                  <a:pt x="804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752400" y="22287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752400" y="2228760"/>
            <a:ext cx="4419720" cy="9720"/>
          </a:xfrm>
          <a:custGeom>
            <a:avLst/>
            <a:gdLst/>
            <a:ahLst/>
            <a:rect l="0" t="0" r="r" b="b"/>
            <a:pathLst>
              <a:path w="12277" h="27">
                <a:moveTo>
                  <a:pt x="0" y="0"/>
                </a:moveTo>
                <a:lnTo>
                  <a:pt x="12277" y="0"/>
                </a:lnTo>
                <a:lnTo>
                  <a:pt x="122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5162400" y="22287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5171760" y="2228760"/>
            <a:ext cx="2896200" cy="9720"/>
          </a:xfrm>
          <a:custGeom>
            <a:avLst/>
            <a:gdLst/>
            <a:ahLst/>
            <a:rect l="0" t="0" r="r" b="b"/>
            <a:pathLst>
              <a:path w="8045" h="27">
                <a:moveTo>
                  <a:pt x="0" y="0"/>
                </a:moveTo>
                <a:lnTo>
                  <a:pt x="8045" y="0"/>
                </a:lnTo>
                <a:lnTo>
                  <a:pt x="80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8057880" y="22287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752400" y="2761920"/>
            <a:ext cx="4419720" cy="10080"/>
          </a:xfrm>
          <a:custGeom>
            <a:avLst/>
            <a:gdLst/>
            <a:ahLst/>
            <a:rect l="0" t="0" r="r" b="b"/>
            <a:pathLst>
              <a:path w="12277" h="28">
                <a:moveTo>
                  <a:pt x="0" y="0"/>
                </a:moveTo>
                <a:lnTo>
                  <a:pt x="12277" y="0"/>
                </a:lnTo>
                <a:lnTo>
                  <a:pt x="12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5171760" y="2761920"/>
            <a:ext cx="2896200" cy="10080"/>
          </a:xfrm>
          <a:custGeom>
            <a:avLst/>
            <a:gdLst/>
            <a:ahLst/>
            <a:rect l="0" t="0" r="r" b="b"/>
            <a:pathLst>
              <a:path w="8045" h="28">
                <a:moveTo>
                  <a:pt x="0" y="0"/>
                </a:moveTo>
                <a:lnTo>
                  <a:pt x="8045" y="0"/>
                </a:lnTo>
                <a:lnTo>
                  <a:pt x="80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752400" y="277164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5162400" y="277164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8057880" y="277164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752400" y="331452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752400" y="3305160"/>
            <a:ext cx="4419720" cy="9720"/>
          </a:xfrm>
          <a:custGeom>
            <a:avLst/>
            <a:gdLst/>
            <a:ahLst/>
            <a:rect l="0" t="0" r="r" b="b"/>
            <a:pathLst>
              <a:path w="12277" h="27">
                <a:moveTo>
                  <a:pt x="0" y="0"/>
                </a:moveTo>
                <a:lnTo>
                  <a:pt x="12277" y="0"/>
                </a:lnTo>
                <a:lnTo>
                  <a:pt x="122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5162400" y="331452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5171760" y="3305160"/>
            <a:ext cx="2896200" cy="9720"/>
          </a:xfrm>
          <a:custGeom>
            <a:avLst/>
            <a:gdLst/>
            <a:ahLst/>
            <a:rect l="0" t="0" r="r" b="b"/>
            <a:pathLst>
              <a:path w="8045" h="27">
                <a:moveTo>
                  <a:pt x="0" y="0"/>
                </a:moveTo>
                <a:lnTo>
                  <a:pt x="8045" y="0"/>
                </a:lnTo>
                <a:lnTo>
                  <a:pt x="80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8057880" y="331452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752400" y="384804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752400" y="3838320"/>
            <a:ext cx="4419720" cy="10080"/>
          </a:xfrm>
          <a:custGeom>
            <a:avLst/>
            <a:gdLst/>
            <a:ahLst/>
            <a:rect l="0" t="0" r="r" b="b"/>
            <a:pathLst>
              <a:path w="12277" h="28">
                <a:moveTo>
                  <a:pt x="0" y="0"/>
                </a:moveTo>
                <a:lnTo>
                  <a:pt x="12277" y="0"/>
                </a:lnTo>
                <a:lnTo>
                  <a:pt x="12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5162400" y="384804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5171760" y="3838320"/>
            <a:ext cx="2896200" cy="10080"/>
          </a:xfrm>
          <a:custGeom>
            <a:avLst/>
            <a:gdLst/>
            <a:ahLst/>
            <a:rect l="0" t="0" r="r" b="b"/>
            <a:pathLst>
              <a:path w="8045" h="28">
                <a:moveTo>
                  <a:pt x="0" y="0"/>
                </a:moveTo>
                <a:lnTo>
                  <a:pt x="8045" y="0"/>
                </a:lnTo>
                <a:lnTo>
                  <a:pt x="80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8057880" y="384804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752400" y="439092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752400" y="4381200"/>
            <a:ext cx="4419720" cy="10080"/>
          </a:xfrm>
          <a:custGeom>
            <a:avLst/>
            <a:gdLst/>
            <a:ahLst/>
            <a:rect l="0" t="0" r="r" b="b"/>
            <a:pathLst>
              <a:path w="12277" h="28">
                <a:moveTo>
                  <a:pt x="0" y="0"/>
                </a:moveTo>
                <a:lnTo>
                  <a:pt x="12277" y="0"/>
                </a:lnTo>
                <a:lnTo>
                  <a:pt x="12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5162400" y="439092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5171760" y="4381200"/>
            <a:ext cx="2896200" cy="10080"/>
          </a:xfrm>
          <a:custGeom>
            <a:avLst/>
            <a:gdLst/>
            <a:ahLst/>
            <a:rect l="0" t="0" r="r" b="b"/>
            <a:pathLst>
              <a:path w="8045" h="28">
                <a:moveTo>
                  <a:pt x="0" y="0"/>
                </a:moveTo>
                <a:lnTo>
                  <a:pt x="8045" y="0"/>
                </a:lnTo>
                <a:lnTo>
                  <a:pt x="80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8057880" y="439092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752400" y="492408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752400" y="4914720"/>
            <a:ext cx="4419720" cy="9720"/>
          </a:xfrm>
          <a:custGeom>
            <a:avLst/>
            <a:gdLst/>
            <a:ahLst/>
            <a:rect l="0" t="0" r="r" b="b"/>
            <a:pathLst>
              <a:path w="12277" h="27">
                <a:moveTo>
                  <a:pt x="0" y="0"/>
                </a:moveTo>
                <a:lnTo>
                  <a:pt x="12277" y="0"/>
                </a:lnTo>
                <a:lnTo>
                  <a:pt x="122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5162400" y="492408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5171760" y="4914720"/>
            <a:ext cx="2896200" cy="9720"/>
          </a:xfrm>
          <a:custGeom>
            <a:avLst/>
            <a:gdLst/>
            <a:ahLst/>
            <a:rect l="0" t="0" r="r" b="b"/>
            <a:pathLst>
              <a:path w="8045" h="27">
                <a:moveTo>
                  <a:pt x="0" y="0"/>
                </a:moveTo>
                <a:lnTo>
                  <a:pt x="8045" y="0"/>
                </a:lnTo>
                <a:lnTo>
                  <a:pt x="80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8057880" y="4924080"/>
            <a:ext cx="10080" cy="543600"/>
          </a:xfrm>
          <a:custGeom>
            <a:avLst/>
            <a:gdLst/>
            <a:ahLst/>
            <a:rect l="0" t="0" r="r" b="b"/>
            <a:pathLst>
              <a:path w="28" h="1510">
                <a:moveTo>
                  <a:pt x="0" y="0"/>
                </a:moveTo>
                <a:lnTo>
                  <a:pt x="28" y="0"/>
                </a:lnTo>
                <a:lnTo>
                  <a:pt x="2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752400" y="5457600"/>
            <a:ext cx="4419720" cy="10080"/>
          </a:xfrm>
          <a:custGeom>
            <a:avLst/>
            <a:gdLst/>
            <a:ahLst/>
            <a:rect l="0" t="0" r="r" b="b"/>
            <a:pathLst>
              <a:path w="12277" h="28">
                <a:moveTo>
                  <a:pt x="0" y="0"/>
                </a:moveTo>
                <a:lnTo>
                  <a:pt x="12277" y="0"/>
                </a:lnTo>
                <a:lnTo>
                  <a:pt x="122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5171760" y="5457600"/>
            <a:ext cx="2896200" cy="10080"/>
          </a:xfrm>
          <a:custGeom>
            <a:avLst/>
            <a:gdLst/>
            <a:ahLst/>
            <a:rect l="0" t="0" r="r" b="b"/>
            <a:pathLst>
              <a:path w="8045" h="28">
                <a:moveTo>
                  <a:pt x="0" y="0"/>
                </a:moveTo>
                <a:lnTo>
                  <a:pt x="8045" y="0"/>
                </a:lnTo>
                <a:lnTo>
                  <a:pt x="80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747720" y="1370880"/>
            <a:ext cx="14418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348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Impact</a:t>
            </a:r>
            <a:endParaRPr lang="en-IN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2554560" y="2311920"/>
            <a:ext cx="8416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Metric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6271920" y="2311920"/>
            <a:ext cx="7275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Value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880920" y="2845080"/>
            <a:ext cx="40039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Citizens reachable via SMS/Voice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5291280" y="2845080"/>
            <a:ext cx="15436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800 Million+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880920" y="3387960"/>
            <a:ext cx="39024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Misdirected complaints reduced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5291280" y="3387960"/>
            <a:ext cx="24224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~70% via AI routing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880920" y="3921480"/>
            <a:ext cx="41533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Avg. resolution time improvement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5291280" y="3921480"/>
            <a:ext cx="21290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Days, not months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880920" y="4464360"/>
            <a:ext cx="26402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Languages supported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5291280" y="4464360"/>
            <a:ext cx="26391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10+ Indian languages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880920" y="4997880"/>
            <a:ext cx="22075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Infrastructure cost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5291280" y="4997880"/>
            <a:ext cx="317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FFFFFF"/>
                </a:solidFill>
                <a:effectLst/>
                <a:uFillTx/>
                <a:latin typeface="SegoeUI"/>
                <a:ea typeface="SegoeUI"/>
              </a:rPr>
              <a:t>$0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15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747720" y="2673720"/>
            <a:ext cx="49334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GrievanceOS · NayakAI · SentinelPulse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771480" y="4026240"/>
            <a:ext cx="276480" cy="69480"/>
          </a:xfrm>
          <a:custGeom>
            <a:avLst/>
            <a:gdLst/>
            <a:ahLst/>
            <a:rect l="0" t="0" r="r" b="b"/>
            <a:pathLst>
              <a:path w="768" h="193">
                <a:moveTo>
                  <a:pt x="0" y="107"/>
                </a:moveTo>
                <a:cubicBezTo>
                  <a:pt x="0" y="118"/>
                  <a:pt x="2" y="129"/>
                  <a:pt x="6" y="139"/>
                </a:cubicBezTo>
                <a:cubicBezTo>
                  <a:pt x="10" y="150"/>
                  <a:pt x="17" y="159"/>
                  <a:pt x="25" y="167"/>
                </a:cubicBezTo>
                <a:cubicBezTo>
                  <a:pt x="33" y="175"/>
                  <a:pt x="42" y="182"/>
                  <a:pt x="52" y="186"/>
                </a:cubicBezTo>
                <a:cubicBezTo>
                  <a:pt x="63" y="191"/>
                  <a:pt x="74" y="193"/>
                  <a:pt x="85" y="193"/>
                </a:cubicBezTo>
                <a:lnTo>
                  <a:pt x="683" y="193"/>
                </a:lnTo>
                <a:cubicBezTo>
                  <a:pt x="694" y="193"/>
                  <a:pt x="705" y="191"/>
                  <a:pt x="715" y="186"/>
                </a:cubicBezTo>
                <a:cubicBezTo>
                  <a:pt x="726" y="182"/>
                  <a:pt x="735" y="175"/>
                  <a:pt x="743" y="167"/>
                </a:cubicBezTo>
                <a:cubicBezTo>
                  <a:pt x="751" y="159"/>
                  <a:pt x="757" y="150"/>
                  <a:pt x="761" y="139"/>
                </a:cubicBezTo>
                <a:cubicBezTo>
                  <a:pt x="766" y="129"/>
                  <a:pt x="768" y="118"/>
                  <a:pt x="768" y="107"/>
                </a:cubicBezTo>
                <a:lnTo>
                  <a:pt x="768" y="0"/>
                </a:lnTo>
                <a:lnTo>
                  <a:pt x="0" y="0"/>
                </a:lnTo>
                <a:lnTo>
                  <a:pt x="0" y="107"/>
                </a:lnTo>
                <a:close/>
              </a:path>
            </a:pathLst>
          </a:custGeom>
          <a:solidFill>
            <a:srgbClr val="13880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771480" y="3895920"/>
            <a:ext cx="276480" cy="69480"/>
          </a:xfrm>
          <a:custGeom>
            <a:avLst/>
            <a:gdLst/>
            <a:ahLst/>
            <a:rect l="0" t="0" r="r" b="b"/>
            <a:pathLst>
              <a:path w="768" h="193">
                <a:moveTo>
                  <a:pt x="768" y="85"/>
                </a:moveTo>
                <a:cubicBezTo>
                  <a:pt x="768" y="74"/>
                  <a:pt x="766" y="63"/>
                  <a:pt x="761" y="52"/>
                </a:cubicBezTo>
                <a:cubicBezTo>
                  <a:pt x="757" y="42"/>
                  <a:pt x="751" y="33"/>
                  <a:pt x="743" y="25"/>
                </a:cubicBezTo>
                <a:cubicBezTo>
                  <a:pt x="735" y="17"/>
                  <a:pt x="726" y="11"/>
                  <a:pt x="715" y="6"/>
                </a:cubicBezTo>
                <a:cubicBezTo>
                  <a:pt x="705" y="2"/>
                  <a:pt x="694" y="0"/>
                  <a:pt x="683" y="0"/>
                </a:cubicBezTo>
                <a:lnTo>
                  <a:pt x="85" y="0"/>
                </a:lnTo>
                <a:cubicBezTo>
                  <a:pt x="74" y="0"/>
                  <a:pt x="63" y="2"/>
                  <a:pt x="52" y="6"/>
                </a:cubicBezTo>
                <a:cubicBezTo>
                  <a:pt x="42" y="11"/>
                  <a:pt x="33" y="17"/>
                  <a:pt x="25" y="25"/>
                </a:cubicBezTo>
                <a:cubicBezTo>
                  <a:pt x="17" y="33"/>
                  <a:pt x="10" y="42"/>
                  <a:pt x="6" y="52"/>
                </a:cubicBezTo>
                <a:cubicBezTo>
                  <a:pt x="2" y="63"/>
                  <a:pt x="0" y="74"/>
                  <a:pt x="0" y="85"/>
                </a:cubicBezTo>
                <a:lnTo>
                  <a:pt x="0" y="193"/>
                </a:lnTo>
                <a:lnTo>
                  <a:pt x="768" y="193"/>
                </a:lnTo>
                <a:lnTo>
                  <a:pt x="768" y="85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771480" y="3962160"/>
            <a:ext cx="276480" cy="66960"/>
          </a:xfrm>
          <a:custGeom>
            <a:avLst/>
            <a:gdLst/>
            <a:ahLst/>
            <a:rect l="0" t="0" r="r" b="b"/>
            <a:pathLst>
              <a:path w="768" h="186">
                <a:moveTo>
                  <a:pt x="0" y="0"/>
                </a:moveTo>
                <a:lnTo>
                  <a:pt x="768" y="0"/>
                </a:lnTo>
                <a:lnTo>
                  <a:pt x="768" y="186"/>
                </a:lnTo>
                <a:lnTo>
                  <a:pt x="0" y="186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878760" y="3965040"/>
            <a:ext cx="61920" cy="61560"/>
          </a:xfrm>
          <a:custGeom>
            <a:avLst/>
            <a:gdLst/>
            <a:ahLst/>
            <a:rect l="0" t="0" r="r" b="b"/>
            <a:pathLst>
              <a:path w="172" h="171">
                <a:moveTo>
                  <a:pt x="172" y="85"/>
                </a:moveTo>
                <a:cubicBezTo>
                  <a:pt x="172" y="96"/>
                  <a:pt x="169" y="107"/>
                  <a:pt x="165" y="117"/>
                </a:cubicBezTo>
                <a:cubicBezTo>
                  <a:pt x="161" y="129"/>
                  <a:pt x="155" y="138"/>
                  <a:pt x="147" y="146"/>
                </a:cubicBezTo>
                <a:cubicBezTo>
                  <a:pt x="139" y="154"/>
                  <a:pt x="129" y="160"/>
                  <a:pt x="119" y="165"/>
                </a:cubicBezTo>
                <a:cubicBezTo>
                  <a:pt x="108" y="169"/>
                  <a:pt x="98" y="171"/>
                  <a:pt x="86" y="171"/>
                </a:cubicBezTo>
                <a:cubicBezTo>
                  <a:pt x="75" y="171"/>
                  <a:pt x="64" y="169"/>
                  <a:pt x="54" y="165"/>
                </a:cubicBezTo>
                <a:cubicBezTo>
                  <a:pt x="43" y="160"/>
                  <a:pt x="34" y="154"/>
                  <a:pt x="26" y="146"/>
                </a:cubicBezTo>
                <a:cubicBezTo>
                  <a:pt x="17" y="138"/>
                  <a:pt x="11" y="129"/>
                  <a:pt x="7" y="117"/>
                </a:cubicBezTo>
                <a:cubicBezTo>
                  <a:pt x="2" y="107"/>
                  <a:pt x="0" y="96"/>
                  <a:pt x="0" y="85"/>
                </a:cubicBezTo>
                <a:cubicBezTo>
                  <a:pt x="0" y="73"/>
                  <a:pt x="2" y="63"/>
                  <a:pt x="7" y="52"/>
                </a:cubicBezTo>
                <a:cubicBezTo>
                  <a:pt x="11" y="42"/>
                  <a:pt x="17" y="32"/>
                  <a:pt x="26" y="24"/>
                </a:cubicBezTo>
                <a:cubicBezTo>
                  <a:pt x="34" y="16"/>
                  <a:pt x="43" y="10"/>
                  <a:pt x="54" y="6"/>
                </a:cubicBezTo>
                <a:cubicBezTo>
                  <a:pt x="64" y="2"/>
                  <a:pt x="75" y="0"/>
                  <a:pt x="86" y="0"/>
                </a:cubicBezTo>
                <a:cubicBezTo>
                  <a:pt x="98" y="0"/>
                  <a:pt x="108" y="2"/>
                  <a:pt x="119" y="6"/>
                </a:cubicBezTo>
                <a:cubicBezTo>
                  <a:pt x="129" y="10"/>
                  <a:pt x="139" y="16"/>
                  <a:pt x="147" y="24"/>
                </a:cubicBezTo>
                <a:cubicBezTo>
                  <a:pt x="155" y="32"/>
                  <a:pt x="161" y="42"/>
                  <a:pt x="165" y="52"/>
                </a:cubicBezTo>
                <a:cubicBezTo>
                  <a:pt x="169" y="63"/>
                  <a:pt x="172" y="73"/>
                  <a:pt x="172" y="8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883440" y="3969720"/>
            <a:ext cx="52200" cy="52200"/>
          </a:xfrm>
          <a:custGeom>
            <a:avLst/>
            <a:gdLst/>
            <a:ahLst/>
            <a:rect l="0" t="0" r="r" b="b"/>
            <a:pathLst>
              <a:path w="145" h="145">
                <a:moveTo>
                  <a:pt x="145" y="73"/>
                </a:moveTo>
                <a:cubicBezTo>
                  <a:pt x="145" y="82"/>
                  <a:pt x="143" y="91"/>
                  <a:pt x="140" y="100"/>
                </a:cubicBezTo>
                <a:cubicBezTo>
                  <a:pt x="136" y="109"/>
                  <a:pt x="131" y="117"/>
                  <a:pt x="124" y="124"/>
                </a:cubicBezTo>
                <a:cubicBezTo>
                  <a:pt x="117" y="130"/>
                  <a:pt x="110" y="136"/>
                  <a:pt x="101" y="139"/>
                </a:cubicBezTo>
                <a:cubicBezTo>
                  <a:pt x="92" y="143"/>
                  <a:pt x="83" y="145"/>
                  <a:pt x="73" y="145"/>
                </a:cubicBezTo>
                <a:cubicBezTo>
                  <a:pt x="64" y="145"/>
                  <a:pt x="55" y="143"/>
                  <a:pt x="45" y="139"/>
                </a:cubicBezTo>
                <a:cubicBezTo>
                  <a:pt x="36" y="136"/>
                  <a:pt x="28" y="130"/>
                  <a:pt x="21" y="124"/>
                </a:cubicBezTo>
                <a:cubicBezTo>
                  <a:pt x="15" y="117"/>
                  <a:pt x="9" y="109"/>
                  <a:pt x="6" y="100"/>
                </a:cubicBezTo>
                <a:cubicBezTo>
                  <a:pt x="2" y="91"/>
                  <a:pt x="0" y="82"/>
                  <a:pt x="0" y="73"/>
                </a:cubicBezTo>
                <a:cubicBezTo>
                  <a:pt x="0" y="63"/>
                  <a:pt x="2" y="53"/>
                  <a:pt x="6" y="44"/>
                </a:cubicBezTo>
                <a:cubicBezTo>
                  <a:pt x="9" y="35"/>
                  <a:pt x="15" y="28"/>
                  <a:pt x="21" y="21"/>
                </a:cubicBezTo>
                <a:cubicBezTo>
                  <a:pt x="28" y="14"/>
                  <a:pt x="36" y="9"/>
                  <a:pt x="45" y="5"/>
                </a:cubicBezTo>
                <a:cubicBezTo>
                  <a:pt x="55" y="2"/>
                  <a:pt x="64" y="0"/>
                  <a:pt x="73" y="0"/>
                </a:cubicBezTo>
                <a:cubicBezTo>
                  <a:pt x="83" y="0"/>
                  <a:pt x="92" y="2"/>
                  <a:pt x="101" y="5"/>
                </a:cubicBezTo>
                <a:cubicBezTo>
                  <a:pt x="110" y="9"/>
                  <a:pt x="117" y="14"/>
                  <a:pt x="124" y="21"/>
                </a:cubicBezTo>
                <a:cubicBezTo>
                  <a:pt x="131" y="28"/>
                  <a:pt x="136" y="35"/>
                  <a:pt x="140" y="44"/>
                </a:cubicBezTo>
                <a:cubicBezTo>
                  <a:pt x="143" y="53"/>
                  <a:pt x="145" y="63"/>
                  <a:pt x="145" y="73"/>
                </a:cubicBezTo>
                <a:close/>
              </a:path>
            </a:pathLst>
          </a:custGeom>
          <a:solidFill>
            <a:srgbClr val="F7F7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884880" y="3971160"/>
            <a:ext cx="49320" cy="49320"/>
          </a:xfrm>
          <a:custGeom>
            <a:avLst/>
            <a:gdLst/>
            <a:ahLst/>
            <a:rect l="0" t="0" r="r" b="b"/>
            <a:pathLst>
              <a:path w="137" h="137">
                <a:moveTo>
                  <a:pt x="71" y="41"/>
                </a:moveTo>
                <a:lnTo>
                  <a:pt x="69" y="56"/>
                </a:lnTo>
                <a:lnTo>
                  <a:pt x="67" y="41"/>
                </a:lnTo>
                <a:lnTo>
                  <a:pt x="69" y="0"/>
                </a:lnTo>
                <a:lnTo>
                  <a:pt x="71" y="41"/>
                </a:lnTo>
                <a:moveTo>
                  <a:pt x="51" y="2"/>
                </a:moveTo>
                <a:lnTo>
                  <a:pt x="60" y="43"/>
                </a:lnTo>
                <a:lnTo>
                  <a:pt x="66" y="56"/>
                </a:lnTo>
                <a:lnTo>
                  <a:pt x="64" y="41"/>
                </a:lnTo>
                <a:lnTo>
                  <a:pt x="51" y="2"/>
                </a:lnTo>
                <a:moveTo>
                  <a:pt x="34" y="9"/>
                </a:moveTo>
                <a:lnTo>
                  <a:pt x="53" y="46"/>
                </a:lnTo>
                <a:lnTo>
                  <a:pt x="63" y="58"/>
                </a:lnTo>
                <a:lnTo>
                  <a:pt x="57" y="44"/>
                </a:lnTo>
                <a:lnTo>
                  <a:pt x="34" y="9"/>
                </a:lnTo>
                <a:moveTo>
                  <a:pt x="20" y="20"/>
                </a:moveTo>
                <a:lnTo>
                  <a:pt x="48" y="50"/>
                </a:lnTo>
                <a:lnTo>
                  <a:pt x="60" y="60"/>
                </a:lnTo>
                <a:lnTo>
                  <a:pt x="51" y="47"/>
                </a:lnTo>
                <a:lnTo>
                  <a:pt x="20" y="20"/>
                </a:lnTo>
                <a:moveTo>
                  <a:pt x="9" y="34"/>
                </a:moveTo>
                <a:lnTo>
                  <a:pt x="44" y="57"/>
                </a:lnTo>
                <a:lnTo>
                  <a:pt x="57" y="62"/>
                </a:lnTo>
                <a:lnTo>
                  <a:pt x="46" y="54"/>
                </a:lnTo>
                <a:lnTo>
                  <a:pt x="9" y="34"/>
                </a:lnTo>
                <a:moveTo>
                  <a:pt x="2" y="50"/>
                </a:moveTo>
                <a:lnTo>
                  <a:pt x="42" y="64"/>
                </a:lnTo>
                <a:lnTo>
                  <a:pt x="56" y="65"/>
                </a:lnTo>
                <a:lnTo>
                  <a:pt x="43" y="60"/>
                </a:lnTo>
                <a:lnTo>
                  <a:pt x="2" y="50"/>
                </a:lnTo>
                <a:moveTo>
                  <a:pt x="0" y="69"/>
                </a:moveTo>
                <a:lnTo>
                  <a:pt x="42" y="71"/>
                </a:lnTo>
                <a:lnTo>
                  <a:pt x="55" y="69"/>
                </a:lnTo>
                <a:lnTo>
                  <a:pt x="42" y="67"/>
                </a:lnTo>
                <a:lnTo>
                  <a:pt x="0" y="69"/>
                </a:lnTo>
                <a:moveTo>
                  <a:pt x="2" y="86"/>
                </a:moveTo>
                <a:lnTo>
                  <a:pt x="43" y="78"/>
                </a:lnTo>
                <a:lnTo>
                  <a:pt x="56" y="72"/>
                </a:lnTo>
                <a:lnTo>
                  <a:pt x="42" y="74"/>
                </a:lnTo>
                <a:lnTo>
                  <a:pt x="2" y="86"/>
                </a:lnTo>
                <a:moveTo>
                  <a:pt x="9" y="103"/>
                </a:moveTo>
                <a:lnTo>
                  <a:pt x="46" y="84"/>
                </a:lnTo>
                <a:lnTo>
                  <a:pt x="57" y="75"/>
                </a:lnTo>
                <a:lnTo>
                  <a:pt x="44" y="80"/>
                </a:lnTo>
                <a:lnTo>
                  <a:pt x="9" y="103"/>
                </a:lnTo>
                <a:moveTo>
                  <a:pt x="20" y="117"/>
                </a:moveTo>
                <a:lnTo>
                  <a:pt x="51" y="89"/>
                </a:lnTo>
                <a:lnTo>
                  <a:pt x="60" y="78"/>
                </a:lnTo>
                <a:lnTo>
                  <a:pt x="48" y="86"/>
                </a:lnTo>
                <a:lnTo>
                  <a:pt x="20" y="117"/>
                </a:lnTo>
                <a:moveTo>
                  <a:pt x="34" y="128"/>
                </a:moveTo>
                <a:lnTo>
                  <a:pt x="57" y="93"/>
                </a:lnTo>
                <a:lnTo>
                  <a:pt x="63" y="80"/>
                </a:lnTo>
                <a:lnTo>
                  <a:pt x="53" y="91"/>
                </a:lnTo>
                <a:lnTo>
                  <a:pt x="34" y="128"/>
                </a:lnTo>
                <a:moveTo>
                  <a:pt x="51" y="135"/>
                </a:moveTo>
                <a:lnTo>
                  <a:pt x="64" y="95"/>
                </a:lnTo>
                <a:lnTo>
                  <a:pt x="66" y="81"/>
                </a:lnTo>
                <a:lnTo>
                  <a:pt x="60" y="94"/>
                </a:lnTo>
                <a:lnTo>
                  <a:pt x="51" y="135"/>
                </a:lnTo>
                <a:moveTo>
                  <a:pt x="69" y="137"/>
                </a:moveTo>
                <a:lnTo>
                  <a:pt x="71" y="95"/>
                </a:lnTo>
                <a:lnTo>
                  <a:pt x="69" y="82"/>
                </a:lnTo>
                <a:lnTo>
                  <a:pt x="67" y="95"/>
                </a:lnTo>
                <a:lnTo>
                  <a:pt x="69" y="137"/>
                </a:lnTo>
                <a:moveTo>
                  <a:pt x="87" y="135"/>
                </a:moveTo>
                <a:lnTo>
                  <a:pt x="78" y="94"/>
                </a:lnTo>
                <a:lnTo>
                  <a:pt x="73" y="81"/>
                </a:lnTo>
                <a:lnTo>
                  <a:pt x="74" y="95"/>
                </a:lnTo>
                <a:lnTo>
                  <a:pt x="87" y="135"/>
                </a:lnTo>
                <a:moveTo>
                  <a:pt x="103" y="128"/>
                </a:moveTo>
                <a:lnTo>
                  <a:pt x="84" y="91"/>
                </a:lnTo>
                <a:lnTo>
                  <a:pt x="76" y="80"/>
                </a:lnTo>
                <a:lnTo>
                  <a:pt x="81" y="93"/>
                </a:lnTo>
                <a:lnTo>
                  <a:pt x="103" y="128"/>
                </a:lnTo>
                <a:moveTo>
                  <a:pt x="118" y="117"/>
                </a:moveTo>
                <a:lnTo>
                  <a:pt x="90" y="86"/>
                </a:lnTo>
                <a:lnTo>
                  <a:pt x="78" y="78"/>
                </a:lnTo>
                <a:lnTo>
                  <a:pt x="87" y="89"/>
                </a:lnTo>
                <a:lnTo>
                  <a:pt x="118" y="117"/>
                </a:lnTo>
                <a:moveTo>
                  <a:pt x="128" y="103"/>
                </a:moveTo>
                <a:lnTo>
                  <a:pt x="93" y="80"/>
                </a:lnTo>
                <a:lnTo>
                  <a:pt x="80" y="75"/>
                </a:lnTo>
                <a:lnTo>
                  <a:pt x="91" y="84"/>
                </a:lnTo>
                <a:lnTo>
                  <a:pt x="128" y="103"/>
                </a:lnTo>
                <a:moveTo>
                  <a:pt x="135" y="86"/>
                </a:moveTo>
                <a:lnTo>
                  <a:pt x="96" y="74"/>
                </a:lnTo>
                <a:lnTo>
                  <a:pt x="82" y="72"/>
                </a:lnTo>
                <a:lnTo>
                  <a:pt x="94" y="78"/>
                </a:lnTo>
                <a:lnTo>
                  <a:pt x="135" y="86"/>
                </a:lnTo>
                <a:moveTo>
                  <a:pt x="137" y="69"/>
                </a:moveTo>
                <a:lnTo>
                  <a:pt x="96" y="67"/>
                </a:lnTo>
                <a:lnTo>
                  <a:pt x="82" y="69"/>
                </a:lnTo>
                <a:lnTo>
                  <a:pt x="96" y="71"/>
                </a:lnTo>
                <a:lnTo>
                  <a:pt x="137" y="69"/>
                </a:lnTo>
                <a:moveTo>
                  <a:pt x="135" y="50"/>
                </a:moveTo>
                <a:lnTo>
                  <a:pt x="94" y="60"/>
                </a:lnTo>
                <a:lnTo>
                  <a:pt x="82" y="65"/>
                </a:lnTo>
                <a:lnTo>
                  <a:pt x="96" y="64"/>
                </a:lnTo>
                <a:lnTo>
                  <a:pt x="135" y="50"/>
                </a:lnTo>
                <a:moveTo>
                  <a:pt x="128" y="34"/>
                </a:moveTo>
                <a:lnTo>
                  <a:pt x="91" y="54"/>
                </a:lnTo>
                <a:lnTo>
                  <a:pt x="80" y="62"/>
                </a:lnTo>
                <a:lnTo>
                  <a:pt x="93" y="57"/>
                </a:lnTo>
                <a:lnTo>
                  <a:pt x="128" y="34"/>
                </a:lnTo>
                <a:moveTo>
                  <a:pt x="118" y="20"/>
                </a:moveTo>
                <a:lnTo>
                  <a:pt x="87" y="47"/>
                </a:lnTo>
                <a:lnTo>
                  <a:pt x="78" y="60"/>
                </a:lnTo>
                <a:lnTo>
                  <a:pt x="90" y="50"/>
                </a:lnTo>
                <a:lnTo>
                  <a:pt x="118" y="20"/>
                </a:lnTo>
                <a:moveTo>
                  <a:pt x="103" y="9"/>
                </a:moveTo>
                <a:lnTo>
                  <a:pt x="81" y="44"/>
                </a:lnTo>
                <a:lnTo>
                  <a:pt x="76" y="58"/>
                </a:lnTo>
                <a:lnTo>
                  <a:pt x="84" y="46"/>
                </a:lnTo>
                <a:lnTo>
                  <a:pt x="103" y="9"/>
                </a:lnTo>
                <a:moveTo>
                  <a:pt x="87" y="2"/>
                </a:moveTo>
                <a:lnTo>
                  <a:pt x="74" y="41"/>
                </a:lnTo>
                <a:lnTo>
                  <a:pt x="73" y="56"/>
                </a:lnTo>
                <a:lnTo>
                  <a:pt x="78" y="43"/>
                </a:lnTo>
                <a:lnTo>
                  <a:pt x="87" y="2"/>
                </a:lnTo>
                <a:close/>
              </a:path>
            </a:pathLst>
          </a:custGeom>
          <a:solidFill>
            <a:srgbClr val="6666B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904680" y="3968280"/>
            <a:ext cx="3240" cy="3600"/>
          </a:xfrm>
          <a:custGeom>
            <a:avLst/>
            <a:gdLst/>
            <a:ahLst/>
            <a:rect l="0" t="0" r="r" b="b"/>
            <a:pathLst>
              <a:path w="9" h="10">
                <a:moveTo>
                  <a:pt x="9" y="6"/>
                </a:moveTo>
                <a:cubicBezTo>
                  <a:pt x="9" y="8"/>
                  <a:pt x="8" y="10"/>
                  <a:pt x="5" y="10"/>
                </a:cubicBezTo>
                <a:cubicBezTo>
                  <a:pt x="1" y="10"/>
                  <a:pt x="0" y="8"/>
                  <a:pt x="0" y="6"/>
                </a:cubicBezTo>
                <a:cubicBezTo>
                  <a:pt x="0" y="2"/>
                  <a:pt x="1" y="0"/>
                  <a:pt x="5" y="0"/>
                </a:cubicBezTo>
                <a:cubicBezTo>
                  <a:pt x="8" y="0"/>
                  <a:pt x="9" y="2"/>
                  <a:pt x="9" y="6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898200" y="3970080"/>
            <a:ext cx="3240" cy="3600"/>
          </a:xfrm>
          <a:custGeom>
            <a:avLst/>
            <a:gdLst/>
            <a:ahLst/>
            <a:rect l="0" t="0" r="r" b="b"/>
            <a:pathLst>
              <a:path w="9" h="10">
                <a:moveTo>
                  <a:pt x="9" y="4"/>
                </a:moveTo>
                <a:cubicBezTo>
                  <a:pt x="9" y="7"/>
                  <a:pt x="8" y="10"/>
                  <a:pt x="4" y="10"/>
                </a:cubicBezTo>
                <a:cubicBezTo>
                  <a:pt x="1" y="10"/>
                  <a:pt x="0" y="7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8" y="0"/>
                  <a:pt x="9" y="2"/>
                  <a:pt x="9" y="4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892080" y="3973680"/>
            <a:ext cx="3600" cy="3240"/>
          </a:xfrm>
          <a:custGeom>
            <a:avLst/>
            <a:gdLst/>
            <a:ahLst/>
            <a:rect l="0" t="0" r="r" b="b"/>
            <a:pathLst>
              <a:path w="10" h="9">
                <a:moveTo>
                  <a:pt x="10" y="4"/>
                </a:moveTo>
                <a:cubicBezTo>
                  <a:pt x="10" y="8"/>
                  <a:pt x="8" y="9"/>
                  <a:pt x="5" y="9"/>
                </a:cubicBezTo>
                <a:cubicBezTo>
                  <a:pt x="2" y="9"/>
                  <a:pt x="0" y="8"/>
                  <a:pt x="0" y="4"/>
                </a:cubicBezTo>
                <a:cubicBezTo>
                  <a:pt x="0" y="1"/>
                  <a:pt x="2" y="0"/>
                  <a:pt x="5" y="0"/>
                </a:cubicBezTo>
                <a:cubicBezTo>
                  <a:pt x="8" y="0"/>
                  <a:pt x="10" y="1"/>
                  <a:pt x="10" y="4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887400" y="3978360"/>
            <a:ext cx="3600" cy="3240"/>
          </a:xfrm>
          <a:custGeom>
            <a:avLst/>
            <a:gdLst/>
            <a:ahLst/>
            <a:rect l="0" t="0" r="r" b="b"/>
            <a:pathLst>
              <a:path w="10" h="9">
                <a:moveTo>
                  <a:pt x="10" y="5"/>
                </a:moveTo>
                <a:cubicBezTo>
                  <a:pt x="10" y="8"/>
                  <a:pt x="8" y="9"/>
                  <a:pt x="5" y="9"/>
                </a:cubicBezTo>
                <a:cubicBezTo>
                  <a:pt x="1" y="9"/>
                  <a:pt x="0" y="8"/>
                  <a:pt x="0" y="5"/>
                </a:cubicBezTo>
                <a:cubicBezTo>
                  <a:pt x="0" y="2"/>
                  <a:pt x="1" y="0"/>
                  <a:pt x="5" y="0"/>
                </a:cubicBezTo>
                <a:cubicBezTo>
                  <a:pt x="8" y="0"/>
                  <a:pt x="10" y="2"/>
                  <a:pt x="10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884160" y="3984120"/>
            <a:ext cx="3240" cy="3960"/>
          </a:xfrm>
          <a:custGeom>
            <a:avLst/>
            <a:gdLst/>
            <a:ahLst/>
            <a:rect l="0" t="0" r="r" b="b"/>
            <a:pathLst>
              <a:path w="9" h="11">
                <a:moveTo>
                  <a:pt x="9" y="5"/>
                </a:moveTo>
                <a:cubicBezTo>
                  <a:pt x="9" y="8"/>
                  <a:pt x="8" y="11"/>
                  <a:pt x="5" y="11"/>
                </a:cubicBezTo>
                <a:cubicBezTo>
                  <a:pt x="1" y="11"/>
                  <a:pt x="0" y="8"/>
                  <a:pt x="0" y="5"/>
                </a:cubicBezTo>
                <a:cubicBezTo>
                  <a:pt x="0" y="2"/>
                  <a:pt x="1" y="0"/>
                  <a:pt x="5" y="0"/>
                </a:cubicBezTo>
                <a:cubicBezTo>
                  <a:pt x="8" y="0"/>
                  <a:pt x="9" y="2"/>
                  <a:pt x="9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882360" y="3990600"/>
            <a:ext cx="3240" cy="3600"/>
          </a:xfrm>
          <a:custGeom>
            <a:avLst/>
            <a:gdLst/>
            <a:ahLst/>
            <a:rect l="0" t="0" r="r" b="b"/>
            <a:pathLst>
              <a:path w="9" h="10">
                <a:moveTo>
                  <a:pt x="9" y="4"/>
                </a:moveTo>
                <a:cubicBezTo>
                  <a:pt x="9" y="8"/>
                  <a:pt x="8" y="10"/>
                  <a:pt x="5" y="10"/>
                </a:cubicBezTo>
                <a:cubicBezTo>
                  <a:pt x="2" y="10"/>
                  <a:pt x="0" y="8"/>
                  <a:pt x="0" y="4"/>
                </a:cubicBezTo>
                <a:cubicBezTo>
                  <a:pt x="0" y="2"/>
                  <a:pt x="2" y="0"/>
                  <a:pt x="5" y="0"/>
                </a:cubicBezTo>
                <a:cubicBezTo>
                  <a:pt x="8" y="0"/>
                  <a:pt x="9" y="2"/>
                  <a:pt x="9" y="4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882360" y="3997440"/>
            <a:ext cx="3240" cy="3240"/>
          </a:xfrm>
          <a:custGeom>
            <a:avLst/>
            <a:gdLst/>
            <a:ahLst/>
            <a:rect l="0" t="0" r="r" b="b"/>
            <a:pathLst>
              <a:path w="9" h="9">
                <a:moveTo>
                  <a:pt x="9" y="5"/>
                </a:moveTo>
                <a:cubicBezTo>
                  <a:pt x="9" y="8"/>
                  <a:pt x="8" y="9"/>
                  <a:pt x="5" y="9"/>
                </a:cubicBezTo>
                <a:cubicBezTo>
                  <a:pt x="2" y="9"/>
                  <a:pt x="0" y="8"/>
                  <a:pt x="0" y="5"/>
                </a:cubicBezTo>
                <a:cubicBezTo>
                  <a:pt x="0" y="1"/>
                  <a:pt x="2" y="0"/>
                  <a:pt x="5" y="0"/>
                </a:cubicBezTo>
                <a:cubicBezTo>
                  <a:pt x="8" y="0"/>
                  <a:pt x="9" y="1"/>
                  <a:pt x="9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884160" y="4003920"/>
            <a:ext cx="3240" cy="3600"/>
          </a:xfrm>
          <a:custGeom>
            <a:avLst/>
            <a:gdLst/>
            <a:ahLst/>
            <a:rect l="0" t="0" r="r" b="b"/>
            <a:pathLst>
              <a:path w="9" h="10">
                <a:moveTo>
                  <a:pt x="9" y="5"/>
                </a:moveTo>
                <a:cubicBezTo>
                  <a:pt x="9" y="8"/>
                  <a:pt x="8" y="10"/>
                  <a:pt x="5" y="10"/>
                </a:cubicBezTo>
                <a:cubicBezTo>
                  <a:pt x="1" y="10"/>
                  <a:pt x="0" y="8"/>
                  <a:pt x="0" y="5"/>
                </a:cubicBezTo>
                <a:cubicBezTo>
                  <a:pt x="0" y="1"/>
                  <a:pt x="1" y="0"/>
                  <a:pt x="5" y="0"/>
                </a:cubicBezTo>
                <a:cubicBezTo>
                  <a:pt x="8" y="0"/>
                  <a:pt x="9" y="1"/>
                  <a:pt x="9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887400" y="4009680"/>
            <a:ext cx="3600" cy="3600"/>
          </a:xfrm>
          <a:custGeom>
            <a:avLst/>
            <a:gdLst/>
            <a:ahLst/>
            <a:rect l="0" t="0" r="r" b="b"/>
            <a:pathLst>
              <a:path w="10" h="10">
                <a:moveTo>
                  <a:pt x="10" y="6"/>
                </a:moveTo>
                <a:cubicBezTo>
                  <a:pt x="10" y="8"/>
                  <a:pt x="8" y="10"/>
                  <a:pt x="5" y="10"/>
                </a:cubicBezTo>
                <a:cubicBezTo>
                  <a:pt x="1" y="10"/>
                  <a:pt x="0" y="8"/>
                  <a:pt x="0" y="6"/>
                </a:cubicBezTo>
                <a:cubicBezTo>
                  <a:pt x="0" y="3"/>
                  <a:pt x="1" y="0"/>
                  <a:pt x="5" y="0"/>
                </a:cubicBezTo>
                <a:cubicBezTo>
                  <a:pt x="8" y="0"/>
                  <a:pt x="10" y="3"/>
                  <a:pt x="10" y="6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892080" y="4014720"/>
            <a:ext cx="3600" cy="3240"/>
          </a:xfrm>
          <a:custGeom>
            <a:avLst/>
            <a:gdLst/>
            <a:ahLst/>
            <a:rect l="0" t="0" r="r" b="b"/>
            <a:pathLst>
              <a:path w="10" h="9">
                <a:moveTo>
                  <a:pt x="10" y="5"/>
                </a:moveTo>
                <a:cubicBezTo>
                  <a:pt x="10" y="8"/>
                  <a:pt x="8" y="9"/>
                  <a:pt x="5" y="9"/>
                </a:cubicBezTo>
                <a:cubicBezTo>
                  <a:pt x="2" y="9"/>
                  <a:pt x="0" y="8"/>
                  <a:pt x="0" y="5"/>
                </a:cubicBezTo>
                <a:cubicBezTo>
                  <a:pt x="0" y="1"/>
                  <a:pt x="2" y="0"/>
                  <a:pt x="5" y="0"/>
                </a:cubicBezTo>
                <a:cubicBezTo>
                  <a:pt x="8" y="0"/>
                  <a:pt x="10" y="1"/>
                  <a:pt x="10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898200" y="4017960"/>
            <a:ext cx="3240" cy="3240"/>
          </a:xfrm>
          <a:custGeom>
            <a:avLst/>
            <a:gdLst/>
            <a:ahLst/>
            <a:rect l="0" t="0" r="r" b="b"/>
            <a:pathLst>
              <a:path w="9" h="9">
                <a:moveTo>
                  <a:pt x="9" y="5"/>
                </a:moveTo>
                <a:cubicBezTo>
                  <a:pt x="9" y="8"/>
                  <a:pt x="8" y="9"/>
                  <a:pt x="4" y="9"/>
                </a:cubicBezTo>
                <a:cubicBezTo>
                  <a:pt x="1" y="9"/>
                  <a:pt x="0" y="8"/>
                  <a:pt x="0" y="5"/>
                </a:cubicBezTo>
                <a:cubicBezTo>
                  <a:pt x="0" y="1"/>
                  <a:pt x="1" y="0"/>
                  <a:pt x="4" y="0"/>
                </a:cubicBezTo>
                <a:cubicBezTo>
                  <a:pt x="8" y="0"/>
                  <a:pt x="9" y="1"/>
                  <a:pt x="9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904680" y="4019760"/>
            <a:ext cx="3240" cy="3240"/>
          </a:xfrm>
          <a:custGeom>
            <a:avLst/>
            <a:gdLst/>
            <a:ahLst/>
            <a:rect l="0" t="0" r="r" b="b"/>
            <a:pathLst>
              <a:path w="9" h="9">
                <a:moveTo>
                  <a:pt x="9" y="4"/>
                </a:moveTo>
                <a:cubicBezTo>
                  <a:pt x="9" y="8"/>
                  <a:pt x="8" y="9"/>
                  <a:pt x="5" y="9"/>
                </a:cubicBezTo>
                <a:cubicBezTo>
                  <a:pt x="1" y="9"/>
                  <a:pt x="0" y="8"/>
                  <a:pt x="0" y="4"/>
                </a:cubicBezTo>
                <a:cubicBezTo>
                  <a:pt x="0" y="1"/>
                  <a:pt x="1" y="0"/>
                  <a:pt x="5" y="0"/>
                </a:cubicBezTo>
                <a:cubicBezTo>
                  <a:pt x="8" y="0"/>
                  <a:pt x="9" y="1"/>
                  <a:pt x="9" y="4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911160" y="4019760"/>
            <a:ext cx="3960" cy="3240"/>
          </a:xfrm>
          <a:custGeom>
            <a:avLst/>
            <a:gdLst/>
            <a:ahLst/>
            <a:rect l="0" t="0" r="r" b="b"/>
            <a:pathLst>
              <a:path w="11" h="9">
                <a:moveTo>
                  <a:pt x="11" y="4"/>
                </a:moveTo>
                <a:cubicBezTo>
                  <a:pt x="11" y="8"/>
                  <a:pt x="8" y="9"/>
                  <a:pt x="6" y="9"/>
                </a:cubicBezTo>
                <a:cubicBezTo>
                  <a:pt x="3" y="9"/>
                  <a:pt x="0" y="8"/>
                  <a:pt x="0" y="4"/>
                </a:cubicBezTo>
                <a:cubicBezTo>
                  <a:pt x="0" y="1"/>
                  <a:pt x="3" y="0"/>
                  <a:pt x="6" y="0"/>
                </a:cubicBezTo>
                <a:cubicBezTo>
                  <a:pt x="8" y="0"/>
                  <a:pt x="11" y="1"/>
                  <a:pt x="11" y="4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918000" y="4017960"/>
            <a:ext cx="3240" cy="3240"/>
          </a:xfrm>
          <a:custGeom>
            <a:avLst/>
            <a:gdLst/>
            <a:ahLst/>
            <a:rect l="0" t="0" r="r" b="b"/>
            <a:pathLst>
              <a:path w="9" h="9">
                <a:moveTo>
                  <a:pt x="9" y="5"/>
                </a:moveTo>
                <a:cubicBezTo>
                  <a:pt x="9" y="8"/>
                  <a:pt x="8" y="9"/>
                  <a:pt x="4" y="9"/>
                </a:cubicBezTo>
                <a:cubicBezTo>
                  <a:pt x="1" y="9"/>
                  <a:pt x="0" y="8"/>
                  <a:pt x="0" y="5"/>
                </a:cubicBezTo>
                <a:cubicBezTo>
                  <a:pt x="0" y="1"/>
                  <a:pt x="1" y="0"/>
                  <a:pt x="4" y="0"/>
                </a:cubicBezTo>
                <a:cubicBezTo>
                  <a:pt x="8" y="0"/>
                  <a:pt x="9" y="1"/>
                  <a:pt x="9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923760" y="4014720"/>
            <a:ext cx="3240" cy="3240"/>
          </a:xfrm>
          <a:custGeom>
            <a:avLst/>
            <a:gdLst/>
            <a:ahLst/>
            <a:rect l="0" t="0" r="r" b="b"/>
            <a:pathLst>
              <a:path w="9" h="9">
                <a:moveTo>
                  <a:pt x="9" y="5"/>
                </a:moveTo>
                <a:cubicBezTo>
                  <a:pt x="9" y="8"/>
                  <a:pt x="8" y="9"/>
                  <a:pt x="4" y="9"/>
                </a:cubicBezTo>
                <a:cubicBezTo>
                  <a:pt x="1" y="9"/>
                  <a:pt x="0" y="8"/>
                  <a:pt x="0" y="5"/>
                </a:cubicBezTo>
                <a:cubicBezTo>
                  <a:pt x="0" y="1"/>
                  <a:pt x="1" y="0"/>
                  <a:pt x="4" y="0"/>
                </a:cubicBezTo>
                <a:cubicBezTo>
                  <a:pt x="8" y="0"/>
                  <a:pt x="9" y="1"/>
                  <a:pt x="9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928440" y="4009680"/>
            <a:ext cx="3960" cy="3600"/>
          </a:xfrm>
          <a:custGeom>
            <a:avLst/>
            <a:gdLst/>
            <a:ahLst/>
            <a:rect l="0" t="0" r="r" b="b"/>
            <a:pathLst>
              <a:path w="11" h="10">
                <a:moveTo>
                  <a:pt x="11" y="6"/>
                </a:moveTo>
                <a:cubicBezTo>
                  <a:pt x="11" y="8"/>
                  <a:pt x="8" y="10"/>
                  <a:pt x="5" y="10"/>
                </a:cubicBezTo>
                <a:cubicBezTo>
                  <a:pt x="2" y="10"/>
                  <a:pt x="0" y="8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8" y="0"/>
                  <a:pt x="11" y="3"/>
                  <a:pt x="11" y="6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931680" y="4003920"/>
            <a:ext cx="3600" cy="3600"/>
          </a:xfrm>
          <a:custGeom>
            <a:avLst/>
            <a:gdLst/>
            <a:ahLst/>
            <a:rect l="0" t="0" r="r" b="b"/>
            <a:pathLst>
              <a:path w="10" h="10">
                <a:moveTo>
                  <a:pt x="10" y="5"/>
                </a:moveTo>
                <a:cubicBezTo>
                  <a:pt x="10" y="8"/>
                  <a:pt x="7" y="10"/>
                  <a:pt x="5" y="10"/>
                </a:cubicBezTo>
                <a:cubicBezTo>
                  <a:pt x="2" y="10"/>
                  <a:pt x="0" y="8"/>
                  <a:pt x="0" y="5"/>
                </a:cubicBezTo>
                <a:cubicBezTo>
                  <a:pt x="0" y="1"/>
                  <a:pt x="2" y="0"/>
                  <a:pt x="5" y="0"/>
                </a:cubicBezTo>
                <a:cubicBezTo>
                  <a:pt x="7" y="0"/>
                  <a:pt x="10" y="1"/>
                  <a:pt x="10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933480" y="3997440"/>
            <a:ext cx="3600" cy="3240"/>
          </a:xfrm>
          <a:custGeom>
            <a:avLst/>
            <a:gdLst/>
            <a:ahLst/>
            <a:rect l="0" t="0" r="r" b="b"/>
            <a:pathLst>
              <a:path w="10" h="9">
                <a:moveTo>
                  <a:pt x="10" y="5"/>
                </a:moveTo>
                <a:cubicBezTo>
                  <a:pt x="10" y="8"/>
                  <a:pt x="8" y="9"/>
                  <a:pt x="5" y="9"/>
                </a:cubicBezTo>
                <a:cubicBezTo>
                  <a:pt x="2" y="9"/>
                  <a:pt x="0" y="8"/>
                  <a:pt x="0" y="5"/>
                </a:cubicBezTo>
                <a:cubicBezTo>
                  <a:pt x="0" y="1"/>
                  <a:pt x="2" y="0"/>
                  <a:pt x="5" y="0"/>
                </a:cubicBezTo>
                <a:cubicBezTo>
                  <a:pt x="8" y="0"/>
                  <a:pt x="10" y="1"/>
                  <a:pt x="10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933480" y="3990600"/>
            <a:ext cx="3600" cy="3600"/>
          </a:xfrm>
          <a:custGeom>
            <a:avLst/>
            <a:gdLst/>
            <a:ahLst/>
            <a:rect l="0" t="0" r="r" b="b"/>
            <a:pathLst>
              <a:path w="10" h="10">
                <a:moveTo>
                  <a:pt x="10" y="4"/>
                </a:moveTo>
                <a:cubicBezTo>
                  <a:pt x="10" y="8"/>
                  <a:pt x="8" y="10"/>
                  <a:pt x="5" y="10"/>
                </a:cubicBezTo>
                <a:cubicBezTo>
                  <a:pt x="2" y="10"/>
                  <a:pt x="0" y="8"/>
                  <a:pt x="0" y="4"/>
                </a:cubicBezTo>
                <a:cubicBezTo>
                  <a:pt x="0" y="2"/>
                  <a:pt x="2" y="0"/>
                  <a:pt x="5" y="0"/>
                </a:cubicBezTo>
                <a:cubicBezTo>
                  <a:pt x="8" y="0"/>
                  <a:pt x="10" y="2"/>
                  <a:pt x="10" y="4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931680" y="3984120"/>
            <a:ext cx="3600" cy="3960"/>
          </a:xfrm>
          <a:custGeom>
            <a:avLst/>
            <a:gdLst/>
            <a:ahLst/>
            <a:rect l="0" t="0" r="r" b="b"/>
            <a:pathLst>
              <a:path w="10" h="11">
                <a:moveTo>
                  <a:pt x="10" y="5"/>
                </a:moveTo>
                <a:cubicBezTo>
                  <a:pt x="10" y="8"/>
                  <a:pt x="7" y="11"/>
                  <a:pt x="5" y="11"/>
                </a:cubicBezTo>
                <a:cubicBezTo>
                  <a:pt x="2" y="11"/>
                  <a:pt x="0" y="8"/>
                  <a:pt x="0" y="5"/>
                </a:cubicBezTo>
                <a:cubicBezTo>
                  <a:pt x="0" y="2"/>
                  <a:pt x="2" y="0"/>
                  <a:pt x="5" y="0"/>
                </a:cubicBezTo>
                <a:cubicBezTo>
                  <a:pt x="7" y="0"/>
                  <a:pt x="10" y="2"/>
                  <a:pt x="10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928440" y="3978360"/>
            <a:ext cx="3960" cy="3240"/>
          </a:xfrm>
          <a:custGeom>
            <a:avLst/>
            <a:gdLst/>
            <a:ahLst/>
            <a:rect l="0" t="0" r="r" b="b"/>
            <a:pathLst>
              <a:path w="11" h="9">
                <a:moveTo>
                  <a:pt x="11" y="5"/>
                </a:moveTo>
                <a:cubicBezTo>
                  <a:pt x="11" y="8"/>
                  <a:pt x="8" y="9"/>
                  <a:pt x="5" y="9"/>
                </a:cubicBezTo>
                <a:cubicBezTo>
                  <a:pt x="2" y="9"/>
                  <a:pt x="0" y="8"/>
                  <a:pt x="0" y="5"/>
                </a:cubicBezTo>
                <a:cubicBezTo>
                  <a:pt x="0" y="2"/>
                  <a:pt x="2" y="0"/>
                  <a:pt x="5" y="0"/>
                </a:cubicBezTo>
                <a:cubicBezTo>
                  <a:pt x="8" y="0"/>
                  <a:pt x="11" y="2"/>
                  <a:pt x="11" y="5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923760" y="3973680"/>
            <a:ext cx="3240" cy="3240"/>
          </a:xfrm>
          <a:custGeom>
            <a:avLst/>
            <a:gdLst/>
            <a:ahLst/>
            <a:rect l="0" t="0" r="r" b="b"/>
            <a:pathLst>
              <a:path w="9" h="9">
                <a:moveTo>
                  <a:pt x="9" y="4"/>
                </a:moveTo>
                <a:cubicBezTo>
                  <a:pt x="9" y="8"/>
                  <a:pt x="8" y="9"/>
                  <a:pt x="4" y="9"/>
                </a:cubicBezTo>
                <a:cubicBezTo>
                  <a:pt x="1" y="9"/>
                  <a:pt x="0" y="8"/>
                  <a:pt x="0" y="4"/>
                </a:cubicBezTo>
                <a:cubicBezTo>
                  <a:pt x="0" y="1"/>
                  <a:pt x="1" y="0"/>
                  <a:pt x="4" y="0"/>
                </a:cubicBezTo>
                <a:cubicBezTo>
                  <a:pt x="8" y="0"/>
                  <a:pt x="9" y="1"/>
                  <a:pt x="9" y="4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918000" y="3970080"/>
            <a:ext cx="3240" cy="3600"/>
          </a:xfrm>
          <a:custGeom>
            <a:avLst/>
            <a:gdLst/>
            <a:ahLst/>
            <a:rect l="0" t="0" r="r" b="b"/>
            <a:pathLst>
              <a:path w="9" h="10">
                <a:moveTo>
                  <a:pt x="9" y="4"/>
                </a:moveTo>
                <a:cubicBezTo>
                  <a:pt x="9" y="7"/>
                  <a:pt x="8" y="10"/>
                  <a:pt x="4" y="10"/>
                </a:cubicBezTo>
                <a:cubicBezTo>
                  <a:pt x="1" y="10"/>
                  <a:pt x="0" y="7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8" y="0"/>
                  <a:pt x="9" y="2"/>
                  <a:pt x="9" y="4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911160" y="3968280"/>
            <a:ext cx="3960" cy="3600"/>
          </a:xfrm>
          <a:custGeom>
            <a:avLst/>
            <a:gdLst/>
            <a:ahLst/>
            <a:rect l="0" t="0" r="r" b="b"/>
            <a:pathLst>
              <a:path w="11" h="10">
                <a:moveTo>
                  <a:pt x="11" y="6"/>
                </a:moveTo>
                <a:cubicBezTo>
                  <a:pt x="11" y="8"/>
                  <a:pt x="8" y="10"/>
                  <a:pt x="6" y="10"/>
                </a:cubicBezTo>
                <a:cubicBezTo>
                  <a:pt x="3" y="10"/>
                  <a:pt x="0" y="8"/>
                  <a:pt x="0" y="6"/>
                </a:cubicBezTo>
                <a:cubicBezTo>
                  <a:pt x="0" y="2"/>
                  <a:pt x="3" y="0"/>
                  <a:pt x="6" y="0"/>
                </a:cubicBezTo>
                <a:cubicBezTo>
                  <a:pt x="8" y="0"/>
                  <a:pt x="11" y="2"/>
                  <a:pt x="11" y="6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902520" y="3988800"/>
            <a:ext cx="14040" cy="14040"/>
          </a:xfrm>
          <a:custGeom>
            <a:avLst/>
            <a:gdLst/>
            <a:ahLst/>
            <a:rect l="0" t="0" r="r" b="b"/>
            <a:pathLst>
              <a:path w="39" h="39">
                <a:moveTo>
                  <a:pt x="39" y="19"/>
                </a:moveTo>
                <a:cubicBezTo>
                  <a:pt x="39" y="24"/>
                  <a:pt x="38" y="29"/>
                  <a:pt x="34" y="32"/>
                </a:cubicBezTo>
                <a:cubicBezTo>
                  <a:pt x="30" y="37"/>
                  <a:pt x="26" y="39"/>
                  <a:pt x="19" y="39"/>
                </a:cubicBezTo>
                <a:cubicBezTo>
                  <a:pt x="14" y="39"/>
                  <a:pt x="9" y="37"/>
                  <a:pt x="6" y="32"/>
                </a:cubicBezTo>
                <a:cubicBezTo>
                  <a:pt x="2" y="29"/>
                  <a:pt x="0" y="24"/>
                  <a:pt x="0" y="19"/>
                </a:cubicBezTo>
                <a:cubicBezTo>
                  <a:pt x="0" y="13"/>
                  <a:pt x="2" y="9"/>
                  <a:pt x="6" y="5"/>
                </a:cubicBezTo>
                <a:cubicBezTo>
                  <a:pt x="9" y="1"/>
                  <a:pt x="14" y="0"/>
                  <a:pt x="19" y="0"/>
                </a:cubicBezTo>
                <a:cubicBezTo>
                  <a:pt x="26" y="0"/>
                  <a:pt x="30" y="1"/>
                  <a:pt x="34" y="5"/>
                </a:cubicBezTo>
                <a:cubicBezTo>
                  <a:pt x="38" y="9"/>
                  <a:pt x="39" y="13"/>
                  <a:pt x="39" y="19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IN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747720" y="3235680"/>
            <a:ext cx="48459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i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Bridging citizens and governance with AI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1065240" y="3807360"/>
            <a:ext cx="27806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r>
              <a:rPr lang="en-IN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India Innovates 2026</a:t>
            </a:r>
            <a:endParaRPr lang="en-IN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IN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16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LibreOffice/26.2.1.2$Windows_X86_64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cp:revision>0</cp:revision>
  <dc:subject/>
  <dc:title/>
</cp:coreProperties>
</file>