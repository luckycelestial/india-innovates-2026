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790560" y="2829960"/>
            <a:ext cx="447840" cy="109800"/>
          </a:xfrm>
          <a:custGeom>
            <a:avLst/>
            <a:gdLst/>
            <a:ahLst/>
            <a:rect l="0" t="0" r="r" b="b"/>
            <a:pathLst>
              <a:path w="1244" h="305">
                <a:moveTo>
                  <a:pt x="0" y="169"/>
                </a:moveTo>
                <a:cubicBezTo>
                  <a:pt x="0" y="187"/>
                  <a:pt x="3" y="205"/>
                  <a:pt x="10" y="221"/>
                </a:cubicBezTo>
                <a:cubicBezTo>
                  <a:pt x="17" y="238"/>
                  <a:pt x="27" y="253"/>
                  <a:pt x="40" y="265"/>
                </a:cubicBezTo>
                <a:cubicBezTo>
                  <a:pt x="53" y="278"/>
                  <a:pt x="68" y="288"/>
                  <a:pt x="85" y="295"/>
                </a:cubicBezTo>
                <a:cubicBezTo>
                  <a:pt x="102" y="301"/>
                  <a:pt x="119" y="305"/>
                  <a:pt x="138" y="305"/>
                </a:cubicBezTo>
                <a:lnTo>
                  <a:pt x="1106" y="305"/>
                </a:lnTo>
                <a:cubicBezTo>
                  <a:pt x="1124" y="305"/>
                  <a:pt x="1142" y="301"/>
                  <a:pt x="1159" y="295"/>
                </a:cubicBezTo>
                <a:cubicBezTo>
                  <a:pt x="1176" y="288"/>
                  <a:pt x="1191" y="278"/>
                  <a:pt x="1204" y="265"/>
                </a:cubicBezTo>
                <a:cubicBezTo>
                  <a:pt x="1217" y="253"/>
                  <a:pt x="1227" y="238"/>
                  <a:pt x="1234" y="221"/>
                </a:cubicBezTo>
                <a:cubicBezTo>
                  <a:pt x="1241" y="205"/>
                  <a:pt x="1244" y="187"/>
                  <a:pt x="1244" y="169"/>
                </a:cubicBezTo>
                <a:lnTo>
                  <a:pt x="1244" y="0"/>
                </a:lnTo>
                <a:lnTo>
                  <a:pt x="0" y="0"/>
                </a:lnTo>
                <a:lnTo>
                  <a:pt x="0" y="169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790560" y="2622960"/>
            <a:ext cx="447840" cy="109800"/>
          </a:xfrm>
          <a:custGeom>
            <a:avLst/>
            <a:gdLst/>
            <a:ahLst/>
            <a:rect l="0" t="0" r="r" b="b"/>
            <a:pathLst>
              <a:path w="1244" h="305">
                <a:moveTo>
                  <a:pt x="1244" y="135"/>
                </a:moveTo>
                <a:cubicBezTo>
                  <a:pt x="1244" y="117"/>
                  <a:pt x="1241" y="100"/>
                  <a:pt x="1234" y="83"/>
                </a:cubicBezTo>
                <a:cubicBezTo>
                  <a:pt x="1227" y="67"/>
                  <a:pt x="1217" y="52"/>
                  <a:pt x="1204" y="39"/>
                </a:cubicBezTo>
                <a:cubicBezTo>
                  <a:pt x="1191" y="27"/>
                  <a:pt x="1176" y="17"/>
                  <a:pt x="1159" y="10"/>
                </a:cubicBezTo>
                <a:cubicBezTo>
                  <a:pt x="1142" y="3"/>
                  <a:pt x="1124" y="0"/>
                  <a:pt x="1106" y="0"/>
                </a:cubicBezTo>
                <a:lnTo>
                  <a:pt x="138" y="0"/>
                </a:lnTo>
                <a:cubicBezTo>
                  <a:pt x="119" y="0"/>
                  <a:pt x="102" y="3"/>
                  <a:pt x="85" y="10"/>
                </a:cubicBezTo>
                <a:cubicBezTo>
                  <a:pt x="68" y="17"/>
                  <a:pt x="53" y="27"/>
                  <a:pt x="40" y="39"/>
                </a:cubicBezTo>
                <a:cubicBezTo>
                  <a:pt x="27" y="52"/>
                  <a:pt x="17" y="67"/>
                  <a:pt x="10" y="83"/>
                </a:cubicBezTo>
                <a:cubicBezTo>
                  <a:pt x="3" y="100"/>
                  <a:pt x="0" y="117"/>
                  <a:pt x="0" y="135"/>
                </a:cubicBezTo>
                <a:lnTo>
                  <a:pt x="0" y="305"/>
                </a:lnTo>
                <a:lnTo>
                  <a:pt x="1244" y="305"/>
                </a:lnTo>
                <a:lnTo>
                  <a:pt x="1244" y="135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90560" y="2728440"/>
            <a:ext cx="447840" cy="105840"/>
          </a:xfrm>
          <a:custGeom>
            <a:avLst/>
            <a:gdLst/>
            <a:ahLst/>
            <a:rect l="0" t="0" r="r" b="b"/>
            <a:pathLst>
              <a:path w="1244" h="294">
                <a:moveTo>
                  <a:pt x="0" y="0"/>
                </a:moveTo>
                <a:lnTo>
                  <a:pt x="1244" y="0"/>
                </a:lnTo>
                <a:lnTo>
                  <a:pt x="1244" y="294"/>
                </a:lnTo>
                <a:lnTo>
                  <a:pt x="0" y="29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964440" y="2732400"/>
            <a:ext cx="99720" cy="97920"/>
          </a:xfrm>
          <a:custGeom>
            <a:avLst/>
            <a:gdLst/>
            <a:ahLst/>
            <a:rect l="0" t="0" r="r" b="b"/>
            <a:pathLst>
              <a:path w="277" h="272">
                <a:moveTo>
                  <a:pt x="277" y="136"/>
                </a:moveTo>
                <a:cubicBezTo>
                  <a:pt x="277" y="154"/>
                  <a:pt x="274" y="172"/>
                  <a:pt x="267" y="188"/>
                </a:cubicBezTo>
                <a:cubicBezTo>
                  <a:pt x="260" y="205"/>
                  <a:pt x="250" y="219"/>
                  <a:pt x="237" y="232"/>
                </a:cubicBezTo>
                <a:cubicBezTo>
                  <a:pt x="224" y="245"/>
                  <a:pt x="208" y="254"/>
                  <a:pt x="191" y="261"/>
                </a:cubicBezTo>
                <a:cubicBezTo>
                  <a:pt x="174" y="268"/>
                  <a:pt x="157" y="272"/>
                  <a:pt x="138" y="272"/>
                </a:cubicBezTo>
                <a:cubicBezTo>
                  <a:pt x="120" y="272"/>
                  <a:pt x="102" y="268"/>
                  <a:pt x="85" y="261"/>
                </a:cubicBezTo>
                <a:cubicBezTo>
                  <a:pt x="69" y="254"/>
                  <a:pt x="54" y="245"/>
                  <a:pt x="41" y="232"/>
                </a:cubicBezTo>
                <a:cubicBezTo>
                  <a:pt x="28" y="219"/>
                  <a:pt x="18" y="205"/>
                  <a:pt x="11" y="188"/>
                </a:cubicBezTo>
                <a:cubicBezTo>
                  <a:pt x="4" y="172"/>
                  <a:pt x="0" y="154"/>
                  <a:pt x="0" y="136"/>
                </a:cubicBezTo>
                <a:cubicBezTo>
                  <a:pt x="0" y="118"/>
                  <a:pt x="4" y="100"/>
                  <a:pt x="11" y="84"/>
                </a:cubicBezTo>
                <a:cubicBezTo>
                  <a:pt x="18" y="67"/>
                  <a:pt x="28" y="52"/>
                  <a:pt x="41" y="40"/>
                </a:cubicBezTo>
                <a:cubicBezTo>
                  <a:pt x="54" y="27"/>
                  <a:pt x="69" y="17"/>
                  <a:pt x="85" y="10"/>
                </a:cubicBezTo>
                <a:cubicBezTo>
                  <a:pt x="102" y="4"/>
                  <a:pt x="120" y="0"/>
                  <a:pt x="138" y="0"/>
                </a:cubicBezTo>
                <a:cubicBezTo>
                  <a:pt x="157" y="0"/>
                  <a:pt x="174" y="4"/>
                  <a:pt x="191" y="10"/>
                </a:cubicBezTo>
                <a:cubicBezTo>
                  <a:pt x="208" y="17"/>
                  <a:pt x="224" y="27"/>
                  <a:pt x="237" y="40"/>
                </a:cubicBezTo>
                <a:cubicBezTo>
                  <a:pt x="250" y="52"/>
                  <a:pt x="260" y="67"/>
                  <a:pt x="267" y="84"/>
                </a:cubicBezTo>
                <a:cubicBezTo>
                  <a:pt x="274" y="100"/>
                  <a:pt x="277" y="118"/>
                  <a:pt x="277" y="13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972360" y="2739960"/>
            <a:ext cx="84240" cy="82440"/>
          </a:xfrm>
          <a:custGeom>
            <a:avLst/>
            <a:gdLst/>
            <a:ahLst/>
            <a:rect l="0" t="0" r="r" b="b"/>
            <a:pathLst>
              <a:path w="234" h="229">
                <a:moveTo>
                  <a:pt x="234" y="115"/>
                </a:moveTo>
                <a:cubicBezTo>
                  <a:pt x="234" y="130"/>
                  <a:pt x="231" y="145"/>
                  <a:pt x="225" y="159"/>
                </a:cubicBezTo>
                <a:cubicBezTo>
                  <a:pt x="219" y="173"/>
                  <a:pt x="210" y="185"/>
                  <a:pt x="199" y="196"/>
                </a:cubicBezTo>
                <a:cubicBezTo>
                  <a:pt x="188" y="207"/>
                  <a:pt x="175" y="215"/>
                  <a:pt x="161" y="221"/>
                </a:cubicBezTo>
                <a:cubicBezTo>
                  <a:pt x="147" y="227"/>
                  <a:pt x="132" y="229"/>
                  <a:pt x="116" y="229"/>
                </a:cubicBezTo>
                <a:cubicBezTo>
                  <a:pt x="101" y="229"/>
                  <a:pt x="86" y="227"/>
                  <a:pt x="72" y="221"/>
                </a:cubicBezTo>
                <a:cubicBezTo>
                  <a:pt x="57" y="215"/>
                  <a:pt x="45" y="207"/>
                  <a:pt x="34" y="196"/>
                </a:cubicBezTo>
                <a:cubicBezTo>
                  <a:pt x="23" y="185"/>
                  <a:pt x="15" y="173"/>
                  <a:pt x="9" y="159"/>
                </a:cubicBezTo>
                <a:cubicBezTo>
                  <a:pt x="3" y="145"/>
                  <a:pt x="0" y="130"/>
                  <a:pt x="0" y="115"/>
                </a:cubicBezTo>
                <a:cubicBezTo>
                  <a:pt x="0" y="100"/>
                  <a:pt x="3" y="86"/>
                  <a:pt x="9" y="72"/>
                </a:cubicBezTo>
                <a:cubicBezTo>
                  <a:pt x="15" y="58"/>
                  <a:pt x="23" y="45"/>
                  <a:pt x="34" y="35"/>
                </a:cubicBezTo>
                <a:cubicBezTo>
                  <a:pt x="45" y="23"/>
                  <a:pt x="57" y="15"/>
                  <a:pt x="72" y="9"/>
                </a:cubicBezTo>
                <a:cubicBezTo>
                  <a:pt x="86" y="3"/>
                  <a:pt x="101" y="0"/>
                  <a:pt x="116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5"/>
                </a:cubicBezTo>
                <a:cubicBezTo>
                  <a:pt x="210" y="45"/>
                  <a:pt x="219" y="58"/>
                  <a:pt x="225" y="72"/>
                </a:cubicBezTo>
                <a:cubicBezTo>
                  <a:pt x="231" y="86"/>
                  <a:pt x="234" y="100"/>
                  <a:pt x="234" y="115"/>
                </a:cubicBez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974520" y="2742120"/>
            <a:ext cx="79920" cy="78480"/>
          </a:xfrm>
          <a:custGeom>
            <a:avLst/>
            <a:gdLst/>
            <a:ahLst/>
            <a:rect l="0" t="0" r="r" b="b"/>
            <a:pathLst>
              <a:path w="222" h="218">
                <a:moveTo>
                  <a:pt x="115" y="67"/>
                </a:moveTo>
                <a:lnTo>
                  <a:pt x="111" y="89"/>
                </a:lnTo>
                <a:lnTo>
                  <a:pt x="108" y="67"/>
                </a:lnTo>
                <a:lnTo>
                  <a:pt x="111" y="0"/>
                </a:lnTo>
                <a:lnTo>
                  <a:pt x="115" y="67"/>
                </a:lnTo>
                <a:moveTo>
                  <a:pt x="83" y="4"/>
                </a:moveTo>
                <a:lnTo>
                  <a:pt x="97" y="69"/>
                </a:lnTo>
                <a:lnTo>
                  <a:pt x="106" y="90"/>
                </a:lnTo>
                <a:lnTo>
                  <a:pt x="103" y="68"/>
                </a:lnTo>
                <a:lnTo>
                  <a:pt x="83" y="4"/>
                </a:lnTo>
                <a:moveTo>
                  <a:pt x="55" y="15"/>
                </a:moveTo>
                <a:lnTo>
                  <a:pt x="87" y="74"/>
                </a:lnTo>
                <a:lnTo>
                  <a:pt x="101" y="92"/>
                </a:lnTo>
                <a:lnTo>
                  <a:pt x="93" y="71"/>
                </a:lnTo>
                <a:lnTo>
                  <a:pt x="55" y="15"/>
                </a:lnTo>
                <a:moveTo>
                  <a:pt x="32" y="32"/>
                </a:moveTo>
                <a:lnTo>
                  <a:pt x="78" y="82"/>
                </a:lnTo>
                <a:lnTo>
                  <a:pt x="97" y="95"/>
                </a:lnTo>
                <a:lnTo>
                  <a:pt x="83" y="77"/>
                </a:lnTo>
                <a:lnTo>
                  <a:pt x="32" y="32"/>
                </a:lnTo>
                <a:moveTo>
                  <a:pt x="15" y="55"/>
                </a:moveTo>
                <a:lnTo>
                  <a:pt x="72" y="91"/>
                </a:lnTo>
                <a:lnTo>
                  <a:pt x="93" y="99"/>
                </a:lnTo>
                <a:lnTo>
                  <a:pt x="76" y="85"/>
                </a:lnTo>
                <a:lnTo>
                  <a:pt x="15" y="55"/>
                </a:lnTo>
                <a:moveTo>
                  <a:pt x="4" y="81"/>
                </a:moveTo>
                <a:lnTo>
                  <a:pt x="69" y="102"/>
                </a:lnTo>
                <a:lnTo>
                  <a:pt x="91" y="104"/>
                </a:lnTo>
                <a:lnTo>
                  <a:pt x="70" y="95"/>
                </a:lnTo>
                <a:lnTo>
                  <a:pt x="4" y="81"/>
                </a:lnTo>
                <a:moveTo>
                  <a:pt x="0" y="109"/>
                </a:moveTo>
                <a:lnTo>
                  <a:pt x="68" y="113"/>
                </a:lnTo>
                <a:lnTo>
                  <a:pt x="91" y="109"/>
                </a:lnTo>
                <a:lnTo>
                  <a:pt x="68" y="106"/>
                </a:lnTo>
                <a:lnTo>
                  <a:pt x="0" y="109"/>
                </a:lnTo>
                <a:moveTo>
                  <a:pt x="4" y="137"/>
                </a:moveTo>
                <a:lnTo>
                  <a:pt x="70" y="124"/>
                </a:lnTo>
                <a:lnTo>
                  <a:pt x="91" y="115"/>
                </a:lnTo>
                <a:lnTo>
                  <a:pt x="69" y="117"/>
                </a:lnTo>
                <a:lnTo>
                  <a:pt x="4" y="137"/>
                </a:lnTo>
                <a:moveTo>
                  <a:pt x="15" y="163"/>
                </a:moveTo>
                <a:lnTo>
                  <a:pt x="76" y="133"/>
                </a:lnTo>
                <a:lnTo>
                  <a:pt x="93" y="119"/>
                </a:lnTo>
                <a:lnTo>
                  <a:pt x="72" y="128"/>
                </a:lnTo>
                <a:lnTo>
                  <a:pt x="15" y="163"/>
                </a:lnTo>
                <a:moveTo>
                  <a:pt x="32" y="186"/>
                </a:moveTo>
                <a:lnTo>
                  <a:pt x="83" y="142"/>
                </a:lnTo>
                <a:lnTo>
                  <a:pt x="97" y="124"/>
                </a:lnTo>
                <a:lnTo>
                  <a:pt x="78" y="137"/>
                </a:lnTo>
                <a:lnTo>
                  <a:pt x="32" y="186"/>
                </a:lnTo>
                <a:moveTo>
                  <a:pt x="55" y="203"/>
                </a:moveTo>
                <a:lnTo>
                  <a:pt x="93" y="148"/>
                </a:lnTo>
                <a:lnTo>
                  <a:pt x="101" y="127"/>
                </a:lnTo>
                <a:lnTo>
                  <a:pt x="87" y="144"/>
                </a:lnTo>
                <a:lnTo>
                  <a:pt x="55" y="203"/>
                </a:lnTo>
                <a:moveTo>
                  <a:pt x="83" y="214"/>
                </a:moveTo>
                <a:lnTo>
                  <a:pt x="103" y="151"/>
                </a:lnTo>
                <a:lnTo>
                  <a:pt x="106" y="129"/>
                </a:lnTo>
                <a:lnTo>
                  <a:pt x="97" y="149"/>
                </a:lnTo>
                <a:lnTo>
                  <a:pt x="83" y="214"/>
                </a:lnTo>
                <a:moveTo>
                  <a:pt x="111" y="218"/>
                </a:moveTo>
                <a:lnTo>
                  <a:pt x="115" y="152"/>
                </a:lnTo>
                <a:lnTo>
                  <a:pt x="111" y="130"/>
                </a:lnTo>
                <a:lnTo>
                  <a:pt x="108" y="152"/>
                </a:lnTo>
                <a:lnTo>
                  <a:pt x="111" y="218"/>
                </a:lnTo>
                <a:moveTo>
                  <a:pt x="140" y="214"/>
                </a:moveTo>
                <a:lnTo>
                  <a:pt x="126" y="149"/>
                </a:lnTo>
                <a:lnTo>
                  <a:pt x="117" y="129"/>
                </a:lnTo>
                <a:lnTo>
                  <a:pt x="119" y="151"/>
                </a:lnTo>
                <a:lnTo>
                  <a:pt x="140" y="214"/>
                </a:lnTo>
                <a:moveTo>
                  <a:pt x="167" y="203"/>
                </a:moveTo>
                <a:lnTo>
                  <a:pt x="136" y="144"/>
                </a:lnTo>
                <a:lnTo>
                  <a:pt x="122" y="127"/>
                </a:lnTo>
                <a:lnTo>
                  <a:pt x="130" y="148"/>
                </a:lnTo>
                <a:lnTo>
                  <a:pt x="167" y="203"/>
                </a:lnTo>
                <a:moveTo>
                  <a:pt x="189" y="186"/>
                </a:moveTo>
                <a:lnTo>
                  <a:pt x="144" y="137"/>
                </a:lnTo>
                <a:lnTo>
                  <a:pt x="126" y="124"/>
                </a:lnTo>
                <a:lnTo>
                  <a:pt x="139" y="142"/>
                </a:lnTo>
                <a:lnTo>
                  <a:pt x="189" y="186"/>
                </a:lnTo>
                <a:moveTo>
                  <a:pt x="207" y="163"/>
                </a:moveTo>
                <a:lnTo>
                  <a:pt x="150" y="128"/>
                </a:lnTo>
                <a:lnTo>
                  <a:pt x="129" y="119"/>
                </a:lnTo>
                <a:lnTo>
                  <a:pt x="147" y="133"/>
                </a:lnTo>
                <a:lnTo>
                  <a:pt x="207" y="163"/>
                </a:lnTo>
                <a:moveTo>
                  <a:pt x="218" y="137"/>
                </a:moveTo>
                <a:lnTo>
                  <a:pt x="154" y="117"/>
                </a:lnTo>
                <a:lnTo>
                  <a:pt x="131" y="115"/>
                </a:lnTo>
                <a:lnTo>
                  <a:pt x="152" y="124"/>
                </a:lnTo>
                <a:lnTo>
                  <a:pt x="218" y="137"/>
                </a:lnTo>
                <a:moveTo>
                  <a:pt x="222" y="109"/>
                </a:moveTo>
                <a:lnTo>
                  <a:pt x="154" y="106"/>
                </a:lnTo>
                <a:lnTo>
                  <a:pt x="132" y="109"/>
                </a:lnTo>
                <a:lnTo>
                  <a:pt x="154" y="113"/>
                </a:lnTo>
                <a:lnTo>
                  <a:pt x="222" y="109"/>
                </a:lnTo>
                <a:moveTo>
                  <a:pt x="218" y="81"/>
                </a:moveTo>
                <a:lnTo>
                  <a:pt x="152" y="95"/>
                </a:lnTo>
                <a:lnTo>
                  <a:pt x="131" y="104"/>
                </a:lnTo>
                <a:lnTo>
                  <a:pt x="154" y="102"/>
                </a:lnTo>
                <a:lnTo>
                  <a:pt x="218" y="81"/>
                </a:lnTo>
                <a:moveTo>
                  <a:pt x="207" y="55"/>
                </a:moveTo>
                <a:lnTo>
                  <a:pt x="147" y="85"/>
                </a:lnTo>
                <a:lnTo>
                  <a:pt x="129" y="99"/>
                </a:lnTo>
                <a:lnTo>
                  <a:pt x="150" y="91"/>
                </a:lnTo>
                <a:lnTo>
                  <a:pt x="207" y="55"/>
                </a:lnTo>
                <a:moveTo>
                  <a:pt x="189" y="32"/>
                </a:moveTo>
                <a:lnTo>
                  <a:pt x="139" y="77"/>
                </a:lnTo>
                <a:lnTo>
                  <a:pt x="126" y="95"/>
                </a:lnTo>
                <a:lnTo>
                  <a:pt x="144" y="82"/>
                </a:lnTo>
                <a:lnTo>
                  <a:pt x="189" y="32"/>
                </a:lnTo>
                <a:moveTo>
                  <a:pt x="167" y="15"/>
                </a:moveTo>
                <a:lnTo>
                  <a:pt x="130" y="71"/>
                </a:lnTo>
                <a:lnTo>
                  <a:pt x="122" y="92"/>
                </a:lnTo>
                <a:lnTo>
                  <a:pt x="136" y="74"/>
                </a:lnTo>
                <a:lnTo>
                  <a:pt x="167" y="15"/>
                </a:lnTo>
                <a:moveTo>
                  <a:pt x="140" y="4"/>
                </a:moveTo>
                <a:lnTo>
                  <a:pt x="119" y="68"/>
                </a:lnTo>
                <a:lnTo>
                  <a:pt x="117" y="90"/>
                </a:lnTo>
                <a:lnTo>
                  <a:pt x="126" y="69"/>
                </a:lnTo>
                <a:lnTo>
                  <a:pt x="140" y="4"/>
                </a:lnTo>
                <a:close/>
              </a:path>
            </a:pathLst>
          </a:custGeom>
          <a:solidFill>
            <a:srgbClr val="6666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006200" y="273816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3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8" y="0"/>
                </a:cubicBezTo>
                <a:cubicBezTo>
                  <a:pt x="13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995760" y="274068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3"/>
                  <a:pt x="12" y="15"/>
                  <a:pt x="7" y="15"/>
                </a:cubicBezTo>
                <a:cubicBezTo>
                  <a:pt x="2" y="15"/>
                  <a:pt x="0" y="13"/>
                  <a:pt x="0" y="7"/>
                </a:cubicBezTo>
                <a:cubicBezTo>
                  <a:pt x="0" y="3"/>
                  <a:pt x="2" y="0"/>
                  <a:pt x="7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986400" y="2746080"/>
            <a:ext cx="5040" cy="5400"/>
          </a:xfrm>
          <a:custGeom>
            <a:avLst/>
            <a:gdLst/>
            <a:ahLst/>
            <a:rect l="0" t="0" r="r" b="b"/>
            <a:pathLst>
              <a:path w="14" h="15">
                <a:moveTo>
                  <a:pt x="14" y="7"/>
                </a:moveTo>
                <a:cubicBezTo>
                  <a:pt x="14" y="12"/>
                  <a:pt x="12" y="15"/>
                  <a:pt x="6" y="15"/>
                </a:cubicBezTo>
                <a:cubicBezTo>
                  <a:pt x="2" y="15"/>
                  <a:pt x="0" y="12"/>
                  <a:pt x="0" y="7"/>
                </a:cubicBezTo>
                <a:cubicBezTo>
                  <a:pt x="0" y="2"/>
                  <a:pt x="2" y="0"/>
                  <a:pt x="6" y="0"/>
                </a:cubicBezTo>
                <a:cubicBezTo>
                  <a:pt x="12" y="0"/>
                  <a:pt x="14" y="2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978480" y="275364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2"/>
                  <a:pt x="13" y="15"/>
                  <a:pt x="8" y="15"/>
                </a:cubicBezTo>
                <a:cubicBezTo>
                  <a:pt x="2" y="15"/>
                  <a:pt x="0" y="12"/>
                  <a:pt x="0" y="8"/>
                </a:cubicBezTo>
                <a:cubicBezTo>
                  <a:pt x="0" y="3"/>
                  <a:pt x="2" y="0"/>
                  <a:pt x="8" y="0"/>
                </a:cubicBezTo>
                <a:cubicBezTo>
                  <a:pt x="13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973080" y="276300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8"/>
                </a:moveTo>
                <a:cubicBezTo>
                  <a:pt x="15" y="12"/>
                  <a:pt x="12" y="14"/>
                  <a:pt x="7" y="14"/>
                </a:cubicBezTo>
                <a:cubicBezTo>
                  <a:pt x="2" y="14"/>
                  <a:pt x="0" y="12"/>
                  <a:pt x="0" y="8"/>
                </a:cubicBezTo>
                <a:cubicBezTo>
                  <a:pt x="0" y="3"/>
                  <a:pt x="2" y="0"/>
                  <a:pt x="7" y="0"/>
                </a:cubicBezTo>
                <a:cubicBezTo>
                  <a:pt x="12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970200" y="277344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6"/>
                </a:moveTo>
                <a:cubicBezTo>
                  <a:pt x="15" y="11"/>
                  <a:pt x="13" y="14"/>
                  <a:pt x="8" y="14"/>
                </a:cubicBezTo>
                <a:cubicBezTo>
                  <a:pt x="2" y="14"/>
                  <a:pt x="0" y="11"/>
                  <a:pt x="0" y="6"/>
                </a:cubicBezTo>
                <a:cubicBezTo>
                  <a:pt x="0" y="2"/>
                  <a:pt x="2" y="0"/>
                  <a:pt x="8" y="0"/>
                </a:cubicBezTo>
                <a:cubicBezTo>
                  <a:pt x="13" y="0"/>
                  <a:pt x="15" y="2"/>
                  <a:pt x="15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970200" y="278388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3"/>
                  <a:pt x="13" y="15"/>
                  <a:pt x="8" y="15"/>
                </a:cubicBezTo>
                <a:cubicBezTo>
                  <a:pt x="2" y="15"/>
                  <a:pt x="0" y="13"/>
                  <a:pt x="0" y="7"/>
                </a:cubicBezTo>
                <a:cubicBezTo>
                  <a:pt x="0" y="3"/>
                  <a:pt x="2" y="0"/>
                  <a:pt x="8" y="0"/>
                </a:cubicBezTo>
                <a:cubicBezTo>
                  <a:pt x="13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973080" y="279432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2"/>
                  <a:pt x="12" y="15"/>
                  <a:pt x="7" y="15"/>
                </a:cubicBezTo>
                <a:cubicBezTo>
                  <a:pt x="2" y="15"/>
                  <a:pt x="0" y="12"/>
                  <a:pt x="0" y="8"/>
                </a:cubicBezTo>
                <a:cubicBezTo>
                  <a:pt x="0" y="2"/>
                  <a:pt x="2" y="0"/>
                  <a:pt x="7" y="0"/>
                </a:cubicBezTo>
                <a:cubicBezTo>
                  <a:pt x="12" y="0"/>
                  <a:pt x="15" y="2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978480" y="280368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8"/>
                </a:moveTo>
                <a:cubicBezTo>
                  <a:pt x="15" y="12"/>
                  <a:pt x="13" y="14"/>
                  <a:pt x="8" y="14"/>
                </a:cubicBezTo>
                <a:cubicBezTo>
                  <a:pt x="2" y="14"/>
                  <a:pt x="0" y="12"/>
                  <a:pt x="0" y="8"/>
                </a:cubicBezTo>
                <a:cubicBezTo>
                  <a:pt x="0" y="2"/>
                  <a:pt x="2" y="0"/>
                  <a:pt x="8" y="0"/>
                </a:cubicBezTo>
                <a:cubicBezTo>
                  <a:pt x="13" y="0"/>
                  <a:pt x="15" y="2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986400" y="2811240"/>
            <a:ext cx="5040" cy="5040"/>
          </a:xfrm>
          <a:custGeom>
            <a:avLst/>
            <a:gdLst/>
            <a:ahLst/>
            <a:rect l="0" t="0" r="r" b="b"/>
            <a:pathLst>
              <a:path w="14" h="14">
                <a:moveTo>
                  <a:pt x="14" y="7"/>
                </a:moveTo>
                <a:cubicBezTo>
                  <a:pt x="14" y="12"/>
                  <a:pt x="12" y="14"/>
                  <a:pt x="6" y="14"/>
                </a:cubicBezTo>
                <a:cubicBezTo>
                  <a:pt x="2" y="14"/>
                  <a:pt x="0" y="12"/>
                  <a:pt x="0" y="7"/>
                </a:cubicBezTo>
                <a:cubicBezTo>
                  <a:pt x="0" y="2"/>
                  <a:pt x="2" y="0"/>
                  <a:pt x="6" y="0"/>
                </a:cubicBezTo>
                <a:cubicBezTo>
                  <a:pt x="12" y="0"/>
                  <a:pt x="14" y="2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995760" y="281664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2" y="14"/>
                  <a:pt x="7" y="14"/>
                </a:cubicBezTo>
                <a:cubicBezTo>
                  <a:pt x="2" y="14"/>
                  <a:pt x="0" y="12"/>
                  <a:pt x="0" y="7"/>
                </a:cubicBezTo>
                <a:cubicBezTo>
                  <a:pt x="0" y="2"/>
                  <a:pt x="2" y="0"/>
                  <a:pt x="7" y="0"/>
                </a:cubicBezTo>
                <a:cubicBezTo>
                  <a:pt x="12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006200" y="28195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3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13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017360" y="2819520"/>
            <a:ext cx="5040" cy="5040"/>
          </a:xfrm>
          <a:custGeom>
            <a:avLst/>
            <a:gdLst/>
            <a:ahLst/>
            <a:rect l="0" t="0" r="r" b="b"/>
            <a:pathLst>
              <a:path w="14" h="14">
                <a:moveTo>
                  <a:pt x="14" y="7"/>
                </a:moveTo>
                <a:cubicBezTo>
                  <a:pt x="14" y="12"/>
                  <a:pt x="12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12" y="0"/>
                  <a:pt x="14" y="3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027800" y="281664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1" y="14"/>
                  <a:pt x="7" y="14"/>
                </a:cubicBezTo>
                <a:cubicBezTo>
                  <a:pt x="2" y="14"/>
                  <a:pt x="0" y="12"/>
                  <a:pt x="0" y="7"/>
                </a:cubicBezTo>
                <a:cubicBezTo>
                  <a:pt x="0" y="2"/>
                  <a:pt x="2" y="0"/>
                  <a:pt x="7" y="0"/>
                </a:cubicBezTo>
                <a:cubicBezTo>
                  <a:pt x="11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037160" y="281124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3" y="14"/>
                  <a:pt x="7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7" y="0"/>
                </a:cubicBezTo>
                <a:cubicBezTo>
                  <a:pt x="13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045080" y="280368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8"/>
                </a:moveTo>
                <a:cubicBezTo>
                  <a:pt x="15" y="12"/>
                  <a:pt x="12" y="14"/>
                  <a:pt x="8" y="14"/>
                </a:cubicBezTo>
                <a:cubicBezTo>
                  <a:pt x="2" y="14"/>
                  <a:pt x="0" y="12"/>
                  <a:pt x="0" y="8"/>
                </a:cubicBezTo>
                <a:cubicBezTo>
                  <a:pt x="0" y="2"/>
                  <a:pt x="2" y="0"/>
                  <a:pt x="8" y="0"/>
                </a:cubicBezTo>
                <a:cubicBezTo>
                  <a:pt x="12" y="0"/>
                  <a:pt x="15" y="2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050480" y="2794320"/>
            <a:ext cx="5760" cy="5400"/>
          </a:xfrm>
          <a:custGeom>
            <a:avLst/>
            <a:gdLst/>
            <a:ahLst/>
            <a:rect l="0" t="0" r="r" b="b"/>
            <a:pathLst>
              <a:path w="16" h="15">
                <a:moveTo>
                  <a:pt x="16" y="8"/>
                </a:moveTo>
                <a:cubicBezTo>
                  <a:pt x="16" y="12"/>
                  <a:pt x="12" y="15"/>
                  <a:pt x="8" y="15"/>
                </a:cubicBezTo>
                <a:cubicBezTo>
                  <a:pt x="3" y="15"/>
                  <a:pt x="0" y="12"/>
                  <a:pt x="0" y="8"/>
                </a:cubicBezTo>
                <a:cubicBezTo>
                  <a:pt x="0" y="2"/>
                  <a:pt x="3" y="0"/>
                  <a:pt x="8" y="0"/>
                </a:cubicBezTo>
                <a:cubicBezTo>
                  <a:pt x="12" y="0"/>
                  <a:pt x="16" y="2"/>
                  <a:pt x="16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053360" y="278388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3"/>
                  <a:pt x="12" y="15"/>
                  <a:pt x="8" y="15"/>
                </a:cubicBezTo>
                <a:cubicBezTo>
                  <a:pt x="2" y="15"/>
                  <a:pt x="0" y="13"/>
                  <a:pt x="0" y="7"/>
                </a:cubicBezTo>
                <a:cubicBezTo>
                  <a:pt x="0" y="3"/>
                  <a:pt x="2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053360" y="277344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6"/>
                </a:moveTo>
                <a:cubicBezTo>
                  <a:pt x="15" y="11"/>
                  <a:pt x="12" y="14"/>
                  <a:pt x="8" y="14"/>
                </a:cubicBezTo>
                <a:cubicBezTo>
                  <a:pt x="2" y="14"/>
                  <a:pt x="0" y="11"/>
                  <a:pt x="0" y="6"/>
                </a:cubicBezTo>
                <a:cubicBezTo>
                  <a:pt x="0" y="2"/>
                  <a:pt x="2" y="0"/>
                  <a:pt x="8" y="0"/>
                </a:cubicBezTo>
                <a:cubicBezTo>
                  <a:pt x="12" y="0"/>
                  <a:pt x="15" y="2"/>
                  <a:pt x="15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050480" y="2763000"/>
            <a:ext cx="5760" cy="5040"/>
          </a:xfrm>
          <a:custGeom>
            <a:avLst/>
            <a:gdLst/>
            <a:ahLst/>
            <a:rect l="0" t="0" r="r" b="b"/>
            <a:pathLst>
              <a:path w="16" h="14">
                <a:moveTo>
                  <a:pt x="16" y="8"/>
                </a:moveTo>
                <a:cubicBezTo>
                  <a:pt x="16" y="12"/>
                  <a:pt x="12" y="14"/>
                  <a:pt x="8" y="14"/>
                </a:cubicBezTo>
                <a:cubicBezTo>
                  <a:pt x="3" y="14"/>
                  <a:pt x="0" y="12"/>
                  <a:pt x="0" y="8"/>
                </a:cubicBezTo>
                <a:cubicBezTo>
                  <a:pt x="0" y="3"/>
                  <a:pt x="3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045080" y="275364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2"/>
                  <a:pt x="12" y="15"/>
                  <a:pt x="8" y="15"/>
                </a:cubicBezTo>
                <a:cubicBezTo>
                  <a:pt x="2" y="15"/>
                  <a:pt x="0" y="12"/>
                  <a:pt x="0" y="8"/>
                </a:cubicBezTo>
                <a:cubicBezTo>
                  <a:pt x="0" y="3"/>
                  <a:pt x="2" y="0"/>
                  <a:pt x="8" y="0"/>
                </a:cubicBezTo>
                <a:cubicBezTo>
                  <a:pt x="12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037160" y="274608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2"/>
                  <a:pt x="13" y="15"/>
                  <a:pt x="7" y="15"/>
                </a:cubicBezTo>
                <a:cubicBezTo>
                  <a:pt x="3" y="15"/>
                  <a:pt x="0" y="12"/>
                  <a:pt x="0" y="7"/>
                </a:cubicBezTo>
                <a:cubicBezTo>
                  <a:pt x="0" y="2"/>
                  <a:pt x="3" y="0"/>
                  <a:pt x="7" y="0"/>
                </a:cubicBezTo>
                <a:cubicBezTo>
                  <a:pt x="13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027800" y="274068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3"/>
                  <a:pt x="11" y="15"/>
                  <a:pt x="7" y="15"/>
                </a:cubicBezTo>
                <a:cubicBezTo>
                  <a:pt x="2" y="15"/>
                  <a:pt x="0" y="13"/>
                  <a:pt x="0" y="7"/>
                </a:cubicBezTo>
                <a:cubicBezTo>
                  <a:pt x="0" y="3"/>
                  <a:pt x="2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17360" y="2738160"/>
            <a:ext cx="5040" cy="5040"/>
          </a:xfrm>
          <a:custGeom>
            <a:avLst/>
            <a:gdLst/>
            <a:ahLst/>
            <a:rect l="0" t="0" r="r" b="b"/>
            <a:pathLst>
              <a:path w="14" h="14">
                <a:moveTo>
                  <a:pt x="14" y="7"/>
                </a:moveTo>
                <a:cubicBezTo>
                  <a:pt x="14" y="12"/>
                  <a:pt x="12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8" y="0"/>
                </a:cubicBezTo>
                <a:cubicBezTo>
                  <a:pt x="12" y="0"/>
                  <a:pt x="14" y="2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02960" y="2770200"/>
            <a:ext cx="22680" cy="22320"/>
          </a:xfrm>
          <a:custGeom>
            <a:avLst/>
            <a:gdLst/>
            <a:ahLst/>
            <a:rect l="0" t="0" r="r" b="b"/>
            <a:pathLst>
              <a:path w="63" h="62">
                <a:moveTo>
                  <a:pt x="63" y="31"/>
                </a:moveTo>
                <a:cubicBezTo>
                  <a:pt x="63" y="40"/>
                  <a:pt x="60" y="47"/>
                  <a:pt x="54" y="53"/>
                </a:cubicBezTo>
                <a:cubicBezTo>
                  <a:pt x="48" y="59"/>
                  <a:pt x="41" y="62"/>
                  <a:pt x="31" y="62"/>
                </a:cubicBezTo>
                <a:cubicBezTo>
                  <a:pt x="23" y="62"/>
                  <a:pt x="15" y="59"/>
                  <a:pt x="9" y="53"/>
                </a:cubicBezTo>
                <a:cubicBezTo>
                  <a:pt x="3" y="47"/>
                  <a:pt x="0" y="40"/>
                  <a:pt x="0" y="31"/>
                </a:cubicBez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1" y="0"/>
                </a:cubicBezTo>
                <a:cubicBezTo>
                  <a:pt x="41" y="0"/>
                  <a:pt x="48" y="3"/>
                  <a:pt x="54" y="9"/>
                </a:cubicBezTo>
                <a:cubicBezTo>
                  <a:pt x="60" y="16"/>
                  <a:pt x="63" y="23"/>
                  <a:pt x="63" y="31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255680" y="2475720"/>
            <a:ext cx="15008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PRAJA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47720" y="3386880"/>
            <a:ext cx="95947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AI-Powered Citizen Grievance &amp; Constituency Intelligence Platform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47720" y="3959640"/>
            <a:ext cx="2520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India Innovates 2026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52400" y="4886280"/>
            <a:ext cx="66960" cy="419400"/>
          </a:xfrm>
          <a:custGeom>
            <a:avLst/>
            <a:gdLst/>
            <a:ahLst/>
            <a:rect l="0" t="0" r="r" b="b"/>
            <a:pathLst>
              <a:path w="186" h="1165">
                <a:moveTo>
                  <a:pt x="0" y="0"/>
                </a:moveTo>
                <a:lnTo>
                  <a:pt x="186" y="0"/>
                </a:lnTo>
                <a:lnTo>
                  <a:pt x="1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047600" y="2562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47720" y="1532880"/>
            <a:ext cx="2647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The Problem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047600" y="30477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300320" y="2406960"/>
            <a:ext cx="6272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CPGRAMS resolves only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40%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of complaints on time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047600" y="35240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300320" y="2892960"/>
            <a:ext cx="5632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Average resolution: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45–90 days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per complaint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047600" y="40096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300320" y="3369240"/>
            <a:ext cx="6541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Portal is English-only — illiterate citizens are excluded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047600" y="44956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300320" y="3854880"/>
            <a:ext cx="5115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Leaders have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zero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real-time ward visibility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300320" y="4340520"/>
            <a:ext cx="6414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Citizens re-submit to the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wrong ministry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repeatedly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90440" y="4902480"/>
            <a:ext cx="6031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PRAJA fixes all five with AI + multi-channel access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808920" y="2023920"/>
            <a:ext cx="77400" cy="130680"/>
          </a:xfrm>
          <a:custGeom>
            <a:avLst/>
            <a:gdLst/>
            <a:ahLst/>
            <a:rect l="0" t="0" r="r" b="b"/>
            <a:pathLst>
              <a:path w="215" h="363">
                <a:moveTo>
                  <a:pt x="172" y="298"/>
                </a:moveTo>
                <a:cubicBezTo>
                  <a:pt x="166" y="345"/>
                  <a:pt x="123" y="363"/>
                  <a:pt x="76" y="363"/>
                </a:cubicBezTo>
                <a:cubicBezTo>
                  <a:pt x="29" y="363"/>
                  <a:pt x="-6" y="324"/>
                  <a:pt x="1" y="277"/>
                </a:cubicBezTo>
                <a:lnTo>
                  <a:pt x="23" y="85"/>
                </a:lnTo>
                <a:cubicBezTo>
                  <a:pt x="28" y="38"/>
                  <a:pt x="71" y="0"/>
                  <a:pt x="118" y="0"/>
                </a:cubicBezTo>
                <a:cubicBezTo>
                  <a:pt x="166" y="0"/>
                  <a:pt x="257" y="0"/>
                  <a:pt x="193" y="85"/>
                </a:cubicBezTo>
                <a:cubicBezTo>
                  <a:pt x="130" y="170"/>
                  <a:pt x="172" y="298"/>
                  <a:pt x="172" y="298"/>
                </a:cubicBezTo>
                <a:close/>
              </a:path>
            </a:pathLst>
          </a:custGeom>
          <a:solidFill>
            <a:srgbClr val="BE19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62920" y="1912680"/>
            <a:ext cx="183600" cy="192240"/>
          </a:xfrm>
          <a:custGeom>
            <a:avLst/>
            <a:gdLst/>
            <a:ahLst/>
            <a:rect l="0" t="0" r="r" b="b"/>
            <a:pathLst>
              <a:path w="510" h="534">
                <a:moveTo>
                  <a:pt x="510" y="266"/>
                </a:moveTo>
                <a:cubicBezTo>
                  <a:pt x="510" y="414"/>
                  <a:pt x="477" y="534"/>
                  <a:pt x="437" y="534"/>
                </a:cubicBezTo>
                <a:cubicBezTo>
                  <a:pt x="395" y="534"/>
                  <a:pt x="0" y="414"/>
                  <a:pt x="0" y="266"/>
                </a:cubicBezTo>
                <a:cubicBezTo>
                  <a:pt x="0" y="119"/>
                  <a:pt x="395" y="0"/>
                  <a:pt x="437" y="0"/>
                </a:cubicBezTo>
                <a:cubicBezTo>
                  <a:pt x="477" y="0"/>
                  <a:pt x="510" y="119"/>
                  <a:pt x="510" y="266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993240" y="1912680"/>
            <a:ext cx="53280" cy="192240"/>
          </a:xfrm>
          <a:custGeom>
            <a:avLst/>
            <a:gdLst/>
            <a:ahLst/>
            <a:rect l="0" t="0" r="r" b="b"/>
            <a:pathLst>
              <a:path w="148" h="534">
                <a:moveTo>
                  <a:pt x="148" y="266"/>
                </a:moveTo>
                <a:cubicBezTo>
                  <a:pt x="148" y="285"/>
                  <a:pt x="148" y="302"/>
                  <a:pt x="147" y="319"/>
                </a:cubicBezTo>
                <a:cubicBezTo>
                  <a:pt x="146" y="336"/>
                  <a:pt x="144" y="353"/>
                  <a:pt x="143" y="369"/>
                </a:cubicBezTo>
                <a:cubicBezTo>
                  <a:pt x="141" y="385"/>
                  <a:pt x="138" y="401"/>
                  <a:pt x="136" y="415"/>
                </a:cubicBezTo>
                <a:cubicBezTo>
                  <a:pt x="133" y="430"/>
                  <a:pt x="130" y="443"/>
                  <a:pt x="127" y="455"/>
                </a:cubicBezTo>
                <a:cubicBezTo>
                  <a:pt x="123" y="468"/>
                  <a:pt x="120" y="479"/>
                  <a:pt x="116" y="489"/>
                </a:cubicBezTo>
                <a:cubicBezTo>
                  <a:pt x="111" y="498"/>
                  <a:pt x="106" y="507"/>
                  <a:pt x="102" y="513"/>
                </a:cubicBezTo>
                <a:cubicBezTo>
                  <a:pt x="97" y="520"/>
                  <a:pt x="93" y="525"/>
                  <a:pt x="88" y="528"/>
                </a:cubicBezTo>
                <a:cubicBezTo>
                  <a:pt x="83" y="532"/>
                  <a:pt x="78" y="534"/>
                  <a:pt x="74" y="534"/>
                </a:cubicBezTo>
                <a:cubicBezTo>
                  <a:pt x="69" y="534"/>
                  <a:pt x="64" y="532"/>
                  <a:pt x="59" y="528"/>
                </a:cubicBezTo>
                <a:cubicBezTo>
                  <a:pt x="55" y="525"/>
                  <a:pt x="50" y="520"/>
                  <a:pt x="46" y="513"/>
                </a:cubicBezTo>
                <a:cubicBezTo>
                  <a:pt x="41" y="507"/>
                  <a:pt x="37" y="498"/>
                  <a:pt x="33" y="489"/>
                </a:cubicBezTo>
                <a:cubicBezTo>
                  <a:pt x="29" y="479"/>
                  <a:pt x="25" y="468"/>
                  <a:pt x="22" y="455"/>
                </a:cubicBezTo>
                <a:cubicBezTo>
                  <a:pt x="18" y="443"/>
                  <a:pt x="15" y="430"/>
                  <a:pt x="13" y="415"/>
                </a:cubicBezTo>
                <a:cubicBezTo>
                  <a:pt x="10" y="401"/>
                  <a:pt x="8" y="385"/>
                  <a:pt x="6" y="369"/>
                </a:cubicBezTo>
                <a:cubicBezTo>
                  <a:pt x="4" y="353"/>
                  <a:pt x="2" y="336"/>
                  <a:pt x="2" y="319"/>
                </a:cubicBezTo>
                <a:cubicBezTo>
                  <a:pt x="1" y="302"/>
                  <a:pt x="0" y="285"/>
                  <a:pt x="0" y="266"/>
                </a:cubicBezTo>
                <a:cubicBezTo>
                  <a:pt x="0" y="249"/>
                  <a:pt x="1" y="231"/>
                  <a:pt x="2" y="214"/>
                </a:cubicBezTo>
                <a:cubicBezTo>
                  <a:pt x="2" y="197"/>
                  <a:pt x="4" y="180"/>
                  <a:pt x="6" y="164"/>
                </a:cubicBezTo>
                <a:cubicBezTo>
                  <a:pt x="8" y="148"/>
                  <a:pt x="10" y="133"/>
                  <a:pt x="13" y="118"/>
                </a:cubicBezTo>
                <a:cubicBezTo>
                  <a:pt x="15" y="104"/>
                  <a:pt x="18" y="90"/>
                  <a:pt x="22" y="78"/>
                </a:cubicBezTo>
                <a:cubicBezTo>
                  <a:pt x="25" y="65"/>
                  <a:pt x="29" y="54"/>
                  <a:pt x="33" y="45"/>
                </a:cubicBezTo>
                <a:cubicBezTo>
                  <a:pt x="37" y="35"/>
                  <a:pt x="41" y="27"/>
                  <a:pt x="46" y="20"/>
                </a:cubicBezTo>
                <a:cubicBezTo>
                  <a:pt x="50" y="13"/>
                  <a:pt x="55" y="8"/>
                  <a:pt x="59" y="5"/>
                </a:cubicBezTo>
                <a:cubicBezTo>
                  <a:pt x="64" y="1"/>
                  <a:pt x="69" y="0"/>
                  <a:pt x="74" y="0"/>
                </a:cubicBezTo>
                <a:cubicBezTo>
                  <a:pt x="78" y="0"/>
                  <a:pt x="83" y="1"/>
                  <a:pt x="88" y="5"/>
                </a:cubicBezTo>
                <a:cubicBezTo>
                  <a:pt x="93" y="8"/>
                  <a:pt x="97" y="13"/>
                  <a:pt x="102" y="20"/>
                </a:cubicBezTo>
                <a:cubicBezTo>
                  <a:pt x="106" y="27"/>
                  <a:pt x="111" y="35"/>
                  <a:pt x="116" y="45"/>
                </a:cubicBezTo>
                <a:cubicBezTo>
                  <a:pt x="120" y="54"/>
                  <a:pt x="123" y="65"/>
                  <a:pt x="127" y="78"/>
                </a:cubicBezTo>
                <a:cubicBezTo>
                  <a:pt x="130" y="90"/>
                  <a:pt x="133" y="104"/>
                  <a:pt x="136" y="118"/>
                </a:cubicBezTo>
                <a:cubicBezTo>
                  <a:pt x="138" y="133"/>
                  <a:pt x="141" y="148"/>
                  <a:pt x="143" y="164"/>
                </a:cubicBezTo>
                <a:cubicBezTo>
                  <a:pt x="144" y="180"/>
                  <a:pt x="146" y="197"/>
                  <a:pt x="147" y="214"/>
                </a:cubicBezTo>
                <a:cubicBezTo>
                  <a:pt x="148" y="231"/>
                  <a:pt x="148" y="249"/>
                  <a:pt x="148" y="266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72560" y="1954800"/>
            <a:ext cx="136800" cy="107640"/>
          </a:xfrm>
          <a:custGeom>
            <a:avLst/>
            <a:gdLst/>
            <a:ahLst/>
            <a:rect l="0" t="0" r="r" b="b"/>
            <a:pathLst>
              <a:path w="380" h="299">
                <a:moveTo>
                  <a:pt x="380" y="299"/>
                </a:moveTo>
                <a:lnTo>
                  <a:pt x="80" y="278"/>
                </a:lnTo>
                <a:cubicBezTo>
                  <a:pt x="-26" y="278"/>
                  <a:pt x="-26" y="21"/>
                  <a:pt x="80" y="21"/>
                </a:cubicBezTo>
                <a:lnTo>
                  <a:pt x="380" y="0"/>
                </a:lnTo>
                <a:cubicBezTo>
                  <a:pt x="316" y="64"/>
                  <a:pt x="316" y="235"/>
                  <a:pt x="380" y="299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000080" y="1974960"/>
            <a:ext cx="23400" cy="67320"/>
          </a:xfrm>
          <a:custGeom>
            <a:avLst/>
            <a:gdLst/>
            <a:ahLst/>
            <a:rect l="0" t="0" r="r" b="b"/>
            <a:pathLst>
              <a:path w="65" h="187">
                <a:moveTo>
                  <a:pt x="65" y="93"/>
                </a:moveTo>
                <a:cubicBezTo>
                  <a:pt x="65" y="105"/>
                  <a:pt x="64" y="117"/>
                  <a:pt x="63" y="129"/>
                </a:cubicBezTo>
                <a:cubicBezTo>
                  <a:pt x="61" y="140"/>
                  <a:pt x="59" y="150"/>
                  <a:pt x="56" y="160"/>
                </a:cubicBezTo>
                <a:cubicBezTo>
                  <a:pt x="53" y="168"/>
                  <a:pt x="49" y="175"/>
                  <a:pt x="46" y="180"/>
                </a:cubicBezTo>
                <a:cubicBezTo>
                  <a:pt x="42" y="184"/>
                  <a:pt x="38" y="187"/>
                  <a:pt x="33" y="187"/>
                </a:cubicBezTo>
                <a:cubicBezTo>
                  <a:pt x="29" y="187"/>
                  <a:pt x="24" y="184"/>
                  <a:pt x="20" y="180"/>
                </a:cubicBezTo>
                <a:cubicBezTo>
                  <a:pt x="16" y="175"/>
                  <a:pt x="13" y="168"/>
                  <a:pt x="10" y="160"/>
                </a:cubicBezTo>
                <a:cubicBezTo>
                  <a:pt x="7" y="150"/>
                  <a:pt x="4" y="140"/>
                  <a:pt x="3" y="129"/>
                </a:cubicBezTo>
                <a:cubicBezTo>
                  <a:pt x="1" y="117"/>
                  <a:pt x="0" y="105"/>
                  <a:pt x="0" y="93"/>
                </a:cubicBezTo>
                <a:cubicBezTo>
                  <a:pt x="0" y="81"/>
                  <a:pt x="1" y="69"/>
                  <a:pt x="3" y="58"/>
                </a:cubicBezTo>
                <a:cubicBezTo>
                  <a:pt x="4" y="46"/>
                  <a:pt x="7" y="36"/>
                  <a:pt x="10" y="28"/>
                </a:cubicBezTo>
                <a:cubicBezTo>
                  <a:pt x="13" y="19"/>
                  <a:pt x="16" y="12"/>
                  <a:pt x="20" y="7"/>
                </a:cubicBezTo>
                <a:cubicBezTo>
                  <a:pt x="24" y="3"/>
                  <a:pt x="29" y="0"/>
                  <a:pt x="33" y="0"/>
                </a:cubicBezTo>
                <a:cubicBezTo>
                  <a:pt x="38" y="0"/>
                  <a:pt x="42" y="3"/>
                  <a:pt x="46" y="7"/>
                </a:cubicBezTo>
                <a:cubicBezTo>
                  <a:pt x="49" y="12"/>
                  <a:pt x="53" y="19"/>
                  <a:pt x="56" y="28"/>
                </a:cubicBezTo>
                <a:cubicBezTo>
                  <a:pt x="59" y="36"/>
                  <a:pt x="61" y="46"/>
                  <a:pt x="63" y="58"/>
                </a:cubicBezTo>
                <a:cubicBezTo>
                  <a:pt x="64" y="69"/>
                  <a:pt x="65" y="81"/>
                  <a:pt x="65" y="93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47720" y="970920"/>
            <a:ext cx="30949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Three Modules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065240" y="1845000"/>
            <a:ext cx="1720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GrievanceOS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47720" y="2264040"/>
            <a:ext cx="6130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Citizens file via Web, WhatsApp, SMS, or Voice call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10080" y="3484440"/>
            <a:ext cx="91080" cy="56520"/>
          </a:xfrm>
          <a:custGeom>
            <a:avLst/>
            <a:gdLst/>
            <a:ahLst/>
            <a:rect l="0" t="0" r="r" b="b"/>
            <a:pathLst>
              <a:path w="253" h="157">
                <a:moveTo>
                  <a:pt x="253" y="43"/>
                </a:moveTo>
                <a:cubicBezTo>
                  <a:pt x="253" y="49"/>
                  <a:pt x="251" y="57"/>
                  <a:pt x="250" y="64"/>
                </a:cubicBezTo>
                <a:cubicBezTo>
                  <a:pt x="238" y="111"/>
                  <a:pt x="188" y="162"/>
                  <a:pt x="117" y="157"/>
                </a:cubicBezTo>
                <a:cubicBezTo>
                  <a:pt x="52" y="153"/>
                  <a:pt x="0" y="122"/>
                  <a:pt x="0" y="79"/>
                </a:cubicBezTo>
                <a:cubicBezTo>
                  <a:pt x="0" y="35"/>
                  <a:pt x="52" y="0"/>
                  <a:pt x="117" y="0"/>
                </a:cubicBezTo>
                <a:cubicBezTo>
                  <a:pt x="182" y="0"/>
                  <a:pt x="252" y="0"/>
                  <a:pt x="253" y="43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883800" y="3486960"/>
            <a:ext cx="116280" cy="36000"/>
          </a:xfrm>
          <a:custGeom>
            <a:avLst/>
            <a:gdLst/>
            <a:ahLst/>
            <a:rect l="0" t="0" r="r" b="b"/>
            <a:pathLst>
              <a:path w="323" h="100">
                <a:moveTo>
                  <a:pt x="189" y="0"/>
                </a:moveTo>
                <a:cubicBezTo>
                  <a:pt x="155" y="0"/>
                  <a:pt x="76" y="10"/>
                  <a:pt x="58" y="10"/>
                </a:cubicBezTo>
                <a:cubicBezTo>
                  <a:pt x="26" y="10"/>
                  <a:pt x="0" y="30"/>
                  <a:pt x="0" y="54"/>
                </a:cubicBezTo>
                <a:cubicBezTo>
                  <a:pt x="0" y="67"/>
                  <a:pt x="6" y="78"/>
                  <a:pt x="16" y="86"/>
                </a:cubicBezTo>
                <a:cubicBezTo>
                  <a:pt x="16" y="86"/>
                  <a:pt x="38" y="108"/>
                  <a:pt x="76" y="97"/>
                </a:cubicBezTo>
                <a:cubicBezTo>
                  <a:pt x="93" y="93"/>
                  <a:pt x="121" y="58"/>
                  <a:pt x="169" y="53"/>
                </a:cubicBezTo>
                <a:cubicBezTo>
                  <a:pt x="193" y="50"/>
                  <a:pt x="238" y="70"/>
                  <a:pt x="319" y="70"/>
                </a:cubicBezTo>
                <a:cubicBezTo>
                  <a:pt x="322" y="62"/>
                  <a:pt x="323" y="57"/>
                  <a:pt x="323" y="57"/>
                </a:cubicBezTo>
                <a:cubicBezTo>
                  <a:pt x="323" y="14"/>
                  <a:pt x="254" y="0"/>
                  <a:pt x="189" y="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75800" y="3325320"/>
            <a:ext cx="266760" cy="190080"/>
          </a:xfrm>
          <a:custGeom>
            <a:avLst/>
            <a:gdLst/>
            <a:ahLst/>
            <a:rect l="0" t="0" r="r" b="b"/>
            <a:pathLst>
              <a:path w="741" h="528">
                <a:moveTo>
                  <a:pt x="623" y="507"/>
                </a:moveTo>
                <a:cubicBezTo>
                  <a:pt x="623" y="507"/>
                  <a:pt x="669" y="497"/>
                  <a:pt x="698" y="458"/>
                </a:cubicBezTo>
                <a:cubicBezTo>
                  <a:pt x="732" y="414"/>
                  <a:pt x="728" y="366"/>
                  <a:pt x="728" y="366"/>
                </a:cubicBezTo>
                <a:cubicBezTo>
                  <a:pt x="762" y="303"/>
                  <a:pt x="717" y="243"/>
                  <a:pt x="717" y="243"/>
                </a:cubicBezTo>
                <a:cubicBezTo>
                  <a:pt x="712" y="175"/>
                  <a:pt x="671" y="147"/>
                  <a:pt x="671" y="147"/>
                </a:cubicBezTo>
                <a:cubicBezTo>
                  <a:pt x="644" y="83"/>
                  <a:pt x="584" y="65"/>
                  <a:pt x="584" y="65"/>
                </a:cubicBezTo>
                <a:cubicBezTo>
                  <a:pt x="537" y="10"/>
                  <a:pt x="453" y="12"/>
                  <a:pt x="453" y="12"/>
                </a:cubicBezTo>
                <a:cubicBezTo>
                  <a:pt x="453" y="12"/>
                  <a:pt x="374" y="-17"/>
                  <a:pt x="266" y="16"/>
                </a:cubicBezTo>
                <a:cubicBezTo>
                  <a:pt x="249" y="21"/>
                  <a:pt x="189" y="33"/>
                  <a:pt x="146" y="60"/>
                </a:cubicBezTo>
                <a:cubicBezTo>
                  <a:pt x="9" y="144"/>
                  <a:pt x="-2" y="275"/>
                  <a:pt x="0" y="296"/>
                </a:cubicBezTo>
                <a:cubicBezTo>
                  <a:pt x="11" y="415"/>
                  <a:pt x="94" y="437"/>
                  <a:pt x="147" y="449"/>
                </a:cubicBezTo>
                <a:cubicBezTo>
                  <a:pt x="160" y="483"/>
                  <a:pt x="206" y="546"/>
                  <a:pt x="288" y="523"/>
                </a:cubicBezTo>
                <a:cubicBezTo>
                  <a:pt x="389" y="505"/>
                  <a:pt x="433" y="474"/>
                  <a:pt x="458" y="474"/>
                </a:cubicBezTo>
                <a:cubicBezTo>
                  <a:pt x="482" y="474"/>
                  <a:pt x="552" y="502"/>
                  <a:pt x="623" y="507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90560" y="3342960"/>
            <a:ext cx="231120" cy="148680"/>
          </a:xfrm>
          <a:custGeom>
            <a:avLst/>
            <a:gdLst/>
            <a:ahLst/>
            <a:rect l="0" t="0" r="r" b="b"/>
            <a:pathLst>
              <a:path w="642" h="413">
                <a:moveTo>
                  <a:pt x="326" y="266"/>
                </a:moveTo>
                <a:cubicBezTo>
                  <a:pt x="375" y="239"/>
                  <a:pt x="402" y="241"/>
                  <a:pt x="426" y="243"/>
                </a:cubicBezTo>
                <a:cubicBezTo>
                  <a:pt x="433" y="244"/>
                  <a:pt x="441" y="245"/>
                  <a:pt x="448" y="245"/>
                </a:cubicBezTo>
                <a:cubicBezTo>
                  <a:pt x="490" y="244"/>
                  <a:pt x="524" y="226"/>
                  <a:pt x="540" y="209"/>
                </a:cubicBezTo>
                <a:cubicBezTo>
                  <a:pt x="543" y="204"/>
                  <a:pt x="543" y="197"/>
                  <a:pt x="539" y="194"/>
                </a:cubicBezTo>
                <a:cubicBezTo>
                  <a:pt x="534" y="190"/>
                  <a:pt x="527" y="190"/>
                  <a:pt x="523" y="195"/>
                </a:cubicBezTo>
                <a:cubicBezTo>
                  <a:pt x="512" y="208"/>
                  <a:pt x="483" y="222"/>
                  <a:pt x="447" y="223"/>
                </a:cubicBezTo>
                <a:cubicBezTo>
                  <a:pt x="441" y="223"/>
                  <a:pt x="435" y="223"/>
                  <a:pt x="428" y="222"/>
                </a:cubicBezTo>
                <a:cubicBezTo>
                  <a:pt x="402" y="220"/>
                  <a:pt x="371" y="217"/>
                  <a:pt x="316" y="247"/>
                </a:cubicBezTo>
                <a:cubicBezTo>
                  <a:pt x="301" y="254"/>
                  <a:pt x="282" y="257"/>
                  <a:pt x="261" y="259"/>
                </a:cubicBezTo>
                <a:cubicBezTo>
                  <a:pt x="214" y="192"/>
                  <a:pt x="242" y="133"/>
                  <a:pt x="250" y="119"/>
                </a:cubicBezTo>
                <a:cubicBezTo>
                  <a:pt x="251" y="119"/>
                  <a:pt x="252" y="119"/>
                  <a:pt x="253" y="119"/>
                </a:cubicBezTo>
                <a:cubicBezTo>
                  <a:pt x="261" y="119"/>
                  <a:pt x="270" y="117"/>
                  <a:pt x="277" y="113"/>
                </a:cubicBezTo>
                <a:cubicBezTo>
                  <a:pt x="283" y="110"/>
                  <a:pt x="284" y="103"/>
                  <a:pt x="282" y="98"/>
                </a:cubicBezTo>
                <a:cubicBezTo>
                  <a:pt x="279" y="93"/>
                  <a:pt x="272" y="91"/>
                  <a:pt x="267" y="94"/>
                </a:cubicBezTo>
                <a:cubicBezTo>
                  <a:pt x="253" y="102"/>
                  <a:pt x="235" y="97"/>
                  <a:pt x="227" y="84"/>
                </a:cubicBezTo>
                <a:cubicBezTo>
                  <a:pt x="224" y="79"/>
                  <a:pt x="217" y="78"/>
                  <a:pt x="212" y="81"/>
                </a:cubicBezTo>
                <a:cubicBezTo>
                  <a:pt x="207" y="84"/>
                  <a:pt x="206" y="91"/>
                  <a:pt x="209" y="96"/>
                </a:cubicBezTo>
                <a:cubicBezTo>
                  <a:pt x="214" y="104"/>
                  <a:pt x="221" y="110"/>
                  <a:pt x="229" y="114"/>
                </a:cubicBezTo>
                <a:cubicBezTo>
                  <a:pt x="218" y="136"/>
                  <a:pt x="197" y="195"/>
                  <a:pt x="237" y="262"/>
                </a:cubicBezTo>
                <a:cubicBezTo>
                  <a:pt x="209" y="264"/>
                  <a:pt x="181" y="268"/>
                  <a:pt x="159" y="283"/>
                </a:cubicBezTo>
                <a:cubicBezTo>
                  <a:pt x="144" y="292"/>
                  <a:pt x="130" y="305"/>
                  <a:pt x="119" y="321"/>
                </a:cubicBezTo>
                <a:cubicBezTo>
                  <a:pt x="105" y="319"/>
                  <a:pt x="56" y="307"/>
                  <a:pt x="47" y="252"/>
                </a:cubicBezTo>
                <a:cubicBezTo>
                  <a:pt x="53" y="248"/>
                  <a:pt x="57" y="242"/>
                  <a:pt x="60" y="236"/>
                </a:cubicBezTo>
                <a:cubicBezTo>
                  <a:pt x="62" y="230"/>
                  <a:pt x="59" y="224"/>
                  <a:pt x="54" y="222"/>
                </a:cubicBezTo>
                <a:cubicBezTo>
                  <a:pt x="48" y="220"/>
                  <a:pt x="41" y="222"/>
                  <a:pt x="39" y="228"/>
                </a:cubicBezTo>
                <a:cubicBezTo>
                  <a:pt x="37" y="233"/>
                  <a:pt x="34" y="236"/>
                  <a:pt x="29" y="238"/>
                </a:cubicBezTo>
                <a:cubicBezTo>
                  <a:pt x="25" y="239"/>
                  <a:pt x="20" y="239"/>
                  <a:pt x="16" y="236"/>
                </a:cubicBezTo>
                <a:cubicBezTo>
                  <a:pt x="10" y="233"/>
                  <a:pt x="4" y="235"/>
                  <a:pt x="1" y="240"/>
                </a:cubicBezTo>
                <a:cubicBezTo>
                  <a:pt x="-2" y="245"/>
                  <a:pt x="0" y="252"/>
                  <a:pt x="5" y="255"/>
                </a:cubicBezTo>
                <a:cubicBezTo>
                  <a:pt x="11" y="258"/>
                  <a:pt x="18" y="260"/>
                  <a:pt x="24" y="260"/>
                </a:cubicBezTo>
                <a:cubicBezTo>
                  <a:pt x="25" y="260"/>
                  <a:pt x="26" y="260"/>
                  <a:pt x="26" y="260"/>
                </a:cubicBezTo>
                <a:cubicBezTo>
                  <a:pt x="37" y="311"/>
                  <a:pt x="78" y="334"/>
                  <a:pt x="107" y="340"/>
                </a:cubicBezTo>
                <a:cubicBezTo>
                  <a:pt x="103" y="349"/>
                  <a:pt x="101" y="357"/>
                  <a:pt x="100" y="366"/>
                </a:cubicBezTo>
                <a:cubicBezTo>
                  <a:pt x="99" y="372"/>
                  <a:pt x="104" y="377"/>
                  <a:pt x="110" y="377"/>
                </a:cubicBezTo>
                <a:lnTo>
                  <a:pt x="111" y="377"/>
                </a:lnTo>
                <a:cubicBezTo>
                  <a:pt x="116" y="377"/>
                  <a:pt x="121" y="373"/>
                  <a:pt x="121" y="368"/>
                </a:cubicBezTo>
                <a:cubicBezTo>
                  <a:pt x="124" y="342"/>
                  <a:pt x="148" y="315"/>
                  <a:pt x="170" y="301"/>
                </a:cubicBezTo>
                <a:cubicBezTo>
                  <a:pt x="191" y="287"/>
                  <a:pt x="221" y="285"/>
                  <a:pt x="250" y="282"/>
                </a:cubicBezTo>
                <a:cubicBezTo>
                  <a:pt x="278" y="279"/>
                  <a:pt x="305" y="277"/>
                  <a:pt x="326" y="266"/>
                </a:cubicBezTo>
                <a:moveTo>
                  <a:pt x="600" y="233"/>
                </a:moveTo>
                <a:cubicBezTo>
                  <a:pt x="597" y="239"/>
                  <a:pt x="599" y="245"/>
                  <a:pt x="604" y="248"/>
                </a:cubicBezTo>
                <a:cubicBezTo>
                  <a:pt x="606" y="249"/>
                  <a:pt x="608" y="249"/>
                  <a:pt x="609" y="249"/>
                </a:cubicBezTo>
                <a:cubicBezTo>
                  <a:pt x="613" y="249"/>
                  <a:pt x="617" y="247"/>
                  <a:pt x="619" y="244"/>
                </a:cubicBezTo>
                <a:cubicBezTo>
                  <a:pt x="619" y="243"/>
                  <a:pt x="658" y="170"/>
                  <a:pt x="585" y="121"/>
                </a:cubicBezTo>
                <a:cubicBezTo>
                  <a:pt x="580" y="118"/>
                  <a:pt x="574" y="119"/>
                  <a:pt x="570" y="124"/>
                </a:cubicBezTo>
                <a:cubicBezTo>
                  <a:pt x="567" y="129"/>
                  <a:pt x="568" y="136"/>
                  <a:pt x="573" y="139"/>
                </a:cubicBezTo>
                <a:cubicBezTo>
                  <a:pt x="630" y="177"/>
                  <a:pt x="601" y="231"/>
                  <a:pt x="600" y="233"/>
                </a:cubicBezTo>
                <a:moveTo>
                  <a:pt x="167" y="57"/>
                </a:moveTo>
                <a:cubicBezTo>
                  <a:pt x="198" y="14"/>
                  <a:pt x="240" y="29"/>
                  <a:pt x="242" y="29"/>
                </a:cubicBezTo>
                <a:cubicBezTo>
                  <a:pt x="248" y="31"/>
                  <a:pt x="254" y="29"/>
                  <a:pt x="256" y="23"/>
                </a:cubicBezTo>
                <a:cubicBezTo>
                  <a:pt x="258" y="18"/>
                  <a:pt x="255" y="11"/>
                  <a:pt x="250" y="9"/>
                </a:cubicBezTo>
                <a:cubicBezTo>
                  <a:pt x="229" y="2"/>
                  <a:pt x="182" y="-1"/>
                  <a:pt x="149" y="45"/>
                </a:cubicBezTo>
                <a:cubicBezTo>
                  <a:pt x="146" y="49"/>
                  <a:pt x="147" y="56"/>
                  <a:pt x="152" y="59"/>
                </a:cubicBezTo>
                <a:cubicBezTo>
                  <a:pt x="154" y="61"/>
                  <a:pt x="156" y="61"/>
                  <a:pt x="158" y="61"/>
                </a:cubicBezTo>
                <a:cubicBezTo>
                  <a:pt x="161" y="61"/>
                  <a:pt x="165" y="60"/>
                  <a:pt x="167" y="57"/>
                </a:cubicBezTo>
                <a:moveTo>
                  <a:pt x="437" y="21"/>
                </a:moveTo>
                <a:cubicBezTo>
                  <a:pt x="484" y="17"/>
                  <a:pt x="506" y="52"/>
                  <a:pt x="507" y="53"/>
                </a:cubicBezTo>
                <a:cubicBezTo>
                  <a:pt x="509" y="57"/>
                  <a:pt x="512" y="59"/>
                  <a:pt x="516" y="59"/>
                </a:cubicBezTo>
                <a:cubicBezTo>
                  <a:pt x="518" y="59"/>
                  <a:pt x="520" y="58"/>
                  <a:pt x="521" y="57"/>
                </a:cubicBezTo>
                <a:cubicBezTo>
                  <a:pt x="526" y="54"/>
                  <a:pt x="528" y="48"/>
                  <a:pt x="525" y="42"/>
                </a:cubicBezTo>
                <a:cubicBezTo>
                  <a:pt x="524" y="41"/>
                  <a:pt x="497" y="-5"/>
                  <a:pt x="435" y="0"/>
                </a:cubicBezTo>
                <a:cubicBezTo>
                  <a:pt x="429" y="0"/>
                  <a:pt x="425" y="5"/>
                  <a:pt x="425" y="11"/>
                </a:cubicBezTo>
                <a:cubicBezTo>
                  <a:pt x="426" y="17"/>
                  <a:pt x="431" y="22"/>
                  <a:pt x="437" y="21"/>
                </a:cubicBezTo>
                <a:moveTo>
                  <a:pt x="632" y="333"/>
                </a:moveTo>
                <a:cubicBezTo>
                  <a:pt x="627" y="332"/>
                  <a:pt x="621" y="336"/>
                  <a:pt x="620" y="342"/>
                </a:cubicBezTo>
                <a:cubicBezTo>
                  <a:pt x="620" y="343"/>
                  <a:pt x="617" y="379"/>
                  <a:pt x="580" y="391"/>
                </a:cubicBezTo>
                <a:cubicBezTo>
                  <a:pt x="574" y="393"/>
                  <a:pt x="571" y="400"/>
                  <a:pt x="573" y="406"/>
                </a:cubicBezTo>
                <a:cubicBezTo>
                  <a:pt x="574" y="410"/>
                  <a:pt x="578" y="413"/>
                  <a:pt x="583" y="413"/>
                </a:cubicBezTo>
                <a:cubicBezTo>
                  <a:pt x="584" y="413"/>
                  <a:pt x="585" y="413"/>
                  <a:pt x="586" y="412"/>
                </a:cubicBezTo>
                <a:cubicBezTo>
                  <a:pt x="637" y="395"/>
                  <a:pt x="641" y="346"/>
                  <a:pt x="642" y="344"/>
                </a:cubicBezTo>
                <a:cubicBezTo>
                  <a:pt x="642" y="338"/>
                  <a:pt x="638" y="333"/>
                  <a:pt x="632" y="333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24760" y="3345120"/>
            <a:ext cx="174600" cy="144000"/>
          </a:xfrm>
          <a:custGeom>
            <a:avLst/>
            <a:gdLst/>
            <a:ahLst/>
            <a:rect l="0" t="0" r="r" b="b"/>
            <a:pathLst>
              <a:path w="485" h="400">
                <a:moveTo>
                  <a:pt x="8" y="223"/>
                </a:moveTo>
                <a:cubicBezTo>
                  <a:pt x="7" y="229"/>
                  <a:pt x="10" y="235"/>
                  <a:pt x="16" y="236"/>
                </a:cubicBezTo>
                <a:cubicBezTo>
                  <a:pt x="17" y="236"/>
                  <a:pt x="18" y="236"/>
                  <a:pt x="19" y="236"/>
                </a:cubicBezTo>
                <a:cubicBezTo>
                  <a:pt x="23" y="236"/>
                  <a:pt x="28" y="233"/>
                  <a:pt x="29" y="229"/>
                </a:cubicBezTo>
                <a:cubicBezTo>
                  <a:pt x="33" y="213"/>
                  <a:pt x="49" y="204"/>
                  <a:pt x="64" y="207"/>
                </a:cubicBezTo>
                <a:cubicBezTo>
                  <a:pt x="70" y="208"/>
                  <a:pt x="75" y="204"/>
                  <a:pt x="77" y="199"/>
                </a:cubicBezTo>
                <a:cubicBezTo>
                  <a:pt x="78" y="193"/>
                  <a:pt x="74" y="187"/>
                  <a:pt x="68" y="186"/>
                </a:cubicBezTo>
                <a:cubicBezTo>
                  <a:pt x="59" y="184"/>
                  <a:pt x="50" y="185"/>
                  <a:pt x="42" y="188"/>
                </a:cubicBezTo>
                <a:cubicBezTo>
                  <a:pt x="17" y="145"/>
                  <a:pt x="22" y="104"/>
                  <a:pt x="22" y="103"/>
                </a:cubicBezTo>
                <a:cubicBezTo>
                  <a:pt x="23" y="97"/>
                  <a:pt x="18" y="92"/>
                  <a:pt x="13" y="91"/>
                </a:cubicBezTo>
                <a:cubicBezTo>
                  <a:pt x="7" y="90"/>
                  <a:pt x="2" y="94"/>
                  <a:pt x="1" y="100"/>
                </a:cubicBezTo>
                <a:cubicBezTo>
                  <a:pt x="0" y="102"/>
                  <a:pt x="-5" y="150"/>
                  <a:pt x="23" y="199"/>
                </a:cubicBezTo>
                <a:cubicBezTo>
                  <a:pt x="16" y="205"/>
                  <a:pt x="11" y="213"/>
                  <a:pt x="8" y="223"/>
                </a:cubicBezTo>
                <a:moveTo>
                  <a:pt x="246" y="170"/>
                </a:moveTo>
                <a:cubicBezTo>
                  <a:pt x="255" y="162"/>
                  <a:pt x="269" y="162"/>
                  <a:pt x="277" y="171"/>
                </a:cubicBezTo>
                <a:cubicBezTo>
                  <a:pt x="280" y="173"/>
                  <a:pt x="282" y="174"/>
                  <a:pt x="285" y="174"/>
                </a:cubicBezTo>
                <a:cubicBezTo>
                  <a:pt x="288" y="174"/>
                  <a:pt x="290" y="173"/>
                  <a:pt x="293" y="170"/>
                </a:cubicBezTo>
                <a:cubicBezTo>
                  <a:pt x="297" y="166"/>
                  <a:pt x="297" y="159"/>
                  <a:pt x="292" y="155"/>
                </a:cubicBezTo>
                <a:cubicBezTo>
                  <a:pt x="287" y="151"/>
                  <a:pt x="282" y="147"/>
                  <a:pt x="275" y="145"/>
                </a:cubicBezTo>
                <a:cubicBezTo>
                  <a:pt x="282" y="124"/>
                  <a:pt x="279" y="114"/>
                  <a:pt x="273" y="96"/>
                </a:cubicBezTo>
                <a:cubicBezTo>
                  <a:pt x="272" y="93"/>
                  <a:pt x="271" y="90"/>
                  <a:pt x="270" y="86"/>
                </a:cubicBezTo>
                <a:lnTo>
                  <a:pt x="269" y="82"/>
                </a:lnTo>
                <a:cubicBezTo>
                  <a:pt x="262" y="57"/>
                  <a:pt x="256" y="40"/>
                  <a:pt x="271" y="16"/>
                </a:cubicBezTo>
                <a:cubicBezTo>
                  <a:pt x="274" y="11"/>
                  <a:pt x="273" y="4"/>
                  <a:pt x="268" y="1"/>
                </a:cubicBezTo>
                <a:cubicBezTo>
                  <a:pt x="263" y="-2"/>
                  <a:pt x="256" y="0"/>
                  <a:pt x="253" y="5"/>
                </a:cubicBezTo>
                <a:cubicBezTo>
                  <a:pt x="233" y="37"/>
                  <a:pt x="241" y="61"/>
                  <a:pt x="249" y="90"/>
                </a:cubicBezTo>
                <a:lnTo>
                  <a:pt x="250" y="92"/>
                </a:lnTo>
                <a:cubicBezTo>
                  <a:pt x="251" y="96"/>
                  <a:pt x="252" y="100"/>
                  <a:pt x="253" y="103"/>
                </a:cubicBezTo>
                <a:cubicBezTo>
                  <a:pt x="258" y="119"/>
                  <a:pt x="260" y="124"/>
                  <a:pt x="253" y="144"/>
                </a:cubicBezTo>
                <a:cubicBezTo>
                  <a:pt x="246" y="146"/>
                  <a:pt x="238" y="149"/>
                  <a:pt x="232" y="155"/>
                </a:cubicBezTo>
                <a:cubicBezTo>
                  <a:pt x="228" y="159"/>
                  <a:pt x="227" y="166"/>
                  <a:pt x="231" y="170"/>
                </a:cubicBezTo>
                <a:cubicBezTo>
                  <a:pt x="235" y="174"/>
                  <a:pt x="242" y="174"/>
                  <a:pt x="246" y="170"/>
                </a:cubicBezTo>
                <a:moveTo>
                  <a:pt x="383" y="107"/>
                </a:moveTo>
                <a:cubicBezTo>
                  <a:pt x="389" y="107"/>
                  <a:pt x="396" y="105"/>
                  <a:pt x="401" y="103"/>
                </a:cubicBezTo>
                <a:cubicBezTo>
                  <a:pt x="407" y="100"/>
                  <a:pt x="409" y="94"/>
                  <a:pt x="407" y="88"/>
                </a:cubicBezTo>
                <a:cubicBezTo>
                  <a:pt x="404" y="82"/>
                  <a:pt x="398" y="80"/>
                  <a:pt x="392" y="82"/>
                </a:cubicBezTo>
                <a:cubicBezTo>
                  <a:pt x="382" y="88"/>
                  <a:pt x="367" y="83"/>
                  <a:pt x="362" y="73"/>
                </a:cubicBezTo>
                <a:cubicBezTo>
                  <a:pt x="359" y="67"/>
                  <a:pt x="353" y="66"/>
                  <a:pt x="347" y="68"/>
                </a:cubicBezTo>
                <a:cubicBezTo>
                  <a:pt x="342" y="71"/>
                  <a:pt x="340" y="78"/>
                  <a:pt x="343" y="83"/>
                </a:cubicBezTo>
                <a:cubicBezTo>
                  <a:pt x="347" y="91"/>
                  <a:pt x="353" y="97"/>
                  <a:pt x="359" y="100"/>
                </a:cubicBezTo>
                <a:cubicBezTo>
                  <a:pt x="348" y="128"/>
                  <a:pt x="354" y="158"/>
                  <a:pt x="360" y="173"/>
                </a:cubicBezTo>
                <a:cubicBezTo>
                  <a:pt x="361" y="178"/>
                  <a:pt x="365" y="181"/>
                  <a:pt x="370" y="181"/>
                </a:cubicBezTo>
                <a:cubicBezTo>
                  <a:pt x="371" y="181"/>
                  <a:pt x="373" y="181"/>
                  <a:pt x="374" y="180"/>
                </a:cubicBezTo>
                <a:cubicBezTo>
                  <a:pt x="380" y="178"/>
                  <a:pt x="383" y="172"/>
                  <a:pt x="381" y="167"/>
                </a:cubicBezTo>
                <a:cubicBezTo>
                  <a:pt x="377" y="156"/>
                  <a:pt x="369" y="129"/>
                  <a:pt x="381" y="106"/>
                </a:cubicBezTo>
                <a:cubicBezTo>
                  <a:pt x="382" y="106"/>
                  <a:pt x="382" y="107"/>
                  <a:pt x="383" y="107"/>
                </a:cubicBezTo>
                <a:moveTo>
                  <a:pt x="485" y="308"/>
                </a:moveTo>
                <a:cubicBezTo>
                  <a:pt x="485" y="302"/>
                  <a:pt x="480" y="297"/>
                  <a:pt x="474" y="298"/>
                </a:cubicBezTo>
                <a:cubicBezTo>
                  <a:pt x="452" y="299"/>
                  <a:pt x="434" y="283"/>
                  <a:pt x="433" y="261"/>
                </a:cubicBezTo>
                <a:cubicBezTo>
                  <a:pt x="432" y="256"/>
                  <a:pt x="427" y="251"/>
                  <a:pt x="421" y="252"/>
                </a:cubicBezTo>
                <a:cubicBezTo>
                  <a:pt x="415" y="252"/>
                  <a:pt x="411" y="257"/>
                  <a:pt x="411" y="263"/>
                </a:cubicBezTo>
                <a:cubicBezTo>
                  <a:pt x="412" y="275"/>
                  <a:pt x="417" y="287"/>
                  <a:pt x="424" y="296"/>
                </a:cubicBezTo>
                <a:cubicBezTo>
                  <a:pt x="407" y="316"/>
                  <a:pt x="385" y="322"/>
                  <a:pt x="372" y="323"/>
                </a:cubicBezTo>
                <a:cubicBezTo>
                  <a:pt x="360" y="325"/>
                  <a:pt x="350" y="324"/>
                  <a:pt x="339" y="322"/>
                </a:cubicBezTo>
                <a:cubicBezTo>
                  <a:pt x="329" y="321"/>
                  <a:pt x="317" y="320"/>
                  <a:pt x="303" y="320"/>
                </a:cubicBezTo>
                <a:cubicBezTo>
                  <a:pt x="303" y="314"/>
                  <a:pt x="301" y="305"/>
                  <a:pt x="296" y="298"/>
                </a:cubicBezTo>
                <a:cubicBezTo>
                  <a:pt x="293" y="293"/>
                  <a:pt x="287" y="291"/>
                  <a:pt x="282" y="294"/>
                </a:cubicBezTo>
                <a:cubicBezTo>
                  <a:pt x="277" y="298"/>
                  <a:pt x="275" y="304"/>
                  <a:pt x="278" y="309"/>
                </a:cubicBezTo>
                <a:cubicBezTo>
                  <a:pt x="281" y="314"/>
                  <a:pt x="282" y="321"/>
                  <a:pt x="282" y="325"/>
                </a:cubicBezTo>
                <a:cubicBezTo>
                  <a:pt x="271" y="328"/>
                  <a:pt x="262" y="334"/>
                  <a:pt x="253" y="340"/>
                </a:cubicBezTo>
                <a:cubicBezTo>
                  <a:pt x="238" y="349"/>
                  <a:pt x="227" y="357"/>
                  <a:pt x="209" y="353"/>
                </a:cubicBezTo>
                <a:cubicBezTo>
                  <a:pt x="193" y="349"/>
                  <a:pt x="176" y="349"/>
                  <a:pt x="163" y="351"/>
                </a:cubicBezTo>
                <a:cubicBezTo>
                  <a:pt x="161" y="345"/>
                  <a:pt x="157" y="339"/>
                  <a:pt x="152" y="334"/>
                </a:cubicBezTo>
                <a:cubicBezTo>
                  <a:pt x="148" y="330"/>
                  <a:pt x="141" y="330"/>
                  <a:pt x="137" y="334"/>
                </a:cubicBezTo>
                <a:cubicBezTo>
                  <a:pt x="133" y="339"/>
                  <a:pt x="133" y="345"/>
                  <a:pt x="137" y="349"/>
                </a:cubicBezTo>
                <a:cubicBezTo>
                  <a:pt x="139" y="351"/>
                  <a:pt x="141" y="354"/>
                  <a:pt x="142" y="356"/>
                </a:cubicBezTo>
                <a:cubicBezTo>
                  <a:pt x="118" y="366"/>
                  <a:pt x="107" y="382"/>
                  <a:pt x="106" y="383"/>
                </a:cubicBezTo>
                <a:cubicBezTo>
                  <a:pt x="103" y="388"/>
                  <a:pt x="104" y="394"/>
                  <a:pt x="108" y="398"/>
                </a:cubicBezTo>
                <a:cubicBezTo>
                  <a:pt x="110" y="399"/>
                  <a:pt x="113" y="400"/>
                  <a:pt x="115" y="400"/>
                </a:cubicBezTo>
                <a:cubicBezTo>
                  <a:pt x="118" y="400"/>
                  <a:pt x="121" y="398"/>
                  <a:pt x="123" y="395"/>
                </a:cubicBezTo>
                <a:cubicBezTo>
                  <a:pt x="123" y="395"/>
                  <a:pt x="135" y="379"/>
                  <a:pt x="158" y="373"/>
                </a:cubicBezTo>
                <a:cubicBezTo>
                  <a:pt x="170" y="370"/>
                  <a:pt x="187" y="370"/>
                  <a:pt x="204" y="374"/>
                </a:cubicBezTo>
                <a:cubicBezTo>
                  <a:pt x="209" y="375"/>
                  <a:pt x="213" y="375"/>
                  <a:pt x="217" y="375"/>
                </a:cubicBezTo>
                <a:cubicBezTo>
                  <a:pt x="219" y="380"/>
                  <a:pt x="220" y="386"/>
                  <a:pt x="220" y="388"/>
                </a:cubicBezTo>
                <a:cubicBezTo>
                  <a:pt x="220" y="393"/>
                  <a:pt x="225" y="398"/>
                  <a:pt x="231" y="398"/>
                </a:cubicBezTo>
                <a:cubicBezTo>
                  <a:pt x="237" y="397"/>
                  <a:pt x="242" y="392"/>
                  <a:pt x="241" y="386"/>
                </a:cubicBezTo>
                <a:cubicBezTo>
                  <a:pt x="241" y="385"/>
                  <a:pt x="241" y="379"/>
                  <a:pt x="239" y="372"/>
                </a:cubicBezTo>
                <a:cubicBezTo>
                  <a:pt x="248" y="368"/>
                  <a:pt x="257" y="363"/>
                  <a:pt x="265" y="357"/>
                </a:cubicBezTo>
                <a:cubicBezTo>
                  <a:pt x="277" y="350"/>
                  <a:pt x="289" y="342"/>
                  <a:pt x="304" y="342"/>
                </a:cubicBezTo>
                <a:cubicBezTo>
                  <a:pt x="316" y="341"/>
                  <a:pt x="327" y="342"/>
                  <a:pt x="337" y="343"/>
                </a:cubicBezTo>
                <a:cubicBezTo>
                  <a:pt x="347" y="345"/>
                  <a:pt x="357" y="345"/>
                  <a:pt x="368" y="345"/>
                </a:cubicBezTo>
                <a:cubicBezTo>
                  <a:pt x="370" y="350"/>
                  <a:pt x="370" y="357"/>
                  <a:pt x="369" y="360"/>
                </a:cubicBezTo>
                <a:cubicBezTo>
                  <a:pt x="369" y="366"/>
                  <a:pt x="374" y="371"/>
                  <a:pt x="380" y="372"/>
                </a:cubicBezTo>
                <a:lnTo>
                  <a:pt x="381" y="372"/>
                </a:lnTo>
                <a:cubicBezTo>
                  <a:pt x="386" y="372"/>
                  <a:pt x="391" y="368"/>
                  <a:pt x="391" y="362"/>
                </a:cubicBezTo>
                <a:cubicBezTo>
                  <a:pt x="392" y="361"/>
                  <a:pt x="393" y="352"/>
                  <a:pt x="390" y="342"/>
                </a:cubicBezTo>
                <a:cubicBezTo>
                  <a:pt x="406" y="337"/>
                  <a:pt x="424" y="329"/>
                  <a:pt x="440" y="310"/>
                </a:cubicBezTo>
                <a:cubicBezTo>
                  <a:pt x="449" y="316"/>
                  <a:pt x="460" y="319"/>
                  <a:pt x="471" y="319"/>
                </a:cubicBezTo>
                <a:cubicBezTo>
                  <a:pt x="473" y="319"/>
                  <a:pt x="474" y="319"/>
                  <a:pt x="475" y="319"/>
                </a:cubicBezTo>
                <a:cubicBezTo>
                  <a:pt x="481" y="319"/>
                  <a:pt x="486" y="314"/>
                  <a:pt x="485" y="308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47720" y="2673720"/>
            <a:ext cx="5580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Auto-classifies department and scores priority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065240" y="3245400"/>
            <a:ext cx="11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NayakAI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47720" y="3654720"/>
            <a:ext cx="3693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AI assistant for elected leaders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796680" y="4851360"/>
            <a:ext cx="114480" cy="105480"/>
          </a:xfrm>
          <a:custGeom>
            <a:avLst/>
            <a:gdLst/>
            <a:ahLst/>
            <a:rect l="0" t="0" r="r" b="b"/>
            <a:pathLst>
              <a:path w="318" h="293">
                <a:moveTo>
                  <a:pt x="160" y="0"/>
                </a:moveTo>
                <a:cubicBezTo>
                  <a:pt x="195" y="0"/>
                  <a:pt x="318" y="92"/>
                  <a:pt x="318" y="207"/>
                </a:cubicBezTo>
                <a:cubicBezTo>
                  <a:pt x="318" y="322"/>
                  <a:pt x="0" y="322"/>
                  <a:pt x="0" y="207"/>
                </a:cubicBezTo>
                <a:cubicBezTo>
                  <a:pt x="0" y="92"/>
                  <a:pt x="123" y="0"/>
                  <a:pt x="160" y="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94160" y="4717800"/>
            <a:ext cx="204480" cy="204480"/>
          </a:xfrm>
          <a:custGeom>
            <a:avLst/>
            <a:gdLst/>
            <a:ahLst/>
            <a:rect l="0" t="0" r="r" b="b"/>
            <a:pathLst>
              <a:path w="568" h="568">
                <a:moveTo>
                  <a:pt x="119" y="450"/>
                </a:moveTo>
                <a:cubicBezTo>
                  <a:pt x="307" y="638"/>
                  <a:pt x="489" y="560"/>
                  <a:pt x="547" y="502"/>
                </a:cubicBezTo>
                <a:cubicBezTo>
                  <a:pt x="604" y="445"/>
                  <a:pt x="543" y="291"/>
                  <a:pt x="411" y="158"/>
                </a:cubicBezTo>
                <a:cubicBezTo>
                  <a:pt x="277" y="25"/>
                  <a:pt x="123" y="-36"/>
                  <a:pt x="66" y="22"/>
                </a:cubicBezTo>
                <a:cubicBezTo>
                  <a:pt x="9" y="79"/>
                  <a:pt x="-70" y="261"/>
                  <a:pt x="119" y="45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810000" y="4717800"/>
            <a:ext cx="188640" cy="188640"/>
          </a:xfrm>
          <a:custGeom>
            <a:avLst/>
            <a:gdLst/>
            <a:ahLst/>
            <a:rect l="0" t="0" r="r" b="b"/>
            <a:pathLst>
              <a:path w="524" h="524">
                <a:moveTo>
                  <a:pt x="158" y="367"/>
                </a:moveTo>
                <a:cubicBezTo>
                  <a:pt x="290" y="499"/>
                  <a:pt x="444" y="560"/>
                  <a:pt x="502" y="502"/>
                </a:cubicBezTo>
                <a:cubicBezTo>
                  <a:pt x="559" y="445"/>
                  <a:pt x="498" y="291"/>
                  <a:pt x="366" y="158"/>
                </a:cubicBezTo>
                <a:cubicBezTo>
                  <a:pt x="233" y="25"/>
                  <a:pt x="78" y="-36"/>
                  <a:pt x="21" y="22"/>
                </a:cubicBezTo>
                <a:cubicBezTo>
                  <a:pt x="-36" y="79"/>
                  <a:pt x="24" y="234"/>
                  <a:pt x="158" y="367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871200" y="4771800"/>
            <a:ext cx="73440" cy="73080"/>
          </a:xfrm>
          <a:custGeom>
            <a:avLst/>
            <a:gdLst/>
            <a:ahLst/>
            <a:rect l="0" t="0" r="r" b="b"/>
            <a:pathLst>
              <a:path w="204" h="203">
                <a:moveTo>
                  <a:pt x="197" y="8"/>
                </a:moveTo>
                <a:cubicBezTo>
                  <a:pt x="206" y="17"/>
                  <a:pt x="206" y="32"/>
                  <a:pt x="197" y="42"/>
                </a:cubicBezTo>
                <a:lnTo>
                  <a:pt x="42" y="197"/>
                </a:lnTo>
                <a:cubicBezTo>
                  <a:pt x="32" y="206"/>
                  <a:pt x="17" y="206"/>
                  <a:pt x="7" y="197"/>
                </a:cubicBezTo>
                <a:cubicBezTo>
                  <a:pt x="-2" y="187"/>
                  <a:pt x="-2" y="171"/>
                  <a:pt x="7" y="162"/>
                </a:cubicBezTo>
                <a:lnTo>
                  <a:pt x="163" y="8"/>
                </a:lnTo>
                <a:cubicBezTo>
                  <a:pt x="172" y="-2"/>
                  <a:pt x="187" y="-2"/>
                  <a:pt x="197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924120" y="4757040"/>
            <a:ext cx="35280" cy="35640"/>
          </a:xfrm>
          <a:custGeom>
            <a:avLst/>
            <a:gdLst/>
            <a:ahLst/>
            <a:rect l="0" t="0" r="r" b="b"/>
            <a:pathLst>
              <a:path w="98" h="99">
                <a:moveTo>
                  <a:pt x="83" y="14"/>
                </a:moveTo>
                <a:cubicBezTo>
                  <a:pt x="102" y="33"/>
                  <a:pt x="102" y="64"/>
                  <a:pt x="83" y="84"/>
                </a:cubicBezTo>
                <a:cubicBezTo>
                  <a:pt x="63" y="103"/>
                  <a:pt x="32" y="103"/>
                  <a:pt x="14" y="84"/>
                </a:cubicBezTo>
                <a:cubicBezTo>
                  <a:pt x="-5" y="64"/>
                  <a:pt x="-5" y="33"/>
                  <a:pt x="14" y="14"/>
                </a:cubicBezTo>
                <a:cubicBezTo>
                  <a:pt x="32" y="-5"/>
                  <a:pt x="63" y="-5"/>
                  <a:pt x="83" y="14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931320" y="4721760"/>
            <a:ext cx="65160" cy="65160"/>
          </a:xfrm>
          <a:custGeom>
            <a:avLst/>
            <a:gdLst/>
            <a:ahLst/>
            <a:rect l="0" t="0" r="r" b="b"/>
            <a:pathLst>
              <a:path w="181" h="181">
                <a:moveTo>
                  <a:pt x="158" y="181"/>
                </a:moveTo>
                <a:cubicBezTo>
                  <a:pt x="147" y="180"/>
                  <a:pt x="138" y="170"/>
                  <a:pt x="138" y="158"/>
                </a:cubicBezTo>
                <a:cubicBezTo>
                  <a:pt x="138" y="158"/>
                  <a:pt x="140" y="112"/>
                  <a:pt x="105" y="77"/>
                </a:cubicBezTo>
                <a:cubicBezTo>
                  <a:pt x="70" y="42"/>
                  <a:pt x="24" y="44"/>
                  <a:pt x="24" y="44"/>
                </a:cubicBezTo>
                <a:cubicBezTo>
                  <a:pt x="12" y="44"/>
                  <a:pt x="1" y="34"/>
                  <a:pt x="0" y="23"/>
                </a:cubicBezTo>
                <a:cubicBezTo>
                  <a:pt x="0" y="11"/>
                  <a:pt x="10" y="1"/>
                  <a:pt x="21" y="0"/>
                </a:cubicBezTo>
                <a:cubicBezTo>
                  <a:pt x="24" y="0"/>
                  <a:pt x="86" y="-2"/>
                  <a:pt x="135" y="47"/>
                </a:cubicBezTo>
                <a:cubicBezTo>
                  <a:pt x="183" y="96"/>
                  <a:pt x="181" y="158"/>
                  <a:pt x="181" y="161"/>
                </a:cubicBezTo>
                <a:cubicBezTo>
                  <a:pt x="180" y="172"/>
                  <a:pt x="171" y="181"/>
                  <a:pt x="160" y="181"/>
                </a:cubicBezTo>
                <a:lnTo>
                  <a:pt x="158" y="181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934200" y="4691880"/>
            <a:ext cx="91080" cy="90720"/>
          </a:xfrm>
          <a:custGeom>
            <a:avLst/>
            <a:gdLst/>
            <a:ahLst/>
            <a:rect l="0" t="0" r="r" b="b"/>
            <a:pathLst>
              <a:path w="253" h="252">
                <a:moveTo>
                  <a:pt x="228" y="252"/>
                </a:moveTo>
                <a:cubicBezTo>
                  <a:pt x="226" y="252"/>
                  <a:pt x="224" y="251"/>
                  <a:pt x="221" y="251"/>
                </a:cubicBezTo>
                <a:cubicBezTo>
                  <a:pt x="210" y="247"/>
                  <a:pt x="204" y="235"/>
                  <a:pt x="208" y="224"/>
                </a:cubicBezTo>
                <a:cubicBezTo>
                  <a:pt x="209" y="221"/>
                  <a:pt x="227" y="162"/>
                  <a:pt x="161" y="96"/>
                </a:cubicBezTo>
                <a:cubicBezTo>
                  <a:pt x="95" y="29"/>
                  <a:pt x="30" y="44"/>
                  <a:pt x="27" y="45"/>
                </a:cubicBezTo>
                <a:cubicBezTo>
                  <a:pt x="16" y="48"/>
                  <a:pt x="4" y="41"/>
                  <a:pt x="1" y="29"/>
                </a:cubicBezTo>
                <a:cubicBezTo>
                  <a:pt x="-2" y="18"/>
                  <a:pt x="5" y="7"/>
                  <a:pt x="16" y="3"/>
                </a:cubicBezTo>
                <a:cubicBezTo>
                  <a:pt x="20" y="2"/>
                  <a:pt x="107" y="-19"/>
                  <a:pt x="192" y="65"/>
                </a:cubicBezTo>
                <a:cubicBezTo>
                  <a:pt x="277" y="152"/>
                  <a:pt x="250" y="234"/>
                  <a:pt x="248" y="238"/>
                </a:cubicBezTo>
                <a:cubicBezTo>
                  <a:pt x="245" y="246"/>
                  <a:pt x="237" y="252"/>
                  <a:pt x="228" y="252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796680" y="4922280"/>
            <a:ext cx="114480" cy="34560"/>
          </a:xfrm>
          <a:custGeom>
            <a:avLst/>
            <a:gdLst/>
            <a:ahLst/>
            <a:rect l="0" t="0" r="r" b="b"/>
            <a:pathLst>
              <a:path w="318" h="96">
                <a:moveTo>
                  <a:pt x="163" y="37"/>
                </a:moveTo>
                <a:cubicBezTo>
                  <a:pt x="100" y="37"/>
                  <a:pt x="44" y="23"/>
                  <a:pt x="1" y="0"/>
                </a:cubicBezTo>
                <a:cubicBezTo>
                  <a:pt x="1" y="3"/>
                  <a:pt x="0" y="6"/>
                  <a:pt x="0" y="9"/>
                </a:cubicBezTo>
                <a:cubicBezTo>
                  <a:pt x="0" y="125"/>
                  <a:pt x="318" y="125"/>
                  <a:pt x="318" y="9"/>
                </a:cubicBezTo>
                <a:cubicBezTo>
                  <a:pt x="318" y="8"/>
                  <a:pt x="318" y="6"/>
                  <a:pt x="318" y="4"/>
                </a:cubicBezTo>
                <a:cubicBezTo>
                  <a:pt x="275" y="25"/>
                  <a:pt x="222" y="37"/>
                  <a:pt x="163" y="37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47720" y="4073760"/>
            <a:ext cx="7167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Morning brief, Q&amp;A, document summarizer, speech drafter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065240" y="4636080"/>
            <a:ext cx="1812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SentinelPulse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47720" y="5055120"/>
            <a:ext cx="3756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Ward-level sentiment heatmap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47720" y="5464440"/>
            <a:ext cx="4727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Alerts leaders when mood turns critical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52400" y="1590480"/>
            <a:ext cx="1571760" cy="533880"/>
          </a:xfrm>
          <a:custGeom>
            <a:avLst/>
            <a:gdLst/>
            <a:ahLst/>
            <a:rect l="0" t="0" r="r" b="b"/>
            <a:pathLst>
              <a:path w="4366" h="1483">
                <a:moveTo>
                  <a:pt x="0" y="0"/>
                </a:moveTo>
                <a:lnTo>
                  <a:pt x="4366" y="0"/>
                </a:lnTo>
                <a:lnTo>
                  <a:pt x="436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323800" y="1590480"/>
            <a:ext cx="4172400" cy="533880"/>
          </a:xfrm>
          <a:custGeom>
            <a:avLst/>
            <a:gdLst/>
            <a:ahLst/>
            <a:rect l="0" t="0" r="r" b="b"/>
            <a:pathLst>
              <a:path w="11590" h="1483">
                <a:moveTo>
                  <a:pt x="0" y="0"/>
                </a:moveTo>
                <a:lnTo>
                  <a:pt x="11590" y="0"/>
                </a:lnTo>
                <a:lnTo>
                  <a:pt x="1159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52400" y="2124000"/>
            <a:ext cx="1571760" cy="543240"/>
          </a:xfrm>
          <a:custGeom>
            <a:avLst/>
            <a:gdLst/>
            <a:ahLst/>
            <a:rect l="0" t="0" r="r" b="b"/>
            <a:pathLst>
              <a:path w="4366" h="1509">
                <a:moveTo>
                  <a:pt x="0" y="0"/>
                </a:moveTo>
                <a:lnTo>
                  <a:pt x="4366" y="0"/>
                </a:lnTo>
                <a:lnTo>
                  <a:pt x="43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323800" y="2124000"/>
            <a:ext cx="4172400" cy="543240"/>
          </a:xfrm>
          <a:custGeom>
            <a:avLst/>
            <a:gdLst/>
            <a:ahLst/>
            <a:rect l="0" t="0" r="r" b="b"/>
            <a:pathLst>
              <a:path w="11590" h="1509">
                <a:moveTo>
                  <a:pt x="0" y="0"/>
                </a:moveTo>
                <a:lnTo>
                  <a:pt x="11590" y="0"/>
                </a:lnTo>
                <a:lnTo>
                  <a:pt x="1159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52400" y="2666880"/>
            <a:ext cx="1571760" cy="533520"/>
          </a:xfrm>
          <a:custGeom>
            <a:avLst/>
            <a:gdLst/>
            <a:ahLst/>
            <a:rect l="0" t="0" r="r" b="b"/>
            <a:pathLst>
              <a:path w="4366" h="1482">
                <a:moveTo>
                  <a:pt x="0" y="0"/>
                </a:moveTo>
                <a:lnTo>
                  <a:pt x="4366" y="0"/>
                </a:lnTo>
                <a:lnTo>
                  <a:pt x="43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323800" y="2666880"/>
            <a:ext cx="4172400" cy="533520"/>
          </a:xfrm>
          <a:custGeom>
            <a:avLst/>
            <a:gdLst/>
            <a:ahLst/>
            <a:rect l="0" t="0" r="r" b="b"/>
            <a:pathLst>
              <a:path w="11590" h="1482">
                <a:moveTo>
                  <a:pt x="0" y="0"/>
                </a:moveTo>
                <a:lnTo>
                  <a:pt x="11590" y="0"/>
                </a:lnTo>
                <a:lnTo>
                  <a:pt x="1159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52400" y="3200040"/>
            <a:ext cx="1571760" cy="543600"/>
          </a:xfrm>
          <a:custGeom>
            <a:avLst/>
            <a:gdLst/>
            <a:ahLst/>
            <a:rect l="0" t="0" r="r" b="b"/>
            <a:pathLst>
              <a:path w="4366" h="1510">
                <a:moveTo>
                  <a:pt x="0" y="0"/>
                </a:moveTo>
                <a:lnTo>
                  <a:pt x="4366" y="0"/>
                </a:lnTo>
                <a:lnTo>
                  <a:pt x="436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323800" y="3200040"/>
            <a:ext cx="4172400" cy="543600"/>
          </a:xfrm>
          <a:custGeom>
            <a:avLst/>
            <a:gdLst/>
            <a:ahLst/>
            <a:rect l="0" t="0" r="r" b="b"/>
            <a:pathLst>
              <a:path w="11590" h="1510">
                <a:moveTo>
                  <a:pt x="0" y="0"/>
                </a:moveTo>
                <a:lnTo>
                  <a:pt x="11590" y="0"/>
                </a:lnTo>
                <a:lnTo>
                  <a:pt x="1159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52400" y="3743280"/>
            <a:ext cx="1571760" cy="533520"/>
          </a:xfrm>
          <a:custGeom>
            <a:avLst/>
            <a:gdLst/>
            <a:ahLst/>
            <a:rect l="0" t="0" r="r" b="b"/>
            <a:pathLst>
              <a:path w="4366" h="1482">
                <a:moveTo>
                  <a:pt x="0" y="0"/>
                </a:moveTo>
                <a:lnTo>
                  <a:pt x="4366" y="0"/>
                </a:lnTo>
                <a:lnTo>
                  <a:pt x="43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323800" y="3743280"/>
            <a:ext cx="4172400" cy="533520"/>
          </a:xfrm>
          <a:custGeom>
            <a:avLst/>
            <a:gdLst/>
            <a:ahLst/>
            <a:rect l="0" t="0" r="r" b="b"/>
            <a:pathLst>
              <a:path w="11590" h="1482">
                <a:moveTo>
                  <a:pt x="0" y="0"/>
                </a:moveTo>
                <a:lnTo>
                  <a:pt x="11590" y="0"/>
                </a:lnTo>
                <a:lnTo>
                  <a:pt x="1159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52400" y="4276440"/>
            <a:ext cx="1571760" cy="543240"/>
          </a:xfrm>
          <a:custGeom>
            <a:avLst/>
            <a:gdLst/>
            <a:ahLst/>
            <a:rect l="0" t="0" r="r" b="b"/>
            <a:pathLst>
              <a:path w="4366" h="1509">
                <a:moveTo>
                  <a:pt x="0" y="0"/>
                </a:moveTo>
                <a:lnTo>
                  <a:pt x="4366" y="0"/>
                </a:lnTo>
                <a:lnTo>
                  <a:pt x="43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323800" y="4276440"/>
            <a:ext cx="4172400" cy="543240"/>
          </a:xfrm>
          <a:custGeom>
            <a:avLst/>
            <a:gdLst/>
            <a:ahLst/>
            <a:rect l="0" t="0" r="r" b="b"/>
            <a:pathLst>
              <a:path w="11590" h="1509">
                <a:moveTo>
                  <a:pt x="0" y="0"/>
                </a:moveTo>
                <a:lnTo>
                  <a:pt x="11590" y="0"/>
                </a:lnTo>
                <a:lnTo>
                  <a:pt x="1159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52400" y="4819320"/>
            <a:ext cx="1571760" cy="533880"/>
          </a:xfrm>
          <a:custGeom>
            <a:avLst/>
            <a:gdLst/>
            <a:ahLst/>
            <a:rect l="0" t="0" r="r" b="b"/>
            <a:pathLst>
              <a:path w="4366" h="1483">
                <a:moveTo>
                  <a:pt x="0" y="0"/>
                </a:moveTo>
                <a:lnTo>
                  <a:pt x="4366" y="0"/>
                </a:lnTo>
                <a:lnTo>
                  <a:pt x="436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323800" y="4819320"/>
            <a:ext cx="4172400" cy="533880"/>
          </a:xfrm>
          <a:custGeom>
            <a:avLst/>
            <a:gdLst/>
            <a:ahLst/>
            <a:rect l="0" t="0" r="r" b="b"/>
            <a:pathLst>
              <a:path w="11590" h="1483">
                <a:moveTo>
                  <a:pt x="0" y="0"/>
                </a:moveTo>
                <a:lnTo>
                  <a:pt x="11590" y="0"/>
                </a:lnTo>
                <a:lnTo>
                  <a:pt x="1159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2400" y="5352840"/>
            <a:ext cx="1571760" cy="543240"/>
          </a:xfrm>
          <a:custGeom>
            <a:avLst/>
            <a:gdLst/>
            <a:ahLst/>
            <a:rect l="0" t="0" r="r" b="b"/>
            <a:pathLst>
              <a:path w="4366" h="1509">
                <a:moveTo>
                  <a:pt x="0" y="0"/>
                </a:moveTo>
                <a:lnTo>
                  <a:pt x="4366" y="0"/>
                </a:lnTo>
                <a:lnTo>
                  <a:pt x="43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323800" y="5352840"/>
            <a:ext cx="4172400" cy="543240"/>
          </a:xfrm>
          <a:custGeom>
            <a:avLst/>
            <a:gdLst/>
            <a:ahLst/>
            <a:rect l="0" t="0" r="r" b="b"/>
            <a:pathLst>
              <a:path w="11590" h="1509">
                <a:moveTo>
                  <a:pt x="0" y="0"/>
                </a:moveTo>
                <a:lnTo>
                  <a:pt x="11590" y="0"/>
                </a:lnTo>
                <a:lnTo>
                  <a:pt x="1159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5240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52400" y="158112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323800" y="15811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333520" y="1581120"/>
            <a:ext cx="4162680" cy="9720"/>
          </a:xfrm>
          <a:custGeom>
            <a:avLst/>
            <a:gdLst/>
            <a:ahLst/>
            <a:rect l="0" t="0" r="r" b="b"/>
            <a:pathLst>
              <a:path w="11563" h="27">
                <a:moveTo>
                  <a:pt x="0" y="0"/>
                </a:moveTo>
                <a:lnTo>
                  <a:pt x="11563" y="0"/>
                </a:lnTo>
                <a:lnTo>
                  <a:pt x="11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48648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52400" y="212400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333520" y="2124000"/>
            <a:ext cx="4162680" cy="9720"/>
          </a:xfrm>
          <a:custGeom>
            <a:avLst/>
            <a:gdLst/>
            <a:ahLst/>
            <a:rect l="0" t="0" r="r" b="b"/>
            <a:pathLst>
              <a:path w="11563" h="27">
                <a:moveTo>
                  <a:pt x="0" y="0"/>
                </a:moveTo>
                <a:lnTo>
                  <a:pt x="11563" y="0"/>
                </a:lnTo>
                <a:lnTo>
                  <a:pt x="11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52400" y="21333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323800" y="21333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486480" y="21333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52400" y="2666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752400" y="265716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323800" y="2666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333520" y="2657160"/>
            <a:ext cx="4162680" cy="10080"/>
          </a:xfrm>
          <a:custGeom>
            <a:avLst/>
            <a:gdLst/>
            <a:ahLst/>
            <a:rect l="0" t="0" r="r" b="b"/>
            <a:pathLst>
              <a:path w="11563" h="28">
                <a:moveTo>
                  <a:pt x="0" y="0"/>
                </a:moveTo>
                <a:lnTo>
                  <a:pt x="11563" y="0"/>
                </a:lnTo>
                <a:lnTo>
                  <a:pt x="11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486480" y="2666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752400" y="32097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52400" y="320004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323800" y="32097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333520" y="3200040"/>
            <a:ext cx="4162680" cy="10080"/>
          </a:xfrm>
          <a:custGeom>
            <a:avLst/>
            <a:gdLst/>
            <a:ahLst/>
            <a:rect l="0" t="0" r="r" b="b"/>
            <a:pathLst>
              <a:path w="11563" h="28">
                <a:moveTo>
                  <a:pt x="0" y="0"/>
                </a:moveTo>
                <a:lnTo>
                  <a:pt x="11563" y="0"/>
                </a:lnTo>
                <a:lnTo>
                  <a:pt x="11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486480" y="32097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752400" y="37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52400" y="373356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323800" y="3743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333520" y="3733560"/>
            <a:ext cx="4162680" cy="10080"/>
          </a:xfrm>
          <a:custGeom>
            <a:avLst/>
            <a:gdLst/>
            <a:ahLst/>
            <a:rect l="0" t="0" r="r" b="b"/>
            <a:pathLst>
              <a:path w="11563" h="28">
                <a:moveTo>
                  <a:pt x="0" y="0"/>
                </a:moveTo>
                <a:lnTo>
                  <a:pt x="11563" y="0"/>
                </a:lnTo>
                <a:lnTo>
                  <a:pt x="11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486480" y="37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52400" y="42861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52400" y="427644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323800" y="42861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333520" y="4276440"/>
            <a:ext cx="4162680" cy="10080"/>
          </a:xfrm>
          <a:custGeom>
            <a:avLst/>
            <a:gdLst/>
            <a:ahLst/>
            <a:rect l="0" t="0" r="r" b="b"/>
            <a:pathLst>
              <a:path w="11563" h="28">
                <a:moveTo>
                  <a:pt x="0" y="0"/>
                </a:moveTo>
                <a:lnTo>
                  <a:pt x="11563" y="0"/>
                </a:lnTo>
                <a:lnTo>
                  <a:pt x="11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486480" y="42861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752400" y="481932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752400" y="480996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323800" y="481932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2333520" y="4809960"/>
            <a:ext cx="4162680" cy="9720"/>
          </a:xfrm>
          <a:custGeom>
            <a:avLst/>
            <a:gdLst/>
            <a:ahLst/>
            <a:rect l="0" t="0" r="r" b="b"/>
            <a:pathLst>
              <a:path w="11563" h="27">
                <a:moveTo>
                  <a:pt x="0" y="0"/>
                </a:moveTo>
                <a:lnTo>
                  <a:pt x="11563" y="0"/>
                </a:lnTo>
                <a:lnTo>
                  <a:pt x="11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486480" y="481932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52400" y="53625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52400" y="535284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323800" y="53625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333520" y="5352840"/>
            <a:ext cx="4162680" cy="10080"/>
          </a:xfrm>
          <a:custGeom>
            <a:avLst/>
            <a:gdLst/>
            <a:ahLst/>
            <a:rect l="0" t="0" r="r" b="b"/>
            <a:pathLst>
              <a:path w="11563" h="28">
                <a:moveTo>
                  <a:pt x="0" y="0"/>
                </a:moveTo>
                <a:lnTo>
                  <a:pt x="11563" y="0"/>
                </a:lnTo>
                <a:lnTo>
                  <a:pt x="11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486480" y="53625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52400" y="588636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333520" y="5886360"/>
            <a:ext cx="4162680" cy="9720"/>
          </a:xfrm>
          <a:custGeom>
            <a:avLst/>
            <a:gdLst/>
            <a:ahLst/>
            <a:rect l="0" t="0" r="r" b="b"/>
            <a:pathLst>
              <a:path w="11563" h="27">
                <a:moveTo>
                  <a:pt x="0" y="0"/>
                </a:moveTo>
                <a:lnTo>
                  <a:pt x="11563" y="0"/>
                </a:lnTo>
                <a:lnTo>
                  <a:pt x="11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47720" y="732960"/>
            <a:ext cx="2215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Tech Stack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205640" y="1664280"/>
            <a:ext cx="697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Layer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694320" y="1664280"/>
            <a:ext cx="1511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Technology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80920" y="2207160"/>
            <a:ext cx="1026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Backend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454480" y="2207160"/>
            <a:ext cx="2668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FastAPI + Python 3.12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80920" y="2740320"/>
            <a:ext cx="1132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Database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454480" y="2740320"/>
            <a:ext cx="2658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Supabase PostgreSQL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80920" y="3283200"/>
            <a:ext cx="101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AI / LLM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2454480" y="3283200"/>
            <a:ext cx="357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Groq — LLaMA 3.3-70b (free)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80920" y="3816720"/>
            <a:ext cx="1105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Frontend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454480" y="3816720"/>
            <a:ext cx="1859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React 18 + Vite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80920" y="4359600"/>
            <a:ext cx="584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Auth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454480" y="4359600"/>
            <a:ext cx="1615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JWT + bcrypt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80920" y="4893120"/>
            <a:ext cx="1314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Messaging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454480" y="4893120"/>
            <a:ext cx="3940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SMS + Voice + WhatsApp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80920" y="5436000"/>
            <a:ext cx="954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Hosting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454480" y="5436000"/>
            <a:ext cx="3252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Vercel frontend + backend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47720" y="6064560"/>
            <a:ext cx="3579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Total cost: $0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all free tiers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57080" y="2738160"/>
            <a:ext cx="10687320" cy="2210400"/>
          </a:xfrm>
          <a:custGeom>
            <a:avLst/>
            <a:gdLst/>
            <a:ahLst/>
            <a:rect l="0" t="0" r="r" b="b"/>
            <a:pathLst>
              <a:path w="29687" h="6140">
                <a:moveTo>
                  <a:pt x="0" y="599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994"/>
                </a:lnTo>
                <a:cubicBezTo>
                  <a:pt x="29687" y="6004"/>
                  <a:pt x="29686" y="6013"/>
                  <a:pt x="29684" y="6022"/>
                </a:cubicBezTo>
                <a:cubicBezTo>
                  <a:pt x="29683" y="6032"/>
                  <a:pt x="29680" y="6041"/>
                  <a:pt x="29676" y="6050"/>
                </a:cubicBezTo>
                <a:cubicBezTo>
                  <a:pt x="29672" y="6059"/>
                  <a:pt x="29668" y="6067"/>
                  <a:pt x="29663" y="6075"/>
                </a:cubicBezTo>
                <a:cubicBezTo>
                  <a:pt x="29657" y="6083"/>
                  <a:pt x="29651" y="6090"/>
                  <a:pt x="29645" y="6097"/>
                </a:cubicBezTo>
                <a:cubicBezTo>
                  <a:pt x="29638" y="6104"/>
                  <a:pt x="29630" y="6110"/>
                  <a:pt x="29623" y="6115"/>
                </a:cubicBezTo>
                <a:cubicBezTo>
                  <a:pt x="29615" y="6120"/>
                  <a:pt x="29606" y="6125"/>
                  <a:pt x="29597" y="6129"/>
                </a:cubicBezTo>
                <a:cubicBezTo>
                  <a:pt x="29589" y="6132"/>
                  <a:pt x="29579" y="6135"/>
                  <a:pt x="29570" y="6137"/>
                </a:cubicBezTo>
                <a:cubicBezTo>
                  <a:pt x="29561" y="6139"/>
                  <a:pt x="29551" y="6140"/>
                  <a:pt x="29542" y="6140"/>
                </a:cubicBezTo>
                <a:lnTo>
                  <a:pt x="145" y="6140"/>
                </a:lnTo>
                <a:cubicBezTo>
                  <a:pt x="136" y="6140"/>
                  <a:pt x="126" y="6139"/>
                  <a:pt x="117" y="6137"/>
                </a:cubicBezTo>
                <a:cubicBezTo>
                  <a:pt x="108" y="6135"/>
                  <a:pt x="99" y="6132"/>
                  <a:pt x="90" y="6129"/>
                </a:cubicBezTo>
                <a:cubicBezTo>
                  <a:pt x="81" y="6125"/>
                  <a:pt x="73" y="6120"/>
                  <a:pt x="65" y="6115"/>
                </a:cubicBezTo>
                <a:cubicBezTo>
                  <a:pt x="57" y="6110"/>
                  <a:pt x="49" y="6104"/>
                  <a:pt x="43" y="6097"/>
                </a:cubicBezTo>
                <a:cubicBezTo>
                  <a:pt x="36" y="6090"/>
                  <a:pt x="30" y="6083"/>
                  <a:pt x="24" y="6075"/>
                </a:cubicBezTo>
                <a:cubicBezTo>
                  <a:pt x="19" y="6067"/>
                  <a:pt x="15" y="6059"/>
                  <a:pt x="11" y="6050"/>
                </a:cubicBezTo>
                <a:cubicBezTo>
                  <a:pt x="7" y="6041"/>
                  <a:pt x="5" y="6032"/>
                  <a:pt x="3" y="6022"/>
                </a:cubicBezTo>
                <a:cubicBezTo>
                  <a:pt x="1" y="6013"/>
                  <a:pt x="0" y="6004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57080" y="2738160"/>
            <a:ext cx="10687320" cy="2210400"/>
          </a:xfrm>
          <a:custGeom>
            <a:avLst/>
            <a:gdLst/>
            <a:ahLst/>
            <a:rect l="0" t="0" r="r" b="b"/>
            <a:pathLst>
              <a:path w="29687" h="6140">
                <a:moveTo>
                  <a:pt x="0" y="599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5994"/>
                </a:lnTo>
                <a:cubicBezTo>
                  <a:pt x="29687" y="6004"/>
                  <a:pt x="29686" y="6013"/>
                  <a:pt x="29684" y="6022"/>
                </a:cubicBezTo>
                <a:cubicBezTo>
                  <a:pt x="29683" y="6032"/>
                  <a:pt x="29680" y="6041"/>
                  <a:pt x="29676" y="6050"/>
                </a:cubicBezTo>
                <a:cubicBezTo>
                  <a:pt x="29672" y="6059"/>
                  <a:pt x="29668" y="6067"/>
                  <a:pt x="29663" y="6075"/>
                </a:cubicBezTo>
                <a:cubicBezTo>
                  <a:pt x="29657" y="6083"/>
                  <a:pt x="29651" y="6090"/>
                  <a:pt x="29645" y="6097"/>
                </a:cubicBezTo>
                <a:cubicBezTo>
                  <a:pt x="29638" y="6104"/>
                  <a:pt x="29630" y="6110"/>
                  <a:pt x="29623" y="6115"/>
                </a:cubicBezTo>
                <a:cubicBezTo>
                  <a:pt x="29615" y="6120"/>
                  <a:pt x="29606" y="6125"/>
                  <a:pt x="29597" y="6129"/>
                </a:cubicBezTo>
                <a:cubicBezTo>
                  <a:pt x="29589" y="6132"/>
                  <a:pt x="29579" y="6135"/>
                  <a:pt x="29570" y="6137"/>
                </a:cubicBezTo>
                <a:cubicBezTo>
                  <a:pt x="29561" y="6139"/>
                  <a:pt x="29551" y="6140"/>
                  <a:pt x="29542" y="6140"/>
                </a:cubicBezTo>
                <a:lnTo>
                  <a:pt x="145" y="6140"/>
                </a:lnTo>
                <a:cubicBezTo>
                  <a:pt x="136" y="6140"/>
                  <a:pt x="126" y="6139"/>
                  <a:pt x="117" y="6137"/>
                </a:cubicBezTo>
                <a:cubicBezTo>
                  <a:pt x="108" y="6135"/>
                  <a:pt x="99" y="6132"/>
                  <a:pt x="90" y="6129"/>
                </a:cubicBezTo>
                <a:cubicBezTo>
                  <a:pt x="81" y="6125"/>
                  <a:pt x="73" y="6120"/>
                  <a:pt x="65" y="6115"/>
                </a:cubicBezTo>
                <a:cubicBezTo>
                  <a:pt x="57" y="6110"/>
                  <a:pt x="49" y="6104"/>
                  <a:pt x="43" y="6097"/>
                </a:cubicBezTo>
                <a:cubicBezTo>
                  <a:pt x="36" y="6090"/>
                  <a:pt x="30" y="6083"/>
                  <a:pt x="24" y="6075"/>
                </a:cubicBezTo>
                <a:cubicBezTo>
                  <a:pt x="19" y="6067"/>
                  <a:pt x="15" y="6059"/>
                  <a:pt x="11" y="6050"/>
                </a:cubicBezTo>
                <a:cubicBezTo>
                  <a:pt x="7" y="6041"/>
                  <a:pt x="5" y="6032"/>
                  <a:pt x="3" y="6022"/>
                </a:cubicBezTo>
                <a:cubicBezTo>
                  <a:pt x="1" y="6013"/>
                  <a:pt x="0" y="6004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47720" y="1885320"/>
            <a:ext cx="41864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System Architecture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914400" y="2930760"/>
            <a:ext cx="7872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Citizen  →  FastAPI Backend  →  Groq AI (classify + priority)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14400" y="319752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14400" y="347364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Supabase Database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14400" y="374040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4400" y="4007160"/>
            <a:ext cx="5936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React Dashboard  →  Officer &amp; Leader views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14400" y="428328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14400" y="455004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Twilio  →  SMS reply to citizen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47720" y="1571040"/>
            <a:ext cx="556776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GrievanceOS — Filing Flow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15560" y="2445120"/>
            <a:ext cx="5857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Citizen sends message in any Indian language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015560" y="2930760"/>
            <a:ext cx="6212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Google Translate detects and converts to English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015560" y="3416760"/>
            <a:ext cx="6310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Groq LLM classifies department + priority (P1–P5)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015560" y="3902400"/>
            <a:ext cx="6535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Stored in Supabase, unique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PRJ-XXXXXX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ID issued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015560" y="4378680"/>
            <a:ext cx="5931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Citizen gets SMS confirmation with tracking ID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015560" y="4864680"/>
            <a:ext cx="6774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6. Officer dashboard shows new complaint, auto-routed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52400" y="1952280"/>
            <a:ext cx="1171800" cy="533880"/>
          </a:xfrm>
          <a:custGeom>
            <a:avLst/>
            <a:gdLst/>
            <a:ahLst/>
            <a:rect l="0" t="0" r="r" b="b"/>
            <a:pathLst>
              <a:path w="3255" h="1483">
                <a:moveTo>
                  <a:pt x="0" y="0"/>
                </a:moveTo>
                <a:lnTo>
                  <a:pt x="3255" y="0"/>
                </a:lnTo>
                <a:lnTo>
                  <a:pt x="325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923840" y="1952280"/>
            <a:ext cx="1276560" cy="533880"/>
          </a:xfrm>
          <a:custGeom>
            <a:avLst/>
            <a:gdLst/>
            <a:ahLst/>
            <a:rect l="0" t="0" r="r" b="b"/>
            <a:pathLst>
              <a:path w="3546" h="1483">
                <a:moveTo>
                  <a:pt x="0" y="0"/>
                </a:moveTo>
                <a:lnTo>
                  <a:pt x="3546" y="0"/>
                </a:lnTo>
                <a:lnTo>
                  <a:pt x="354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200040" y="1952280"/>
            <a:ext cx="1343520" cy="533880"/>
          </a:xfrm>
          <a:custGeom>
            <a:avLst/>
            <a:gdLst/>
            <a:ahLst/>
            <a:rect l="0" t="0" r="r" b="b"/>
            <a:pathLst>
              <a:path w="3732" h="1483">
                <a:moveTo>
                  <a:pt x="0" y="0"/>
                </a:moveTo>
                <a:lnTo>
                  <a:pt x="3732" y="0"/>
                </a:lnTo>
                <a:lnTo>
                  <a:pt x="3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52400" y="2485800"/>
            <a:ext cx="1171800" cy="543240"/>
          </a:xfrm>
          <a:custGeom>
            <a:avLst/>
            <a:gdLst/>
            <a:ahLst/>
            <a:rect l="0" t="0" r="r" b="b"/>
            <a:pathLst>
              <a:path w="3255" h="1509">
                <a:moveTo>
                  <a:pt x="0" y="0"/>
                </a:moveTo>
                <a:lnTo>
                  <a:pt x="3255" y="0"/>
                </a:lnTo>
                <a:lnTo>
                  <a:pt x="32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923840" y="2485800"/>
            <a:ext cx="1276560" cy="543240"/>
          </a:xfrm>
          <a:custGeom>
            <a:avLst/>
            <a:gdLst/>
            <a:ahLst/>
            <a:rect l="0" t="0" r="r" b="b"/>
            <a:pathLst>
              <a:path w="3546" h="1509">
                <a:moveTo>
                  <a:pt x="0" y="0"/>
                </a:moveTo>
                <a:lnTo>
                  <a:pt x="3546" y="0"/>
                </a:lnTo>
                <a:lnTo>
                  <a:pt x="354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200040" y="2485800"/>
            <a:ext cx="1343520" cy="543240"/>
          </a:xfrm>
          <a:custGeom>
            <a:avLst/>
            <a:gdLst/>
            <a:ahLst/>
            <a:rect l="0" t="0" r="r" b="b"/>
            <a:pathLst>
              <a:path w="3732" h="1509">
                <a:moveTo>
                  <a:pt x="0" y="0"/>
                </a:moveTo>
                <a:lnTo>
                  <a:pt x="3732" y="0"/>
                </a:lnTo>
                <a:lnTo>
                  <a:pt x="3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752400" y="3028680"/>
            <a:ext cx="1171800" cy="533880"/>
          </a:xfrm>
          <a:custGeom>
            <a:avLst/>
            <a:gdLst/>
            <a:ahLst/>
            <a:rect l="0" t="0" r="r" b="b"/>
            <a:pathLst>
              <a:path w="3255" h="1483">
                <a:moveTo>
                  <a:pt x="0" y="0"/>
                </a:moveTo>
                <a:lnTo>
                  <a:pt x="3255" y="0"/>
                </a:lnTo>
                <a:lnTo>
                  <a:pt x="325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923840" y="3028680"/>
            <a:ext cx="1276560" cy="533880"/>
          </a:xfrm>
          <a:custGeom>
            <a:avLst/>
            <a:gdLst/>
            <a:ahLst/>
            <a:rect l="0" t="0" r="r" b="b"/>
            <a:pathLst>
              <a:path w="3546" h="1483">
                <a:moveTo>
                  <a:pt x="0" y="0"/>
                </a:moveTo>
                <a:lnTo>
                  <a:pt x="3546" y="0"/>
                </a:lnTo>
                <a:lnTo>
                  <a:pt x="354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200040" y="3028680"/>
            <a:ext cx="1343520" cy="533880"/>
          </a:xfrm>
          <a:custGeom>
            <a:avLst/>
            <a:gdLst/>
            <a:ahLst/>
            <a:rect l="0" t="0" r="r" b="b"/>
            <a:pathLst>
              <a:path w="3732" h="1483">
                <a:moveTo>
                  <a:pt x="0" y="0"/>
                </a:moveTo>
                <a:lnTo>
                  <a:pt x="3732" y="0"/>
                </a:lnTo>
                <a:lnTo>
                  <a:pt x="3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52400" y="3562200"/>
            <a:ext cx="1171800" cy="543240"/>
          </a:xfrm>
          <a:custGeom>
            <a:avLst/>
            <a:gdLst/>
            <a:ahLst/>
            <a:rect l="0" t="0" r="r" b="b"/>
            <a:pathLst>
              <a:path w="3255" h="1509">
                <a:moveTo>
                  <a:pt x="0" y="0"/>
                </a:moveTo>
                <a:lnTo>
                  <a:pt x="3255" y="0"/>
                </a:lnTo>
                <a:lnTo>
                  <a:pt x="32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923840" y="3562200"/>
            <a:ext cx="1276560" cy="543240"/>
          </a:xfrm>
          <a:custGeom>
            <a:avLst/>
            <a:gdLst/>
            <a:ahLst/>
            <a:rect l="0" t="0" r="r" b="b"/>
            <a:pathLst>
              <a:path w="3546" h="1509">
                <a:moveTo>
                  <a:pt x="0" y="0"/>
                </a:moveTo>
                <a:lnTo>
                  <a:pt x="3546" y="0"/>
                </a:lnTo>
                <a:lnTo>
                  <a:pt x="354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200040" y="3562200"/>
            <a:ext cx="1343520" cy="543240"/>
          </a:xfrm>
          <a:custGeom>
            <a:avLst/>
            <a:gdLst/>
            <a:ahLst/>
            <a:rect l="0" t="0" r="r" b="b"/>
            <a:pathLst>
              <a:path w="3732" h="1509">
                <a:moveTo>
                  <a:pt x="0" y="0"/>
                </a:moveTo>
                <a:lnTo>
                  <a:pt x="3732" y="0"/>
                </a:lnTo>
                <a:lnTo>
                  <a:pt x="3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52400" y="4105080"/>
            <a:ext cx="1171800" cy="533880"/>
          </a:xfrm>
          <a:custGeom>
            <a:avLst/>
            <a:gdLst/>
            <a:ahLst/>
            <a:rect l="0" t="0" r="r" b="b"/>
            <a:pathLst>
              <a:path w="3255" h="1483">
                <a:moveTo>
                  <a:pt x="0" y="0"/>
                </a:moveTo>
                <a:lnTo>
                  <a:pt x="3255" y="0"/>
                </a:lnTo>
                <a:lnTo>
                  <a:pt x="325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923840" y="4105080"/>
            <a:ext cx="1276560" cy="533880"/>
          </a:xfrm>
          <a:custGeom>
            <a:avLst/>
            <a:gdLst/>
            <a:ahLst/>
            <a:rect l="0" t="0" r="r" b="b"/>
            <a:pathLst>
              <a:path w="3546" h="1483">
                <a:moveTo>
                  <a:pt x="0" y="0"/>
                </a:moveTo>
                <a:lnTo>
                  <a:pt x="3546" y="0"/>
                </a:lnTo>
                <a:lnTo>
                  <a:pt x="354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3200040" y="4105080"/>
            <a:ext cx="1343520" cy="533880"/>
          </a:xfrm>
          <a:custGeom>
            <a:avLst/>
            <a:gdLst/>
            <a:ahLst/>
            <a:rect l="0" t="0" r="r" b="b"/>
            <a:pathLst>
              <a:path w="3732" h="1483">
                <a:moveTo>
                  <a:pt x="0" y="0"/>
                </a:moveTo>
                <a:lnTo>
                  <a:pt x="3732" y="0"/>
                </a:lnTo>
                <a:lnTo>
                  <a:pt x="3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52400" y="4638600"/>
            <a:ext cx="1171800" cy="543240"/>
          </a:xfrm>
          <a:custGeom>
            <a:avLst/>
            <a:gdLst/>
            <a:ahLst/>
            <a:rect l="0" t="0" r="r" b="b"/>
            <a:pathLst>
              <a:path w="3255" h="1509">
                <a:moveTo>
                  <a:pt x="0" y="0"/>
                </a:moveTo>
                <a:lnTo>
                  <a:pt x="3255" y="0"/>
                </a:lnTo>
                <a:lnTo>
                  <a:pt x="32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923840" y="4638600"/>
            <a:ext cx="1276560" cy="543240"/>
          </a:xfrm>
          <a:custGeom>
            <a:avLst/>
            <a:gdLst/>
            <a:ahLst/>
            <a:rect l="0" t="0" r="r" b="b"/>
            <a:pathLst>
              <a:path w="3546" h="1509">
                <a:moveTo>
                  <a:pt x="0" y="0"/>
                </a:moveTo>
                <a:lnTo>
                  <a:pt x="3546" y="0"/>
                </a:lnTo>
                <a:lnTo>
                  <a:pt x="354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200040" y="4638600"/>
            <a:ext cx="1343520" cy="543240"/>
          </a:xfrm>
          <a:custGeom>
            <a:avLst/>
            <a:gdLst/>
            <a:ahLst/>
            <a:rect l="0" t="0" r="r" b="b"/>
            <a:pathLst>
              <a:path w="3732" h="1509">
                <a:moveTo>
                  <a:pt x="0" y="0"/>
                </a:moveTo>
                <a:lnTo>
                  <a:pt x="3732" y="0"/>
                </a:lnTo>
                <a:lnTo>
                  <a:pt x="3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752400" y="19429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52400" y="194292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923840" y="19429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933560" y="1942920"/>
            <a:ext cx="1266840" cy="9720"/>
          </a:xfrm>
          <a:custGeom>
            <a:avLst/>
            <a:gdLst/>
            <a:ahLst/>
            <a:rect l="0" t="0" r="r" b="b"/>
            <a:pathLst>
              <a:path w="3519" h="27">
                <a:moveTo>
                  <a:pt x="0" y="0"/>
                </a:moveTo>
                <a:lnTo>
                  <a:pt x="3519" y="0"/>
                </a:lnTo>
                <a:lnTo>
                  <a:pt x="35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190680" y="19429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200040" y="1942920"/>
            <a:ext cx="1353240" cy="9720"/>
          </a:xfrm>
          <a:custGeom>
            <a:avLst/>
            <a:gdLst/>
            <a:ahLst/>
            <a:rect l="0" t="0" r="r" b="b"/>
            <a:pathLst>
              <a:path w="3759" h="27">
                <a:moveTo>
                  <a:pt x="0" y="0"/>
                </a:moveTo>
                <a:lnTo>
                  <a:pt x="3759" y="0"/>
                </a:lnTo>
                <a:lnTo>
                  <a:pt x="37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543200" y="19429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52400" y="248580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933560" y="2485800"/>
            <a:ext cx="1266840" cy="10080"/>
          </a:xfrm>
          <a:custGeom>
            <a:avLst/>
            <a:gdLst/>
            <a:ahLst/>
            <a:rect l="0" t="0" r="r" b="b"/>
            <a:pathLst>
              <a:path w="3519" h="28">
                <a:moveTo>
                  <a:pt x="0" y="0"/>
                </a:moveTo>
                <a:lnTo>
                  <a:pt x="3519" y="0"/>
                </a:lnTo>
                <a:lnTo>
                  <a:pt x="35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200040" y="2485800"/>
            <a:ext cx="1353240" cy="10080"/>
          </a:xfrm>
          <a:custGeom>
            <a:avLst/>
            <a:gdLst/>
            <a:ahLst/>
            <a:rect l="0" t="0" r="r" b="b"/>
            <a:pathLst>
              <a:path w="3759" h="28">
                <a:moveTo>
                  <a:pt x="0" y="0"/>
                </a:moveTo>
                <a:lnTo>
                  <a:pt x="3759" y="0"/>
                </a:lnTo>
                <a:lnTo>
                  <a:pt x="37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52400" y="2495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923840" y="24955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3190680" y="2495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4543200" y="24955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752400" y="3028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52400" y="301932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923840" y="3028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933560" y="3019320"/>
            <a:ext cx="1266840" cy="9720"/>
          </a:xfrm>
          <a:custGeom>
            <a:avLst/>
            <a:gdLst/>
            <a:ahLst/>
            <a:rect l="0" t="0" r="r" b="b"/>
            <a:pathLst>
              <a:path w="3519" h="27">
                <a:moveTo>
                  <a:pt x="0" y="0"/>
                </a:moveTo>
                <a:lnTo>
                  <a:pt x="3519" y="0"/>
                </a:lnTo>
                <a:lnTo>
                  <a:pt x="35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190680" y="3028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200040" y="3019320"/>
            <a:ext cx="1353240" cy="9720"/>
          </a:xfrm>
          <a:custGeom>
            <a:avLst/>
            <a:gdLst/>
            <a:ahLst/>
            <a:rect l="0" t="0" r="r" b="b"/>
            <a:pathLst>
              <a:path w="3759" h="27">
                <a:moveTo>
                  <a:pt x="0" y="0"/>
                </a:moveTo>
                <a:lnTo>
                  <a:pt x="3759" y="0"/>
                </a:lnTo>
                <a:lnTo>
                  <a:pt x="37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543200" y="3028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752400" y="3571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752400" y="356220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923840" y="35715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933560" y="3562200"/>
            <a:ext cx="1266840" cy="9720"/>
          </a:xfrm>
          <a:custGeom>
            <a:avLst/>
            <a:gdLst/>
            <a:ahLst/>
            <a:rect l="0" t="0" r="r" b="b"/>
            <a:pathLst>
              <a:path w="3519" h="27">
                <a:moveTo>
                  <a:pt x="0" y="0"/>
                </a:moveTo>
                <a:lnTo>
                  <a:pt x="3519" y="0"/>
                </a:lnTo>
                <a:lnTo>
                  <a:pt x="35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3190680" y="3571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3200040" y="3562200"/>
            <a:ext cx="1353240" cy="9720"/>
          </a:xfrm>
          <a:custGeom>
            <a:avLst/>
            <a:gdLst/>
            <a:ahLst/>
            <a:rect l="0" t="0" r="r" b="b"/>
            <a:pathLst>
              <a:path w="3759" h="27">
                <a:moveTo>
                  <a:pt x="0" y="0"/>
                </a:moveTo>
                <a:lnTo>
                  <a:pt x="3759" y="0"/>
                </a:lnTo>
                <a:lnTo>
                  <a:pt x="37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543200" y="35715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52400" y="4105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752400" y="409572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923840" y="41050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933560" y="4095720"/>
            <a:ext cx="1266840" cy="9720"/>
          </a:xfrm>
          <a:custGeom>
            <a:avLst/>
            <a:gdLst/>
            <a:ahLst/>
            <a:rect l="0" t="0" r="r" b="b"/>
            <a:pathLst>
              <a:path w="3519" h="27">
                <a:moveTo>
                  <a:pt x="0" y="0"/>
                </a:moveTo>
                <a:lnTo>
                  <a:pt x="3519" y="0"/>
                </a:lnTo>
                <a:lnTo>
                  <a:pt x="35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3190680" y="4105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200040" y="4095720"/>
            <a:ext cx="1353240" cy="9720"/>
          </a:xfrm>
          <a:custGeom>
            <a:avLst/>
            <a:gdLst/>
            <a:ahLst/>
            <a:rect l="0" t="0" r="r" b="b"/>
            <a:pathLst>
              <a:path w="3759" h="27">
                <a:moveTo>
                  <a:pt x="0" y="0"/>
                </a:moveTo>
                <a:lnTo>
                  <a:pt x="3759" y="0"/>
                </a:lnTo>
                <a:lnTo>
                  <a:pt x="37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543200" y="41050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752400" y="4647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52400" y="463860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923840" y="46479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933560" y="4638600"/>
            <a:ext cx="1266840" cy="9720"/>
          </a:xfrm>
          <a:custGeom>
            <a:avLst/>
            <a:gdLst/>
            <a:ahLst/>
            <a:rect l="0" t="0" r="r" b="b"/>
            <a:pathLst>
              <a:path w="3519" h="27">
                <a:moveTo>
                  <a:pt x="0" y="0"/>
                </a:moveTo>
                <a:lnTo>
                  <a:pt x="3519" y="0"/>
                </a:lnTo>
                <a:lnTo>
                  <a:pt x="35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190680" y="4647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3200040" y="4638600"/>
            <a:ext cx="1353240" cy="9720"/>
          </a:xfrm>
          <a:custGeom>
            <a:avLst/>
            <a:gdLst/>
            <a:ahLst/>
            <a:rect l="0" t="0" r="r" b="b"/>
            <a:pathLst>
              <a:path w="3759" h="27">
                <a:moveTo>
                  <a:pt x="0" y="0"/>
                </a:moveTo>
                <a:lnTo>
                  <a:pt x="3759" y="0"/>
                </a:lnTo>
                <a:lnTo>
                  <a:pt x="37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4543200" y="46479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752400" y="517176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933560" y="5171760"/>
            <a:ext cx="1266840" cy="10080"/>
          </a:xfrm>
          <a:custGeom>
            <a:avLst/>
            <a:gdLst/>
            <a:ahLst/>
            <a:rect l="0" t="0" r="r" b="b"/>
            <a:pathLst>
              <a:path w="3519" h="28">
                <a:moveTo>
                  <a:pt x="0" y="0"/>
                </a:moveTo>
                <a:lnTo>
                  <a:pt x="3519" y="0"/>
                </a:lnTo>
                <a:lnTo>
                  <a:pt x="35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3200040" y="5171760"/>
            <a:ext cx="1353240" cy="10080"/>
          </a:xfrm>
          <a:custGeom>
            <a:avLst/>
            <a:gdLst/>
            <a:ahLst/>
            <a:rect l="0" t="0" r="r" b="b"/>
            <a:pathLst>
              <a:path w="3759" h="28">
                <a:moveTo>
                  <a:pt x="0" y="0"/>
                </a:moveTo>
                <a:lnTo>
                  <a:pt x="3759" y="0"/>
                </a:lnTo>
                <a:lnTo>
                  <a:pt x="37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47720" y="1085400"/>
            <a:ext cx="29408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Priority Levels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880920" y="2026080"/>
            <a:ext cx="970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Priority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229480" y="2026080"/>
            <a:ext cx="688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Label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633480" y="2026080"/>
            <a:ext cx="490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SLA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880920" y="2568960"/>
            <a:ext cx="30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P1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053800" y="2568960"/>
            <a:ext cx="829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Critical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327120" y="2568960"/>
            <a:ext cx="106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24 hours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880920" y="3102480"/>
            <a:ext cx="30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P2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053800" y="3102480"/>
            <a:ext cx="581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High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327120" y="3102480"/>
            <a:ext cx="106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72 hours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80920" y="3645360"/>
            <a:ext cx="30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P3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2053800" y="3645360"/>
            <a:ext cx="1868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Medium 7 days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880920" y="4178880"/>
            <a:ext cx="30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P4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053800" y="4178880"/>
            <a:ext cx="491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Low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3327120" y="4178880"/>
            <a:ext cx="1098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Standard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80920" y="4721760"/>
            <a:ext cx="30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P5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053800" y="4721760"/>
            <a:ext cx="47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Info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3327120" y="4721760"/>
            <a:ext cx="898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 SLA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47720" y="5350320"/>
            <a:ext cx="5267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Breaching SLA →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auto-escalate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to next tier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757080" y="19666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757080" y="19666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47720" y="1104120"/>
            <a:ext cx="36270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Escalation Ladder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914400" y="215928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Citizen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914400" y="242604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→ Ward Officer      (P1: 24h, P2: 72h)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14400" y="2702160"/>
            <a:ext cx="4775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→ Municipality    (if unresolved)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14400" y="296892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→ MLA / MP      (if still pending)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14400" y="323532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→ State Dept  (final escalation)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047600" y="45241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47720" y="3807360"/>
            <a:ext cx="1216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Each step: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047600" y="5010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300320" y="4369320"/>
            <a:ext cx="3046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Notifies next tier via SMS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047600" y="54957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300320" y="4854960"/>
            <a:ext cx="3472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Logs timestamp in audit trail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300320" y="5340600"/>
            <a:ext cx="3863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Shows on leader dashboard live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47720" y="1104120"/>
            <a:ext cx="31172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Input Channels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47720" y="1978560"/>
            <a:ext cx="1456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Web Portal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47720" y="2387880"/>
            <a:ext cx="6233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React form → authenticated, supports photo + GPS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47720" y="2959560"/>
            <a:ext cx="1357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WhatsApp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47720" y="3369240"/>
            <a:ext cx="6612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+14155238886 → any language, no app needed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47720" y="3940560"/>
            <a:ext cx="57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SMS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47720" y="4350240"/>
            <a:ext cx="6481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+1-236-204-3968 → works on any basic phone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47720" y="4921560"/>
            <a:ext cx="1240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Voice IVR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47720" y="5331240"/>
            <a:ext cx="7140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Call +1-236-204-3968 → speak → AI classifies → SMS reply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47720" y="1723320"/>
            <a:ext cx="36385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NayakAI Features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47720" y="2597400"/>
            <a:ext cx="10251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Morning Brief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daily summary of unresolved complaints, SLA breaches, sentiment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47720" y="3016800"/>
            <a:ext cx="646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score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47720" y="3578760"/>
            <a:ext cx="10779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Governance Q&amp;A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ask anything about your constituency, Groq answers from live data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47720" y="4150080"/>
            <a:ext cx="9498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Document Summarizer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upload PDF → AI extracts key points and eligibility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47720" y="4712040"/>
            <a:ext cx="10467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Speech Drafter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event context → full inauguration or rally speech in Hindi + English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47720" y="1208880"/>
            <a:ext cx="27824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SentinelPulse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047600" y="28000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747720" y="2083320"/>
            <a:ext cx="1712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How it works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047600" y="3286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9" y="199"/>
                  <a:pt x="239" y="213"/>
                  <a:pt x="227" y="225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8"/>
                  <a:pt x="39" y="225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300320" y="2645280"/>
            <a:ext cx="8532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Ingests complaint volume + resolution rate per ward every 15 minutes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457520" y="318132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383"/>
                </a:moveTo>
                <a:cubicBezTo>
                  <a:pt x="768" y="408"/>
                  <a:pt x="766" y="433"/>
                  <a:pt x="761" y="458"/>
                </a:cubicBezTo>
                <a:cubicBezTo>
                  <a:pt x="756" y="483"/>
                  <a:pt x="749" y="507"/>
                  <a:pt x="739" y="530"/>
                </a:cubicBezTo>
                <a:cubicBezTo>
                  <a:pt x="729" y="553"/>
                  <a:pt x="718" y="575"/>
                  <a:pt x="704" y="596"/>
                </a:cubicBezTo>
                <a:cubicBezTo>
                  <a:pt x="690" y="617"/>
                  <a:pt x="674" y="637"/>
                  <a:pt x="656" y="655"/>
                </a:cubicBezTo>
                <a:cubicBezTo>
                  <a:pt x="638" y="672"/>
                  <a:pt x="619" y="688"/>
                  <a:pt x="598" y="702"/>
                </a:cubicBezTo>
                <a:cubicBezTo>
                  <a:pt x="577" y="716"/>
                  <a:pt x="555" y="728"/>
                  <a:pt x="531" y="738"/>
                </a:cubicBezTo>
                <a:cubicBezTo>
                  <a:pt x="508" y="747"/>
                  <a:pt x="484" y="756"/>
                  <a:pt x="459" y="761"/>
                </a:cubicBezTo>
                <a:cubicBezTo>
                  <a:pt x="435" y="765"/>
                  <a:pt x="410" y="768"/>
                  <a:pt x="385" y="768"/>
                </a:cubicBezTo>
                <a:cubicBezTo>
                  <a:pt x="359" y="768"/>
                  <a:pt x="335" y="765"/>
                  <a:pt x="310" y="761"/>
                </a:cubicBezTo>
                <a:cubicBezTo>
                  <a:pt x="285" y="756"/>
                  <a:pt x="260" y="747"/>
                  <a:pt x="237" y="738"/>
                </a:cubicBezTo>
                <a:cubicBezTo>
                  <a:pt x="214" y="728"/>
                  <a:pt x="191" y="716"/>
                  <a:pt x="171" y="702"/>
                </a:cubicBezTo>
                <a:cubicBezTo>
                  <a:pt x="150" y="688"/>
                  <a:pt x="130" y="672"/>
                  <a:pt x="112" y="655"/>
                </a:cubicBezTo>
                <a:cubicBezTo>
                  <a:pt x="95" y="637"/>
                  <a:pt x="79" y="617"/>
                  <a:pt x="65" y="596"/>
                </a:cubicBezTo>
                <a:cubicBezTo>
                  <a:pt x="51" y="575"/>
                  <a:pt x="39" y="553"/>
                  <a:pt x="29" y="530"/>
                </a:cubicBezTo>
                <a:cubicBezTo>
                  <a:pt x="20" y="507"/>
                  <a:pt x="12" y="483"/>
                  <a:pt x="7" y="458"/>
                </a:cubicBezTo>
                <a:cubicBezTo>
                  <a:pt x="2" y="433"/>
                  <a:pt x="0" y="408"/>
                  <a:pt x="0" y="383"/>
                </a:cubicBezTo>
                <a:cubicBezTo>
                  <a:pt x="0" y="358"/>
                  <a:pt x="2" y="333"/>
                  <a:pt x="7" y="308"/>
                </a:cubicBezTo>
                <a:cubicBezTo>
                  <a:pt x="12" y="284"/>
                  <a:pt x="20" y="260"/>
                  <a:pt x="29" y="236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1" y="50"/>
                  <a:pt x="214" y="38"/>
                  <a:pt x="237" y="29"/>
                </a:cubicBezTo>
                <a:cubicBezTo>
                  <a:pt x="260" y="19"/>
                  <a:pt x="285" y="12"/>
                  <a:pt x="310" y="7"/>
                </a:cubicBezTo>
                <a:cubicBezTo>
                  <a:pt x="335" y="2"/>
                  <a:pt x="359" y="0"/>
                  <a:pt x="385" y="0"/>
                </a:cubicBezTo>
                <a:cubicBezTo>
                  <a:pt x="410" y="0"/>
                  <a:pt x="435" y="2"/>
                  <a:pt x="459" y="7"/>
                </a:cubicBezTo>
                <a:cubicBezTo>
                  <a:pt x="484" y="12"/>
                  <a:pt x="508" y="19"/>
                  <a:pt x="531" y="29"/>
                </a:cubicBezTo>
                <a:cubicBezTo>
                  <a:pt x="555" y="38"/>
                  <a:pt x="577" y="50"/>
                  <a:pt x="598" y="64"/>
                </a:cubicBezTo>
                <a:cubicBezTo>
                  <a:pt x="619" y="78"/>
                  <a:pt x="638" y="94"/>
                  <a:pt x="656" y="112"/>
                </a:cubicBezTo>
                <a:cubicBezTo>
                  <a:pt x="674" y="130"/>
                  <a:pt x="690" y="149"/>
                  <a:pt x="704" y="170"/>
                </a:cubicBezTo>
                <a:cubicBezTo>
                  <a:pt x="718" y="191"/>
                  <a:pt x="729" y="213"/>
                  <a:pt x="739" y="236"/>
                </a:cubicBezTo>
                <a:cubicBezTo>
                  <a:pt x="749" y="260"/>
                  <a:pt x="756" y="284"/>
                  <a:pt x="761" y="308"/>
                </a:cubicBezTo>
                <a:cubicBezTo>
                  <a:pt x="766" y="333"/>
                  <a:pt x="768" y="358"/>
                  <a:pt x="768" y="383"/>
                </a:cubicBezTo>
                <a:close/>
              </a:path>
            </a:pathLst>
          </a:custGeom>
          <a:solidFill>
            <a:srgbClr val="78B1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300320" y="3130920"/>
            <a:ext cx="3125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Computes a mood index: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676840" y="318132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383"/>
                </a:moveTo>
                <a:cubicBezTo>
                  <a:pt x="768" y="408"/>
                  <a:pt x="765" y="433"/>
                  <a:pt x="761" y="458"/>
                </a:cubicBezTo>
                <a:cubicBezTo>
                  <a:pt x="756" y="483"/>
                  <a:pt x="748" y="507"/>
                  <a:pt x="739" y="530"/>
                </a:cubicBezTo>
                <a:cubicBezTo>
                  <a:pt x="729" y="553"/>
                  <a:pt x="716" y="575"/>
                  <a:pt x="702" y="596"/>
                </a:cubicBezTo>
                <a:cubicBezTo>
                  <a:pt x="688" y="617"/>
                  <a:pt x="672" y="637"/>
                  <a:pt x="655" y="655"/>
                </a:cubicBezTo>
                <a:cubicBezTo>
                  <a:pt x="637" y="672"/>
                  <a:pt x="617" y="688"/>
                  <a:pt x="596" y="702"/>
                </a:cubicBezTo>
                <a:cubicBezTo>
                  <a:pt x="576" y="716"/>
                  <a:pt x="553" y="728"/>
                  <a:pt x="530" y="738"/>
                </a:cubicBezTo>
                <a:cubicBezTo>
                  <a:pt x="507" y="747"/>
                  <a:pt x="483" y="756"/>
                  <a:pt x="458" y="761"/>
                </a:cubicBezTo>
                <a:cubicBezTo>
                  <a:pt x="433" y="765"/>
                  <a:pt x="409" y="768"/>
                  <a:pt x="383" y="768"/>
                </a:cubicBezTo>
                <a:cubicBezTo>
                  <a:pt x="358" y="768"/>
                  <a:pt x="333" y="765"/>
                  <a:pt x="308" y="761"/>
                </a:cubicBezTo>
                <a:cubicBezTo>
                  <a:pt x="284" y="756"/>
                  <a:pt x="260" y="747"/>
                  <a:pt x="236" y="738"/>
                </a:cubicBezTo>
                <a:cubicBezTo>
                  <a:pt x="213" y="728"/>
                  <a:pt x="191" y="716"/>
                  <a:pt x="170" y="702"/>
                </a:cubicBezTo>
                <a:cubicBezTo>
                  <a:pt x="149" y="688"/>
                  <a:pt x="130" y="672"/>
                  <a:pt x="112" y="655"/>
                </a:cubicBezTo>
                <a:cubicBezTo>
                  <a:pt x="94" y="637"/>
                  <a:pt x="78" y="617"/>
                  <a:pt x="64" y="596"/>
                </a:cubicBezTo>
                <a:cubicBezTo>
                  <a:pt x="50" y="575"/>
                  <a:pt x="39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3"/>
                  <a:pt x="0" y="408"/>
                  <a:pt x="0" y="383"/>
                </a:cubicBezTo>
                <a:cubicBezTo>
                  <a:pt x="0" y="358"/>
                  <a:pt x="2" y="333"/>
                  <a:pt x="7" y="308"/>
                </a:cubicBezTo>
                <a:cubicBezTo>
                  <a:pt x="12" y="284"/>
                  <a:pt x="19" y="260"/>
                  <a:pt x="29" y="236"/>
                </a:cubicBezTo>
                <a:cubicBezTo>
                  <a:pt x="39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8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cubicBezTo>
                  <a:pt x="409" y="0"/>
                  <a:pt x="433" y="2"/>
                  <a:pt x="458" y="7"/>
                </a:cubicBezTo>
                <a:cubicBezTo>
                  <a:pt x="483" y="12"/>
                  <a:pt x="507" y="19"/>
                  <a:pt x="530" y="29"/>
                </a:cubicBezTo>
                <a:cubicBezTo>
                  <a:pt x="553" y="38"/>
                  <a:pt x="576" y="50"/>
                  <a:pt x="596" y="64"/>
                </a:cubicBezTo>
                <a:cubicBezTo>
                  <a:pt x="617" y="78"/>
                  <a:pt x="637" y="94"/>
                  <a:pt x="655" y="112"/>
                </a:cubicBezTo>
                <a:cubicBezTo>
                  <a:pt x="672" y="130"/>
                  <a:pt x="688" y="149"/>
                  <a:pt x="702" y="170"/>
                </a:cubicBezTo>
                <a:cubicBezTo>
                  <a:pt x="716" y="191"/>
                  <a:pt x="729" y="213"/>
                  <a:pt x="739" y="236"/>
                </a:cubicBezTo>
                <a:cubicBezTo>
                  <a:pt x="748" y="260"/>
                  <a:pt x="756" y="284"/>
                  <a:pt x="761" y="308"/>
                </a:cubicBezTo>
                <a:cubicBezTo>
                  <a:pt x="765" y="333"/>
                  <a:pt x="768" y="358"/>
                  <a:pt x="768" y="383"/>
                </a:cubicBezTo>
                <a:close/>
              </a:path>
            </a:pathLst>
          </a:custGeom>
          <a:solidFill>
            <a:srgbClr val="FDC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746960" y="3130920"/>
            <a:ext cx="902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Calm ·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6962760" y="318132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383"/>
                </a:moveTo>
                <a:cubicBezTo>
                  <a:pt x="768" y="408"/>
                  <a:pt x="765" y="433"/>
                  <a:pt x="760" y="458"/>
                </a:cubicBezTo>
                <a:cubicBezTo>
                  <a:pt x="756" y="483"/>
                  <a:pt x="748" y="507"/>
                  <a:pt x="739" y="530"/>
                </a:cubicBezTo>
                <a:cubicBezTo>
                  <a:pt x="729" y="553"/>
                  <a:pt x="717" y="575"/>
                  <a:pt x="703" y="596"/>
                </a:cubicBezTo>
                <a:cubicBezTo>
                  <a:pt x="689" y="617"/>
                  <a:pt x="673" y="637"/>
                  <a:pt x="655" y="655"/>
                </a:cubicBezTo>
                <a:cubicBezTo>
                  <a:pt x="638" y="672"/>
                  <a:pt x="618" y="688"/>
                  <a:pt x="597" y="702"/>
                </a:cubicBezTo>
                <a:cubicBezTo>
                  <a:pt x="576" y="716"/>
                  <a:pt x="554" y="728"/>
                  <a:pt x="531" y="738"/>
                </a:cubicBezTo>
                <a:cubicBezTo>
                  <a:pt x="508" y="747"/>
                  <a:pt x="484" y="756"/>
                  <a:pt x="459" y="761"/>
                </a:cubicBezTo>
                <a:cubicBezTo>
                  <a:pt x="434" y="765"/>
                  <a:pt x="409" y="768"/>
                  <a:pt x="384" y="768"/>
                </a:cubicBezTo>
                <a:cubicBezTo>
                  <a:pt x="359" y="768"/>
                  <a:pt x="334" y="765"/>
                  <a:pt x="309" y="761"/>
                </a:cubicBezTo>
                <a:cubicBezTo>
                  <a:pt x="285" y="756"/>
                  <a:pt x="261" y="747"/>
                  <a:pt x="237" y="738"/>
                </a:cubicBezTo>
                <a:cubicBezTo>
                  <a:pt x="213" y="728"/>
                  <a:pt x="191" y="716"/>
                  <a:pt x="170" y="702"/>
                </a:cubicBezTo>
                <a:cubicBezTo>
                  <a:pt x="149" y="688"/>
                  <a:pt x="130" y="672"/>
                  <a:pt x="112" y="655"/>
                </a:cubicBezTo>
                <a:cubicBezTo>
                  <a:pt x="94" y="637"/>
                  <a:pt x="78" y="617"/>
                  <a:pt x="64" y="596"/>
                </a:cubicBezTo>
                <a:cubicBezTo>
                  <a:pt x="50" y="575"/>
                  <a:pt x="38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3"/>
                  <a:pt x="0" y="408"/>
                  <a:pt x="0" y="383"/>
                </a:cubicBezTo>
                <a:cubicBezTo>
                  <a:pt x="0" y="358"/>
                  <a:pt x="2" y="333"/>
                  <a:pt x="7" y="308"/>
                </a:cubicBezTo>
                <a:cubicBezTo>
                  <a:pt x="12" y="284"/>
                  <a:pt x="19" y="260"/>
                  <a:pt x="29" y="236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8"/>
                  <a:pt x="237" y="29"/>
                </a:cubicBezTo>
                <a:cubicBezTo>
                  <a:pt x="261" y="19"/>
                  <a:pt x="285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cubicBezTo>
                  <a:pt x="409" y="0"/>
                  <a:pt x="434" y="2"/>
                  <a:pt x="459" y="7"/>
                </a:cubicBezTo>
                <a:cubicBezTo>
                  <a:pt x="484" y="12"/>
                  <a:pt x="508" y="19"/>
                  <a:pt x="531" y="29"/>
                </a:cubicBezTo>
                <a:cubicBezTo>
                  <a:pt x="554" y="38"/>
                  <a:pt x="576" y="50"/>
                  <a:pt x="597" y="64"/>
                </a:cubicBezTo>
                <a:cubicBezTo>
                  <a:pt x="618" y="78"/>
                  <a:pt x="638" y="94"/>
                  <a:pt x="655" y="112"/>
                </a:cubicBezTo>
                <a:cubicBezTo>
                  <a:pt x="673" y="130"/>
                  <a:pt x="689" y="149"/>
                  <a:pt x="703" y="170"/>
                </a:cubicBezTo>
                <a:cubicBezTo>
                  <a:pt x="717" y="191"/>
                  <a:pt x="729" y="213"/>
                  <a:pt x="739" y="236"/>
                </a:cubicBezTo>
                <a:cubicBezTo>
                  <a:pt x="748" y="260"/>
                  <a:pt x="756" y="284"/>
                  <a:pt x="760" y="308"/>
                </a:cubicBezTo>
                <a:cubicBezTo>
                  <a:pt x="765" y="333"/>
                  <a:pt x="768" y="358"/>
                  <a:pt x="768" y="383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5967720" y="3130920"/>
            <a:ext cx="993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Tense ·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252200" y="3130920"/>
            <a:ext cx="904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Critical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047600" y="4419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1"/>
                  <a:pt x="151" y="266"/>
                  <a:pt x="133" y="266"/>
                </a:cubicBezTo>
                <a:cubicBezTo>
                  <a:pt x="115" y="266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47720" y="3702600"/>
            <a:ext cx="760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Alerts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047600" y="4905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9" y="199"/>
                  <a:pt x="239" y="213"/>
                  <a:pt x="227" y="225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5"/>
                </a:cubicBezTo>
                <a:cubicBezTo>
                  <a:pt x="26" y="213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300320" y="4264560"/>
            <a:ext cx="6917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SMS push to elected leader when ward crosses threshold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047600" y="53910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300320" y="4750200"/>
            <a:ext cx="6622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Dashboard notification with ward name and top issues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300320" y="5235840"/>
            <a:ext cx="6500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7-day and 30-day trend charts for root-cause analysis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752400" y="1733400"/>
            <a:ext cx="1086120" cy="543240"/>
          </a:xfrm>
          <a:custGeom>
            <a:avLst/>
            <a:gdLst/>
            <a:ahLst/>
            <a:rect l="0" t="0" r="r" b="b"/>
            <a:pathLst>
              <a:path w="3017" h="1509">
                <a:moveTo>
                  <a:pt x="0" y="0"/>
                </a:moveTo>
                <a:lnTo>
                  <a:pt x="3017" y="0"/>
                </a:lnTo>
                <a:lnTo>
                  <a:pt x="30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838160" y="1733400"/>
            <a:ext cx="4219920" cy="543240"/>
          </a:xfrm>
          <a:custGeom>
            <a:avLst/>
            <a:gdLst/>
            <a:ahLst/>
            <a:rect l="0" t="0" r="r" b="b"/>
            <a:pathLst>
              <a:path w="11722" h="1509">
                <a:moveTo>
                  <a:pt x="0" y="0"/>
                </a:moveTo>
                <a:lnTo>
                  <a:pt x="11722" y="0"/>
                </a:lnTo>
                <a:lnTo>
                  <a:pt x="1172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752400" y="2276280"/>
            <a:ext cx="1086120" cy="533880"/>
          </a:xfrm>
          <a:custGeom>
            <a:avLst/>
            <a:gdLst/>
            <a:ahLst/>
            <a:rect l="0" t="0" r="r" b="b"/>
            <a:pathLst>
              <a:path w="3017" h="1483">
                <a:moveTo>
                  <a:pt x="0" y="0"/>
                </a:moveTo>
                <a:lnTo>
                  <a:pt x="3017" y="0"/>
                </a:lnTo>
                <a:lnTo>
                  <a:pt x="301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1838160" y="2276280"/>
            <a:ext cx="4219920" cy="533880"/>
          </a:xfrm>
          <a:custGeom>
            <a:avLst/>
            <a:gdLst/>
            <a:ahLst/>
            <a:rect l="0" t="0" r="r" b="b"/>
            <a:pathLst>
              <a:path w="11722" h="1483">
                <a:moveTo>
                  <a:pt x="0" y="0"/>
                </a:moveTo>
                <a:lnTo>
                  <a:pt x="11722" y="0"/>
                </a:lnTo>
                <a:lnTo>
                  <a:pt x="1172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752400" y="2809800"/>
            <a:ext cx="1086120" cy="543240"/>
          </a:xfrm>
          <a:custGeom>
            <a:avLst/>
            <a:gdLst/>
            <a:ahLst/>
            <a:rect l="0" t="0" r="r" b="b"/>
            <a:pathLst>
              <a:path w="3017" h="1509">
                <a:moveTo>
                  <a:pt x="0" y="0"/>
                </a:moveTo>
                <a:lnTo>
                  <a:pt x="3017" y="0"/>
                </a:lnTo>
                <a:lnTo>
                  <a:pt x="30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838160" y="2809800"/>
            <a:ext cx="4219920" cy="543240"/>
          </a:xfrm>
          <a:custGeom>
            <a:avLst/>
            <a:gdLst/>
            <a:ahLst/>
            <a:rect l="0" t="0" r="r" b="b"/>
            <a:pathLst>
              <a:path w="11722" h="1509">
                <a:moveTo>
                  <a:pt x="0" y="0"/>
                </a:moveTo>
                <a:lnTo>
                  <a:pt x="11722" y="0"/>
                </a:lnTo>
                <a:lnTo>
                  <a:pt x="1172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52400" y="3352680"/>
            <a:ext cx="1086120" cy="533520"/>
          </a:xfrm>
          <a:custGeom>
            <a:avLst/>
            <a:gdLst/>
            <a:ahLst/>
            <a:rect l="0" t="0" r="r" b="b"/>
            <a:pathLst>
              <a:path w="3017" h="1482">
                <a:moveTo>
                  <a:pt x="0" y="0"/>
                </a:moveTo>
                <a:lnTo>
                  <a:pt x="3017" y="0"/>
                </a:lnTo>
                <a:lnTo>
                  <a:pt x="301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838160" y="3352680"/>
            <a:ext cx="4219920" cy="533520"/>
          </a:xfrm>
          <a:custGeom>
            <a:avLst/>
            <a:gdLst/>
            <a:ahLst/>
            <a:rect l="0" t="0" r="r" b="b"/>
            <a:pathLst>
              <a:path w="11722" h="1482">
                <a:moveTo>
                  <a:pt x="0" y="0"/>
                </a:moveTo>
                <a:lnTo>
                  <a:pt x="11722" y="0"/>
                </a:lnTo>
                <a:lnTo>
                  <a:pt x="1172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752400" y="3885840"/>
            <a:ext cx="1086120" cy="543600"/>
          </a:xfrm>
          <a:custGeom>
            <a:avLst/>
            <a:gdLst/>
            <a:ahLst/>
            <a:rect l="0" t="0" r="r" b="b"/>
            <a:pathLst>
              <a:path w="3017" h="1510">
                <a:moveTo>
                  <a:pt x="0" y="0"/>
                </a:moveTo>
                <a:lnTo>
                  <a:pt x="3017" y="0"/>
                </a:lnTo>
                <a:lnTo>
                  <a:pt x="301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838160" y="3885840"/>
            <a:ext cx="4219920" cy="543600"/>
          </a:xfrm>
          <a:custGeom>
            <a:avLst/>
            <a:gdLst/>
            <a:ahLst/>
            <a:rect l="0" t="0" r="r" b="b"/>
            <a:pathLst>
              <a:path w="11722" h="1510">
                <a:moveTo>
                  <a:pt x="0" y="0"/>
                </a:moveTo>
                <a:lnTo>
                  <a:pt x="11722" y="0"/>
                </a:lnTo>
                <a:lnTo>
                  <a:pt x="11722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752400" y="1733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752400" y="17334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828440" y="1733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838160" y="1733400"/>
            <a:ext cx="4219920" cy="9720"/>
          </a:xfrm>
          <a:custGeom>
            <a:avLst/>
            <a:gdLst/>
            <a:ahLst/>
            <a:rect l="0" t="0" r="r" b="b"/>
            <a:pathLst>
              <a:path w="11722" h="27">
                <a:moveTo>
                  <a:pt x="0" y="0"/>
                </a:moveTo>
                <a:lnTo>
                  <a:pt x="11722" y="0"/>
                </a:lnTo>
                <a:lnTo>
                  <a:pt x="11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048360" y="1733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752400" y="22669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838160" y="2266920"/>
            <a:ext cx="4219920" cy="9720"/>
          </a:xfrm>
          <a:custGeom>
            <a:avLst/>
            <a:gdLst/>
            <a:ahLst/>
            <a:rect l="0" t="0" r="r" b="b"/>
            <a:pathLst>
              <a:path w="11722" h="27">
                <a:moveTo>
                  <a:pt x="0" y="0"/>
                </a:moveTo>
                <a:lnTo>
                  <a:pt x="11722" y="0"/>
                </a:lnTo>
                <a:lnTo>
                  <a:pt x="11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752400" y="2276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828440" y="2276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048360" y="2276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52400" y="2819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752400" y="28098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828440" y="28191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838160" y="2809800"/>
            <a:ext cx="4219920" cy="9720"/>
          </a:xfrm>
          <a:custGeom>
            <a:avLst/>
            <a:gdLst/>
            <a:ahLst/>
            <a:rect l="0" t="0" r="r" b="b"/>
            <a:pathLst>
              <a:path w="11722" h="27">
                <a:moveTo>
                  <a:pt x="0" y="0"/>
                </a:moveTo>
                <a:lnTo>
                  <a:pt x="11722" y="0"/>
                </a:lnTo>
                <a:lnTo>
                  <a:pt x="11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048360" y="2819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752400" y="3352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752400" y="334296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828440" y="3352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838160" y="3342960"/>
            <a:ext cx="4219920" cy="10080"/>
          </a:xfrm>
          <a:custGeom>
            <a:avLst/>
            <a:gdLst/>
            <a:ahLst/>
            <a:rect l="0" t="0" r="r" b="b"/>
            <a:pathLst>
              <a:path w="11722" h="28">
                <a:moveTo>
                  <a:pt x="0" y="0"/>
                </a:moveTo>
                <a:lnTo>
                  <a:pt x="11722" y="0"/>
                </a:lnTo>
                <a:lnTo>
                  <a:pt x="117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6048360" y="3352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752400" y="3895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752400" y="388584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828440" y="38955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838160" y="3885840"/>
            <a:ext cx="4219920" cy="10080"/>
          </a:xfrm>
          <a:custGeom>
            <a:avLst/>
            <a:gdLst/>
            <a:ahLst/>
            <a:rect l="0" t="0" r="r" b="b"/>
            <a:pathLst>
              <a:path w="11722" h="28">
                <a:moveTo>
                  <a:pt x="0" y="0"/>
                </a:moveTo>
                <a:lnTo>
                  <a:pt x="11722" y="0"/>
                </a:lnTo>
                <a:lnTo>
                  <a:pt x="117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048360" y="3895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752400" y="441936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838160" y="4419360"/>
            <a:ext cx="4219920" cy="10080"/>
          </a:xfrm>
          <a:custGeom>
            <a:avLst/>
            <a:gdLst/>
            <a:ahLst/>
            <a:rect l="0" t="0" r="r" b="b"/>
            <a:pathLst>
              <a:path w="11722" h="28">
                <a:moveTo>
                  <a:pt x="0" y="0"/>
                </a:moveTo>
                <a:lnTo>
                  <a:pt x="11722" y="0"/>
                </a:lnTo>
                <a:lnTo>
                  <a:pt x="117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47720" y="875520"/>
            <a:ext cx="34156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Roles &amp; Security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018800" y="1816560"/>
            <a:ext cx="577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Role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3528720" y="1816560"/>
            <a:ext cx="851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Access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880920" y="2350080"/>
            <a:ext cx="823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Citizen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962360" y="2350080"/>
            <a:ext cx="1795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File, track, chat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880920" y="2892960"/>
            <a:ext cx="81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Officer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962360" y="2892960"/>
            <a:ext cx="35118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View assigned, update status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880920" y="3426120"/>
            <a:ext cx="817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Leader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962360" y="3426120"/>
            <a:ext cx="3958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NayakAI, SentinelPulse, all wards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880920" y="3969000"/>
            <a:ext cx="801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047600" y="47527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962360" y="3969000"/>
            <a:ext cx="3680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Full system, user management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047600" y="52387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300320" y="4597920"/>
            <a:ext cx="4346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JWT 60-min tokens · bcrypt hashing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047600" y="5724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300320" y="5083560"/>
            <a:ext cx="3538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Supabase Row-Level Security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300320" y="5569200"/>
            <a:ext cx="3159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HTTPS enforced on Vercel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47720" y="1161360"/>
            <a:ext cx="2556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Deployment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47720" y="2026080"/>
            <a:ext cx="4962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Frontend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React + Vite on Vercel CDN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724360" y="2628720"/>
            <a:ext cx="1743480" cy="371880"/>
          </a:xfrm>
          <a:custGeom>
            <a:avLst/>
            <a:gdLst/>
            <a:ahLst/>
            <a:rect l="0" t="0" r="r" b="b"/>
            <a:pathLst>
              <a:path w="4843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684" y="0"/>
                </a:lnTo>
                <a:cubicBezTo>
                  <a:pt x="4695" y="0"/>
                  <a:pt x="4705" y="1"/>
                  <a:pt x="4715" y="3"/>
                </a:cubicBezTo>
                <a:cubicBezTo>
                  <a:pt x="4725" y="5"/>
                  <a:pt x="4735" y="8"/>
                  <a:pt x="4745" y="12"/>
                </a:cubicBezTo>
                <a:cubicBezTo>
                  <a:pt x="4754" y="16"/>
                  <a:pt x="4764" y="21"/>
                  <a:pt x="4772" y="27"/>
                </a:cubicBezTo>
                <a:cubicBezTo>
                  <a:pt x="4781" y="33"/>
                  <a:pt x="4789" y="39"/>
                  <a:pt x="4796" y="46"/>
                </a:cubicBezTo>
                <a:cubicBezTo>
                  <a:pt x="4804" y="54"/>
                  <a:pt x="4810" y="62"/>
                  <a:pt x="4816" y="71"/>
                </a:cubicBezTo>
                <a:cubicBezTo>
                  <a:pt x="4822" y="79"/>
                  <a:pt x="4827" y="88"/>
                  <a:pt x="4831" y="98"/>
                </a:cubicBezTo>
                <a:cubicBezTo>
                  <a:pt x="4835" y="108"/>
                  <a:pt x="4838" y="118"/>
                  <a:pt x="4840" y="128"/>
                </a:cubicBezTo>
                <a:cubicBezTo>
                  <a:pt x="4842" y="138"/>
                  <a:pt x="4843" y="148"/>
                  <a:pt x="4843" y="159"/>
                </a:cubicBezTo>
                <a:lnTo>
                  <a:pt x="4843" y="874"/>
                </a:lnTo>
                <a:cubicBezTo>
                  <a:pt x="4843" y="885"/>
                  <a:pt x="4842" y="895"/>
                  <a:pt x="4840" y="905"/>
                </a:cubicBezTo>
                <a:cubicBezTo>
                  <a:pt x="4838" y="915"/>
                  <a:pt x="4835" y="925"/>
                  <a:pt x="4831" y="935"/>
                </a:cubicBezTo>
                <a:cubicBezTo>
                  <a:pt x="4827" y="945"/>
                  <a:pt x="4822" y="954"/>
                  <a:pt x="4816" y="962"/>
                </a:cubicBezTo>
                <a:cubicBezTo>
                  <a:pt x="4810" y="971"/>
                  <a:pt x="4804" y="979"/>
                  <a:pt x="4796" y="986"/>
                </a:cubicBezTo>
                <a:cubicBezTo>
                  <a:pt x="4789" y="994"/>
                  <a:pt x="4781" y="1000"/>
                  <a:pt x="4772" y="1006"/>
                </a:cubicBezTo>
                <a:cubicBezTo>
                  <a:pt x="4764" y="1012"/>
                  <a:pt x="4754" y="1017"/>
                  <a:pt x="4745" y="1021"/>
                </a:cubicBezTo>
                <a:cubicBezTo>
                  <a:pt x="4735" y="1025"/>
                  <a:pt x="4725" y="1028"/>
                  <a:pt x="4715" y="1030"/>
                </a:cubicBezTo>
                <a:cubicBezTo>
                  <a:pt x="4705" y="1032"/>
                  <a:pt x="4695" y="1033"/>
                  <a:pt x="4684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47720" y="2597400"/>
            <a:ext cx="5046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Backend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FastAPI on Vercel serverless (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5821920" y="272052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api/index.py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464960" y="25974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47720" y="3169080"/>
            <a:ext cx="7724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Database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Supabase PostgreSQL, region ap-south-1 Mumbai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047600" y="44575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304640" y="4333680"/>
            <a:ext cx="2896200" cy="371880"/>
          </a:xfrm>
          <a:custGeom>
            <a:avLst/>
            <a:gdLst/>
            <a:ahLst/>
            <a:rect l="0" t="0" r="r" b="b"/>
            <a:pathLst>
              <a:path w="804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7886" y="0"/>
                </a:lnTo>
                <a:cubicBezTo>
                  <a:pt x="7896" y="0"/>
                  <a:pt x="7907" y="1"/>
                  <a:pt x="7917" y="3"/>
                </a:cubicBezTo>
                <a:cubicBezTo>
                  <a:pt x="7927" y="5"/>
                  <a:pt x="7937" y="8"/>
                  <a:pt x="7947" y="12"/>
                </a:cubicBezTo>
                <a:cubicBezTo>
                  <a:pt x="7956" y="16"/>
                  <a:pt x="7965" y="21"/>
                  <a:pt x="7974" y="27"/>
                </a:cubicBezTo>
                <a:cubicBezTo>
                  <a:pt x="7983" y="33"/>
                  <a:pt x="7991" y="39"/>
                  <a:pt x="7998" y="47"/>
                </a:cubicBezTo>
                <a:cubicBezTo>
                  <a:pt x="8005" y="54"/>
                  <a:pt x="8012" y="62"/>
                  <a:pt x="8018" y="71"/>
                </a:cubicBezTo>
                <a:cubicBezTo>
                  <a:pt x="8024" y="79"/>
                  <a:pt x="8029" y="88"/>
                  <a:pt x="8033" y="98"/>
                </a:cubicBezTo>
                <a:cubicBezTo>
                  <a:pt x="8037" y="108"/>
                  <a:pt x="8040" y="118"/>
                  <a:pt x="8042" y="128"/>
                </a:cubicBezTo>
                <a:cubicBezTo>
                  <a:pt x="8044" y="138"/>
                  <a:pt x="8045" y="148"/>
                  <a:pt x="8045" y="159"/>
                </a:cubicBezTo>
                <a:lnTo>
                  <a:pt x="8045" y="874"/>
                </a:lnTo>
                <a:cubicBezTo>
                  <a:pt x="8045" y="885"/>
                  <a:pt x="8044" y="895"/>
                  <a:pt x="8042" y="905"/>
                </a:cubicBezTo>
                <a:cubicBezTo>
                  <a:pt x="8040" y="915"/>
                  <a:pt x="8037" y="925"/>
                  <a:pt x="8033" y="935"/>
                </a:cubicBezTo>
                <a:cubicBezTo>
                  <a:pt x="8029" y="945"/>
                  <a:pt x="8024" y="954"/>
                  <a:pt x="8018" y="962"/>
                </a:cubicBezTo>
                <a:cubicBezTo>
                  <a:pt x="8012" y="971"/>
                  <a:pt x="8005" y="979"/>
                  <a:pt x="7998" y="986"/>
                </a:cubicBezTo>
                <a:cubicBezTo>
                  <a:pt x="7991" y="994"/>
                  <a:pt x="7983" y="1000"/>
                  <a:pt x="7974" y="1006"/>
                </a:cubicBezTo>
                <a:cubicBezTo>
                  <a:pt x="7965" y="1012"/>
                  <a:pt x="7956" y="1017"/>
                  <a:pt x="7947" y="1021"/>
                </a:cubicBezTo>
                <a:cubicBezTo>
                  <a:pt x="7937" y="1025"/>
                  <a:pt x="7927" y="1028"/>
                  <a:pt x="7917" y="1030"/>
                </a:cubicBezTo>
                <a:cubicBezTo>
                  <a:pt x="7907" y="1032"/>
                  <a:pt x="7896" y="1033"/>
                  <a:pt x="7886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47720" y="3731040"/>
            <a:ext cx="2238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Webhooks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1047600" y="49431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1304640" y="4819320"/>
            <a:ext cx="2248200" cy="371880"/>
          </a:xfrm>
          <a:custGeom>
            <a:avLst/>
            <a:gdLst/>
            <a:ahLst/>
            <a:rect l="0" t="0" r="r" b="b"/>
            <a:pathLst>
              <a:path w="6245" h="1033">
                <a:moveTo>
                  <a:pt x="0" y="87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087" y="0"/>
                </a:lnTo>
                <a:cubicBezTo>
                  <a:pt x="6097" y="0"/>
                  <a:pt x="6107" y="1"/>
                  <a:pt x="6118" y="3"/>
                </a:cubicBezTo>
                <a:cubicBezTo>
                  <a:pt x="6128" y="5"/>
                  <a:pt x="6138" y="9"/>
                  <a:pt x="6147" y="12"/>
                </a:cubicBezTo>
                <a:cubicBezTo>
                  <a:pt x="6157" y="16"/>
                  <a:pt x="6166" y="21"/>
                  <a:pt x="6175" y="27"/>
                </a:cubicBezTo>
                <a:cubicBezTo>
                  <a:pt x="6184" y="33"/>
                  <a:pt x="6192" y="40"/>
                  <a:pt x="6199" y="47"/>
                </a:cubicBezTo>
                <a:cubicBezTo>
                  <a:pt x="6206" y="54"/>
                  <a:pt x="6213" y="62"/>
                  <a:pt x="6219" y="71"/>
                </a:cubicBezTo>
                <a:cubicBezTo>
                  <a:pt x="6224" y="80"/>
                  <a:pt x="6229" y="89"/>
                  <a:pt x="6233" y="98"/>
                </a:cubicBezTo>
                <a:cubicBezTo>
                  <a:pt x="6237" y="108"/>
                  <a:pt x="6240" y="118"/>
                  <a:pt x="6242" y="128"/>
                </a:cubicBezTo>
                <a:cubicBezTo>
                  <a:pt x="6244" y="138"/>
                  <a:pt x="6245" y="149"/>
                  <a:pt x="6245" y="159"/>
                </a:cubicBezTo>
                <a:lnTo>
                  <a:pt x="6245" y="875"/>
                </a:lnTo>
                <a:cubicBezTo>
                  <a:pt x="6245" y="885"/>
                  <a:pt x="6244" y="895"/>
                  <a:pt x="6242" y="906"/>
                </a:cubicBezTo>
                <a:cubicBezTo>
                  <a:pt x="6240" y="916"/>
                  <a:pt x="6237" y="926"/>
                  <a:pt x="6233" y="935"/>
                </a:cubicBezTo>
                <a:cubicBezTo>
                  <a:pt x="6229" y="945"/>
                  <a:pt x="6224" y="954"/>
                  <a:pt x="6219" y="963"/>
                </a:cubicBezTo>
                <a:cubicBezTo>
                  <a:pt x="6213" y="971"/>
                  <a:pt x="6206" y="979"/>
                  <a:pt x="6199" y="987"/>
                </a:cubicBezTo>
                <a:cubicBezTo>
                  <a:pt x="6192" y="994"/>
                  <a:pt x="6184" y="1001"/>
                  <a:pt x="6175" y="1007"/>
                </a:cubicBezTo>
                <a:cubicBezTo>
                  <a:pt x="6166" y="1012"/>
                  <a:pt x="6157" y="1017"/>
                  <a:pt x="6147" y="1021"/>
                </a:cubicBezTo>
                <a:cubicBezTo>
                  <a:pt x="6138" y="1025"/>
                  <a:pt x="6128" y="1028"/>
                  <a:pt x="6118" y="1030"/>
                </a:cubicBezTo>
                <a:cubicBezTo>
                  <a:pt x="6107" y="1032"/>
                  <a:pt x="6097" y="1033"/>
                  <a:pt x="6087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393920" y="442548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/api/whatsapp/inbound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047600" y="54291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304640" y="5314680"/>
            <a:ext cx="2505600" cy="362520"/>
          </a:xfrm>
          <a:custGeom>
            <a:avLst/>
            <a:gdLst/>
            <a:ahLst/>
            <a:rect l="0" t="0" r="r" b="b"/>
            <a:pathLst>
              <a:path w="6960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800" y="0"/>
                </a:lnTo>
                <a:cubicBezTo>
                  <a:pt x="6811" y="0"/>
                  <a:pt x="6822" y="1"/>
                  <a:pt x="6832" y="3"/>
                </a:cubicBezTo>
                <a:cubicBezTo>
                  <a:pt x="6842" y="5"/>
                  <a:pt x="6852" y="8"/>
                  <a:pt x="6862" y="12"/>
                </a:cubicBezTo>
                <a:cubicBezTo>
                  <a:pt x="6871" y="16"/>
                  <a:pt x="6881" y="21"/>
                  <a:pt x="6889" y="27"/>
                </a:cubicBezTo>
                <a:cubicBezTo>
                  <a:pt x="6898" y="33"/>
                  <a:pt x="6906" y="39"/>
                  <a:pt x="6913" y="47"/>
                </a:cubicBezTo>
                <a:cubicBezTo>
                  <a:pt x="6921" y="54"/>
                  <a:pt x="6927" y="62"/>
                  <a:pt x="6933" y="71"/>
                </a:cubicBezTo>
                <a:cubicBezTo>
                  <a:pt x="6939" y="79"/>
                  <a:pt x="6944" y="89"/>
                  <a:pt x="6948" y="98"/>
                </a:cubicBezTo>
                <a:cubicBezTo>
                  <a:pt x="6952" y="108"/>
                  <a:pt x="6955" y="118"/>
                  <a:pt x="6957" y="128"/>
                </a:cubicBezTo>
                <a:cubicBezTo>
                  <a:pt x="6959" y="138"/>
                  <a:pt x="6960" y="149"/>
                  <a:pt x="6960" y="159"/>
                </a:cubicBezTo>
                <a:lnTo>
                  <a:pt x="6960" y="848"/>
                </a:lnTo>
                <a:cubicBezTo>
                  <a:pt x="6960" y="858"/>
                  <a:pt x="6959" y="869"/>
                  <a:pt x="6957" y="879"/>
                </a:cubicBezTo>
                <a:cubicBezTo>
                  <a:pt x="6955" y="889"/>
                  <a:pt x="6952" y="899"/>
                  <a:pt x="6948" y="909"/>
                </a:cubicBezTo>
                <a:cubicBezTo>
                  <a:pt x="6944" y="918"/>
                  <a:pt x="6939" y="927"/>
                  <a:pt x="6933" y="936"/>
                </a:cubicBezTo>
                <a:cubicBezTo>
                  <a:pt x="6927" y="945"/>
                  <a:pt x="6921" y="953"/>
                  <a:pt x="6913" y="960"/>
                </a:cubicBezTo>
                <a:cubicBezTo>
                  <a:pt x="6906" y="968"/>
                  <a:pt x="6898" y="974"/>
                  <a:pt x="6889" y="980"/>
                </a:cubicBezTo>
                <a:cubicBezTo>
                  <a:pt x="6881" y="986"/>
                  <a:pt x="6871" y="991"/>
                  <a:pt x="6862" y="995"/>
                </a:cubicBezTo>
                <a:cubicBezTo>
                  <a:pt x="6852" y="999"/>
                  <a:pt x="6842" y="1002"/>
                  <a:pt x="6832" y="1004"/>
                </a:cubicBezTo>
                <a:cubicBezTo>
                  <a:pt x="6822" y="1006"/>
                  <a:pt x="6811" y="1007"/>
                  <a:pt x="6800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1393920" y="491112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/api/sms/inbound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393920" y="5406480"/>
            <a:ext cx="2323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/api/voice/inbound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752400" y="1723680"/>
            <a:ext cx="4248360" cy="543600"/>
          </a:xfrm>
          <a:custGeom>
            <a:avLst/>
            <a:gdLst/>
            <a:ahLst/>
            <a:rect l="0" t="0" r="r" b="b"/>
            <a:pathLst>
              <a:path w="11801" h="1510">
                <a:moveTo>
                  <a:pt x="0" y="0"/>
                </a:moveTo>
                <a:lnTo>
                  <a:pt x="11801" y="0"/>
                </a:lnTo>
                <a:lnTo>
                  <a:pt x="1180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5000400" y="1723680"/>
            <a:ext cx="2895840" cy="543600"/>
          </a:xfrm>
          <a:custGeom>
            <a:avLst/>
            <a:gdLst/>
            <a:ahLst/>
            <a:rect l="0" t="0" r="r" b="b"/>
            <a:pathLst>
              <a:path w="8044" h="1510">
                <a:moveTo>
                  <a:pt x="0" y="0"/>
                </a:moveTo>
                <a:lnTo>
                  <a:pt x="8044" y="0"/>
                </a:lnTo>
                <a:lnTo>
                  <a:pt x="804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752400" y="2266920"/>
            <a:ext cx="4248360" cy="533520"/>
          </a:xfrm>
          <a:custGeom>
            <a:avLst/>
            <a:gdLst/>
            <a:ahLst/>
            <a:rect l="0" t="0" r="r" b="b"/>
            <a:pathLst>
              <a:path w="11801" h="1482">
                <a:moveTo>
                  <a:pt x="0" y="0"/>
                </a:moveTo>
                <a:lnTo>
                  <a:pt x="11801" y="0"/>
                </a:lnTo>
                <a:lnTo>
                  <a:pt x="1180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000400" y="2266920"/>
            <a:ext cx="2895840" cy="533520"/>
          </a:xfrm>
          <a:custGeom>
            <a:avLst/>
            <a:gdLst/>
            <a:ahLst/>
            <a:rect l="0" t="0" r="r" b="b"/>
            <a:pathLst>
              <a:path w="8044" h="1482">
                <a:moveTo>
                  <a:pt x="0" y="0"/>
                </a:moveTo>
                <a:lnTo>
                  <a:pt x="8044" y="0"/>
                </a:lnTo>
                <a:lnTo>
                  <a:pt x="804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52400" y="2800080"/>
            <a:ext cx="4248360" cy="543240"/>
          </a:xfrm>
          <a:custGeom>
            <a:avLst/>
            <a:gdLst/>
            <a:ahLst/>
            <a:rect l="0" t="0" r="r" b="b"/>
            <a:pathLst>
              <a:path w="11801" h="1509">
                <a:moveTo>
                  <a:pt x="0" y="0"/>
                </a:moveTo>
                <a:lnTo>
                  <a:pt x="11801" y="0"/>
                </a:lnTo>
                <a:lnTo>
                  <a:pt x="1180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5000400" y="2800080"/>
            <a:ext cx="2895840" cy="543240"/>
          </a:xfrm>
          <a:custGeom>
            <a:avLst/>
            <a:gdLst/>
            <a:ahLst/>
            <a:rect l="0" t="0" r="r" b="b"/>
            <a:pathLst>
              <a:path w="8044" h="1509">
                <a:moveTo>
                  <a:pt x="0" y="0"/>
                </a:moveTo>
                <a:lnTo>
                  <a:pt x="8044" y="0"/>
                </a:lnTo>
                <a:lnTo>
                  <a:pt x="804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752400" y="3342960"/>
            <a:ext cx="4248360" cy="533880"/>
          </a:xfrm>
          <a:custGeom>
            <a:avLst/>
            <a:gdLst/>
            <a:ahLst/>
            <a:rect l="0" t="0" r="r" b="b"/>
            <a:pathLst>
              <a:path w="11801" h="1483">
                <a:moveTo>
                  <a:pt x="0" y="0"/>
                </a:moveTo>
                <a:lnTo>
                  <a:pt x="11801" y="0"/>
                </a:lnTo>
                <a:lnTo>
                  <a:pt x="1180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000400" y="3342960"/>
            <a:ext cx="2895840" cy="533880"/>
          </a:xfrm>
          <a:custGeom>
            <a:avLst/>
            <a:gdLst/>
            <a:ahLst/>
            <a:rect l="0" t="0" r="r" b="b"/>
            <a:pathLst>
              <a:path w="8044" h="1483">
                <a:moveTo>
                  <a:pt x="0" y="0"/>
                </a:moveTo>
                <a:lnTo>
                  <a:pt x="8044" y="0"/>
                </a:lnTo>
                <a:lnTo>
                  <a:pt x="804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752400" y="3876480"/>
            <a:ext cx="4248360" cy="543240"/>
          </a:xfrm>
          <a:custGeom>
            <a:avLst/>
            <a:gdLst/>
            <a:ahLst/>
            <a:rect l="0" t="0" r="r" b="b"/>
            <a:pathLst>
              <a:path w="11801" h="1509">
                <a:moveTo>
                  <a:pt x="0" y="0"/>
                </a:moveTo>
                <a:lnTo>
                  <a:pt x="11801" y="0"/>
                </a:lnTo>
                <a:lnTo>
                  <a:pt x="1180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000400" y="3876480"/>
            <a:ext cx="2895840" cy="543240"/>
          </a:xfrm>
          <a:custGeom>
            <a:avLst/>
            <a:gdLst/>
            <a:ahLst/>
            <a:rect l="0" t="0" r="r" b="b"/>
            <a:pathLst>
              <a:path w="8044" h="1509">
                <a:moveTo>
                  <a:pt x="0" y="0"/>
                </a:moveTo>
                <a:lnTo>
                  <a:pt x="8044" y="0"/>
                </a:lnTo>
                <a:lnTo>
                  <a:pt x="804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52400" y="17236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752400" y="1723680"/>
            <a:ext cx="4258080" cy="10080"/>
          </a:xfrm>
          <a:custGeom>
            <a:avLst/>
            <a:gdLst/>
            <a:ah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000400" y="17236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010120" y="172368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895880" y="17236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752400" y="2257200"/>
            <a:ext cx="4258080" cy="10080"/>
          </a:xfrm>
          <a:custGeom>
            <a:avLst/>
            <a:gdLst/>
            <a:ah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010120" y="225720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752400" y="22669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000400" y="22669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895880" y="22669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52400" y="28098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752400" y="2800080"/>
            <a:ext cx="4258080" cy="10080"/>
          </a:xfrm>
          <a:custGeom>
            <a:avLst/>
            <a:gdLst/>
            <a:ah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5000400" y="28098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010120" y="280008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895880" y="28098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752400" y="33429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752400" y="3333600"/>
            <a:ext cx="4258080" cy="9720"/>
          </a:xfrm>
          <a:custGeom>
            <a:avLst/>
            <a:gdLst/>
            <a:ah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000400" y="33429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010120" y="3333600"/>
            <a:ext cx="2895840" cy="9720"/>
          </a:xfrm>
          <a:custGeom>
            <a:avLst/>
            <a:gdLst/>
            <a:ahLst/>
            <a:rect l="0" t="0" r="r" b="b"/>
            <a:pathLst>
              <a:path w="8044" h="27">
                <a:moveTo>
                  <a:pt x="0" y="0"/>
                </a:moveTo>
                <a:lnTo>
                  <a:pt x="8044" y="0"/>
                </a:lnTo>
                <a:lnTo>
                  <a:pt x="8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895880" y="33429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52400" y="38858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752400" y="3876480"/>
            <a:ext cx="4258080" cy="9720"/>
          </a:xfrm>
          <a:custGeom>
            <a:avLst/>
            <a:gdLst/>
            <a:ah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5000400" y="38858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010120" y="3876480"/>
            <a:ext cx="2895840" cy="9720"/>
          </a:xfrm>
          <a:custGeom>
            <a:avLst/>
            <a:gdLst/>
            <a:ahLst/>
            <a:rect l="0" t="0" r="r" b="b"/>
            <a:pathLst>
              <a:path w="8044" h="27">
                <a:moveTo>
                  <a:pt x="0" y="0"/>
                </a:moveTo>
                <a:lnTo>
                  <a:pt x="8044" y="0"/>
                </a:lnTo>
                <a:lnTo>
                  <a:pt x="8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7895880" y="38858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752400" y="4410000"/>
            <a:ext cx="4258080" cy="9720"/>
          </a:xfrm>
          <a:custGeom>
            <a:avLst/>
            <a:gdLst/>
            <a:ah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010120" y="4410000"/>
            <a:ext cx="2895840" cy="9720"/>
          </a:xfrm>
          <a:custGeom>
            <a:avLst/>
            <a:gdLst/>
            <a:ahLst/>
            <a:rect l="0" t="0" r="r" b="b"/>
            <a:pathLst>
              <a:path w="8044" h="27">
                <a:moveTo>
                  <a:pt x="0" y="0"/>
                </a:moveTo>
                <a:lnTo>
                  <a:pt x="8044" y="0"/>
                </a:lnTo>
                <a:lnTo>
                  <a:pt x="8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47720" y="866160"/>
            <a:ext cx="1441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Impact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473560" y="1806840"/>
            <a:ext cx="841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Metric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6109920" y="1806840"/>
            <a:ext cx="727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Value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880920" y="2340360"/>
            <a:ext cx="4003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Citizens reachable via SMS/Voice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5129640" y="2340360"/>
            <a:ext cx="1543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800 Million+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880920" y="2883240"/>
            <a:ext cx="3902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Misdirected complaints reduced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5129640" y="2883240"/>
            <a:ext cx="712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~70%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880920" y="3416760"/>
            <a:ext cx="2640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Languages supported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5129640" y="3416760"/>
            <a:ext cx="2639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10+ Indian languages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880920" y="3959640"/>
            <a:ext cx="2207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Infrastructure cost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5129640" y="395964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$0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47720" y="4588200"/>
            <a:ext cx="4933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GrievanceOS · NayakAI · SentinelPulse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771480" y="5788440"/>
            <a:ext cx="276480" cy="69480"/>
          </a:xfrm>
          <a:custGeom>
            <a:avLst/>
            <a:gdLst/>
            <a:ahLst/>
            <a:rect l="0" t="0" r="r" b="b"/>
            <a:pathLst>
              <a:path w="768" h="193">
                <a:moveTo>
                  <a:pt x="0" y="107"/>
                </a:moveTo>
                <a:cubicBezTo>
                  <a:pt x="0" y="119"/>
                  <a:pt x="2" y="130"/>
                  <a:pt x="6" y="140"/>
                </a:cubicBezTo>
                <a:cubicBezTo>
                  <a:pt x="10" y="150"/>
                  <a:pt x="17" y="160"/>
                  <a:pt x="25" y="168"/>
                </a:cubicBezTo>
                <a:cubicBezTo>
                  <a:pt x="33" y="176"/>
                  <a:pt x="42" y="182"/>
                  <a:pt x="52" y="186"/>
                </a:cubicBezTo>
                <a:cubicBezTo>
                  <a:pt x="63" y="190"/>
                  <a:pt x="74" y="193"/>
                  <a:pt x="85" y="193"/>
                </a:cubicBezTo>
                <a:lnTo>
                  <a:pt x="683" y="193"/>
                </a:lnTo>
                <a:cubicBezTo>
                  <a:pt x="694" y="193"/>
                  <a:pt x="705" y="190"/>
                  <a:pt x="715" y="186"/>
                </a:cubicBezTo>
                <a:cubicBezTo>
                  <a:pt x="726" y="182"/>
                  <a:pt x="735" y="176"/>
                  <a:pt x="743" y="168"/>
                </a:cubicBezTo>
                <a:cubicBezTo>
                  <a:pt x="751" y="160"/>
                  <a:pt x="757" y="150"/>
                  <a:pt x="761" y="140"/>
                </a:cubicBezTo>
                <a:cubicBezTo>
                  <a:pt x="766" y="130"/>
                  <a:pt x="768" y="119"/>
                  <a:pt x="768" y="107"/>
                </a:cubicBezTo>
                <a:lnTo>
                  <a:pt x="768" y="0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771480" y="5657760"/>
            <a:ext cx="276480" cy="69480"/>
          </a:xfrm>
          <a:custGeom>
            <a:avLst/>
            <a:gdLst/>
            <a:ahLst/>
            <a:rect l="0" t="0" r="r" b="b"/>
            <a:pathLst>
              <a:path w="768" h="193">
                <a:moveTo>
                  <a:pt x="768" y="87"/>
                </a:moveTo>
                <a:cubicBezTo>
                  <a:pt x="768" y="75"/>
                  <a:pt x="766" y="65"/>
                  <a:pt x="761" y="54"/>
                </a:cubicBezTo>
                <a:cubicBezTo>
                  <a:pt x="757" y="44"/>
                  <a:pt x="751" y="33"/>
                  <a:pt x="743" y="25"/>
                </a:cubicBezTo>
                <a:cubicBezTo>
                  <a:pt x="735" y="17"/>
                  <a:pt x="726" y="11"/>
                  <a:pt x="715" y="7"/>
                </a:cubicBezTo>
                <a:cubicBezTo>
                  <a:pt x="705" y="3"/>
                  <a:pt x="694" y="0"/>
                  <a:pt x="683" y="0"/>
                </a:cubicBezTo>
                <a:lnTo>
                  <a:pt x="85" y="0"/>
                </a:lnTo>
                <a:cubicBezTo>
                  <a:pt x="74" y="0"/>
                  <a:pt x="63" y="3"/>
                  <a:pt x="52" y="7"/>
                </a:cubicBezTo>
                <a:cubicBezTo>
                  <a:pt x="42" y="11"/>
                  <a:pt x="33" y="17"/>
                  <a:pt x="25" y="25"/>
                </a:cubicBezTo>
                <a:cubicBezTo>
                  <a:pt x="17" y="33"/>
                  <a:pt x="10" y="44"/>
                  <a:pt x="6" y="54"/>
                </a:cubicBezTo>
                <a:cubicBezTo>
                  <a:pt x="2" y="65"/>
                  <a:pt x="0" y="75"/>
                  <a:pt x="0" y="87"/>
                </a:cubicBezTo>
                <a:lnTo>
                  <a:pt x="0" y="193"/>
                </a:lnTo>
                <a:lnTo>
                  <a:pt x="768" y="193"/>
                </a:lnTo>
                <a:lnTo>
                  <a:pt x="768" y="87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771480" y="5724360"/>
            <a:ext cx="276480" cy="66960"/>
          </a:xfrm>
          <a:custGeom>
            <a:avLst/>
            <a:gdLst/>
            <a:ahLst/>
            <a:rect l="0" t="0" r="r" b="b"/>
            <a:pathLst>
              <a:path w="768" h="186">
                <a:moveTo>
                  <a:pt x="0" y="0"/>
                </a:moveTo>
                <a:lnTo>
                  <a:pt x="768" y="0"/>
                </a:lnTo>
                <a:lnTo>
                  <a:pt x="768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878760" y="5726880"/>
            <a:ext cx="61920" cy="61920"/>
          </a:xfrm>
          <a:custGeom>
            <a:avLst/>
            <a:gdLst/>
            <a:ahLst/>
            <a:rect l="0" t="0" r="r" b="b"/>
            <a:pathLst>
              <a:path w="172" h="172">
                <a:moveTo>
                  <a:pt x="172" y="86"/>
                </a:moveTo>
                <a:cubicBezTo>
                  <a:pt x="172" y="97"/>
                  <a:pt x="169" y="108"/>
                  <a:pt x="165" y="118"/>
                </a:cubicBezTo>
                <a:cubicBezTo>
                  <a:pt x="161" y="129"/>
                  <a:pt x="155" y="138"/>
                  <a:pt x="147" y="146"/>
                </a:cubicBezTo>
                <a:cubicBezTo>
                  <a:pt x="139" y="154"/>
                  <a:pt x="129" y="161"/>
                  <a:pt x="119" y="165"/>
                </a:cubicBezTo>
                <a:cubicBezTo>
                  <a:pt x="108" y="170"/>
                  <a:pt x="98" y="172"/>
                  <a:pt x="86" y="172"/>
                </a:cubicBezTo>
                <a:cubicBezTo>
                  <a:pt x="75" y="172"/>
                  <a:pt x="64" y="170"/>
                  <a:pt x="54" y="165"/>
                </a:cubicBezTo>
                <a:cubicBezTo>
                  <a:pt x="43" y="161"/>
                  <a:pt x="34" y="154"/>
                  <a:pt x="26" y="146"/>
                </a:cubicBezTo>
                <a:cubicBezTo>
                  <a:pt x="17" y="138"/>
                  <a:pt x="11" y="129"/>
                  <a:pt x="7" y="118"/>
                </a:cubicBezTo>
                <a:cubicBezTo>
                  <a:pt x="2" y="108"/>
                  <a:pt x="0" y="97"/>
                  <a:pt x="0" y="86"/>
                </a:cubicBezTo>
                <a:cubicBezTo>
                  <a:pt x="0" y="74"/>
                  <a:pt x="2" y="63"/>
                  <a:pt x="7" y="53"/>
                </a:cubicBezTo>
                <a:cubicBezTo>
                  <a:pt x="11" y="42"/>
                  <a:pt x="17" y="33"/>
                  <a:pt x="26" y="25"/>
                </a:cubicBezTo>
                <a:cubicBezTo>
                  <a:pt x="34" y="17"/>
                  <a:pt x="43" y="11"/>
                  <a:pt x="54" y="7"/>
                </a:cubicBezTo>
                <a:cubicBezTo>
                  <a:pt x="64" y="2"/>
                  <a:pt x="75" y="0"/>
                  <a:pt x="86" y="0"/>
                </a:cubicBezTo>
                <a:cubicBezTo>
                  <a:pt x="98" y="0"/>
                  <a:pt x="108" y="2"/>
                  <a:pt x="119" y="7"/>
                </a:cubicBezTo>
                <a:cubicBezTo>
                  <a:pt x="129" y="11"/>
                  <a:pt x="139" y="17"/>
                  <a:pt x="147" y="25"/>
                </a:cubicBezTo>
                <a:cubicBezTo>
                  <a:pt x="155" y="33"/>
                  <a:pt x="161" y="42"/>
                  <a:pt x="165" y="53"/>
                </a:cubicBezTo>
                <a:cubicBezTo>
                  <a:pt x="169" y="63"/>
                  <a:pt x="172" y="74"/>
                  <a:pt x="172" y="8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883440" y="5731920"/>
            <a:ext cx="52200" cy="51840"/>
          </a:xfrm>
          <a:custGeom>
            <a:avLst/>
            <a:gdLst/>
            <a:ahLst/>
            <a:rect l="0" t="0" r="r" b="b"/>
            <a:pathLst>
              <a:path w="145" h="144">
                <a:moveTo>
                  <a:pt x="145" y="73"/>
                </a:moveTo>
                <a:cubicBezTo>
                  <a:pt x="145" y="82"/>
                  <a:pt x="143" y="91"/>
                  <a:pt x="140" y="100"/>
                </a:cubicBezTo>
                <a:cubicBezTo>
                  <a:pt x="136" y="109"/>
                  <a:pt x="131" y="117"/>
                  <a:pt x="124" y="123"/>
                </a:cubicBezTo>
                <a:cubicBezTo>
                  <a:pt x="117" y="130"/>
                  <a:pt x="110" y="135"/>
                  <a:pt x="101" y="139"/>
                </a:cubicBezTo>
                <a:cubicBezTo>
                  <a:pt x="92" y="143"/>
                  <a:pt x="83" y="144"/>
                  <a:pt x="73" y="144"/>
                </a:cubicBezTo>
                <a:cubicBezTo>
                  <a:pt x="64" y="144"/>
                  <a:pt x="55" y="143"/>
                  <a:pt x="45" y="139"/>
                </a:cubicBezTo>
                <a:cubicBezTo>
                  <a:pt x="36" y="135"/>
                  <a:pt x="28" y="130"/>
                  <a:pt x="21" y="123"/>
                </a:cubicBezTo>
                <a:cubicBezTo>
                  <a:pt x="15" y="117"/>
                  <a:pt x="9" y="109"/>
                  <a:pt x="6" y="100"/>
                </a:cubicBezTo>
                <a:cubicBezTo>
                  <a:pt x="2" y="91"/>
                  <a:pt x="0" y="82"/>
                  <a:pt x="0" y="73"/>
                </a:cubicBezTo>
                <a:cubicBezTo>
                  <a:pt x="0" y="63"/>
                  <a:pt x="2" y="54"/>
                  <a:pt x="6" y="45"/>
                </a:cubicBezTo>
                <a:cubicBezTo>
                  <a:pt x="9" y="36"/>
                  <a:pt x="15" y="28"/>
                  <a:pt x="21" y="21"/>
                </a:cubicBezTo>
                <a:cubicBezTo>
                  <a:pt x="28" y="14"/>
                  <a:pt x="36" y="9"/>
                  <a:pt x="45" y="5"/>
                </a:cubicBezTo>
                <a:cubicBezTo>
                  <a:pt x="55" y="1"/>
                  <a:pt x="64" y="0"/>
                  <a:pt x="73" y="0"/>
                </a:cubicBezTo>
                <a:cubicBezTo>
                  <a:pt x="83" y="0"/>
                  <a:pt x="92" y="1"/>
                  <a:pt x="101" y="5"/>
                </a:cubicBezTo>
                <a:cubicBezTo>
                  <a:pt x="110" y="9"/>
                  <a:pt x="117" y="14"/>
                  <a:pt x="124" y="21"/>
                </a:cubicBezTo>
                <a:cubicBezTo>
                  <a:pt x="131" y="28"/>
                  <a:pt x="136" y="36"/>
                  <a:pt x="140" y="45"/>
                </a:cubicBezTo>
                <a:cubicBezTo>
                  <a:pt x="143" y="54"/>
                  <a:pt x="145" y="63"/>
                  <a:pt x="145" y="73"/>
                </a:cubicBez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884880" y="5733000"/>
            <a:ext cx="49320" cy="49680"/>
          </a:xfrm>
          <a:custGeom>
            <a:avLst/>
            <a:gdLst/>
            <a:ahLst/>
            <a:rect l="0" t="0" r="r" b="b"/>
            <a:pathLst>
              <a:path w="137" h="138">
                <a:moveTo>
                  <a:pt x="71" y="42"/>
                </a:moveTo>
                <a:lnTo>
                  <a:pt x="69" y="57"/>
                </a:lnTo>
                <a:lnTo>
                  <a:pt x="67" y="42"/>
                </a:lnTo>
                <a:lnTo>
                  <a:pt x="69" y="0"/>
                </a:lnTo>
                <a:lnTo>
                  <a:pt x="71" y="42"/>
                </a:lnTo>
                <a:moveTo>
                  <a:pt x="51" y="3"/>
                </a:moveTo>
                <a:lnTo>
                  <a:pt x="60" y="43"/>
                </a:lnTo>
                <a:lnTo>
                  <a:pt x="66" y="57"/>
                </a:lnTo>
                <a:lnTo>
                  <a:pt x="64" y="42"/>
                </a:lnTo>
                <a:lnTo>
                  <a:pt x="51" y="3"/>
                </a:lnTo>
                <a:moveTo>
                  <a:pt x="34" y="10"/>
                </a:moveTo>
                <a:lnTo>
                  <a:pt x="53" y="47"/>
                </a:lnTo>
                <a:lnTo>
                  <a:pt x="63" y="58"/>
                </a:lnTo>
                <a:lnTo>
                  <a:pt x="57" y="44"/>
                </a:lnTo>
                <a:lnTo>
                  <a:pt x="34" y="10"/>
                </a:lnTo>
                <a:moveTo>
                  <a:pt x="20" y="20"/>
                </a:moveTo>
                <a:lnTo>
                  <a:pt x="48" y="51"/>
                </a:lnTo>
                <a:lnTo>
                  <a:pt x="60" y="61"/>
                </a:lnTo>
                <a:lnTo>
                  <a:pt x="51" y="48"/>
                </a:lnTo>
                <a:lnTo>
                  <a:pt x="20" y="20"/>
                </a:lnTo>
                <a:moveTo>
                  <a:pt x="9" y="34"/>
                </a:moveTo>
                <a:lnTo>
                  <a:pt x="44" y="58"/>
                </a:lnTo>
                <a:lnTo>
                  <a:pt x="57" y="63"/>
                </a:lnTo>
                <a:lnTo>
                  <a:pt x="46" y="53"/>
                </a:lnTo>
                <a:lnTo>
                  <a:pt x="9" y="34"/>
                </a:lnTo>
                <a:moveTo>
                  <a:pt x="2" y="51"/>
                </a:moveTo>
                <a:lnTo>
                  <a:pt x="42" y="65"/>
                </a:lnTo>
                <a:lnTo>
                  <a:pt x="56" y="66"/>
                </a:lnTo>
                <a:lnTo>
                  <a:pt x="43" y="61"/>
                </a:lnTo>
                <a:lnTo>
                  <a:pt x="2" y="51"/>
                </a:lnTo>
                <a:moveTo>
                  <a:pt x="0" y="70"/>
                </a:moveTo>
                <a:lnTo>
                  <a:pt x="42" y="72"/>
                </a:lnTo>
                <a:lnTo>
                  <a:pt x="55" y="70"/>
                </a:lnTo>
                <a:lnTo>
                  <a:pt x="42" y="67"/>
                </a:lnTo>
                <a:lnTo>
                  <a:pt x="0" y="70"/>
                </a:lnTo>
                <a:moveTo>
                  <a:pt x="2" y="87"/>
                </a:moveTo>
                <a:lnTo>
                  <a:pt x="43" y="79"/>
                </a:lnTo>
                <a:lnTo>
                  <a:pt x="56" y="73"/>
                </a:lnTo>
                <a:lnTo>
                  <a:pt x="42" y="74"/>
                </a:lnTo>
                <a:lnTo>
                  <a:pt x="2" y="87"/>
                </a:lnTo>
                <a:moveTo>
                  <a:pt x="9" y="104"/>
                </a:moveTo>
                <a:lnTo>
                  <a:pt x="46" y="85"/>
                </a:lnTo>
                <a:lnTo>
                  <a:pt x="57" y="76"/>
                </a:lnTo>
                <a:lnTo>
                  <a:pt x="44" y="81"/>
                </a:lnTo>
                <a:lnTo>
                  <a:pt x="9" y="104"/>
                </a:lnTo>
                <a:moveTo>
                  <a:pt x="20" y="118"/>
                </a:moveTo>
                <a:lnTo>
                  <a:pt x="51" y="90"/>
                </a:lnTo>
                <a:lnTo>
                  <a:pt x="60" y="79"/>
                </a:lnTo>
                <a:lnTo>
                  <a:pt x="48" y="87"/>
                </a:lnTo>
                <a:lnTo>
                  <a:pt x="20" y="118"/>
                </a:lnTo>
                <a:moveTo>
                  <a:pt x="34" y="129"/>
                </a:moveTo>
                <a:lnTo>
                  <a:pt x="57" y="94"/>
                </a:lnTo>
                <a:lnTo>
                  <a:pt x="63" y="81"/>
                </a:lnTo>
                <a:lnTo>
                  <a:pt x="53" y="92"/>
                </a:lnTo>
                <a:lnTo>
                  <a:pt x="34" y="129"/>
                </a:lnTo>
                <a:moveTo>
                  <a:pt x="51" y="135"/>
                </a:moveTo>
                <a:lnTo>
                  <a:pt x="64" y="96"/>
                </a:lnTo>
                <a:lnTo>
                  <a:pt x="66" y="82"/>
                </a:lnTo>
                <a:lnTo>
                  <a:pt x="60" y="95"/>
                </a:lnTo>
                <a:lnTo>
                  <a:pt x="51" y="135"/>
                </a:lnTo>
                <a:moveTo>
                  <a:pt x="69" y="138"/>
                </a:moveTo>
                <a:lnTo>
                  <a:pt x="71" y="96"/>
                </a:lnTo>
                <a:lnTo>
                  <a:pt x="69" y="82"/>
                </a:lnTo>
                <a:lnTo>
                  <a:pt x="67" y="96"/>
                </a:lnTo>
                <a:lnTo>
                  <a:pt x="69" y="138"/>
                </a:lnTo>
                <a:moveTo>
                  <a:pt x="87" y="135"/>
                </a:moveTo>
                <a:lnTo>
                  <a:pt x="78" y="95"/>
                </a:lnTo>
                <a:lnTo>
                  <a:pt x="73" y="82"/>
                </a:lnTo>
                <a:lnTo>
                  <a:pt x="74" y="96"/>
                </a:lnTo>
                <a:lnTo>
                  <a:pt x="87" y="135"/>
                </a:lnTo>
                <a:moveTo>
                  <a:pt x="103" y="129"/>
                </a:moveTo>
                <a:lnTo>
                  <a:pt x="84" y="92"/>
                </a:lnTo>
                <a:lnTo>
                  <a:pt x="76" y="81"/>
                </a:lnTo>
                <a:lnTo>
                  <a:pt x="81" y="94"/>
                </a:lnTo>
                <a:lnTo>
                  <a:pt x="103" y="129"/>
                </a:lnTo>
                <a:moveTo>
                  <a:pt x="118" y="118"/>
                </a:moveTo>
                <a:lnTo>
                  <a:pt x="90" y="87"/>
                </a:lnTo>
                <a:lnTo>
                  <a:pt x="78" y="79"/>
                </a:lnTo>
                <a:lnTo>
                  <a:pt x="87" y="90"/>
                </a:lnTo>
                <a:lnTo>
                  <a:pt x="118" y="118"/>
                </a:lnTo>
                <a:moveTo>
                  <a:pt x="128" y="104"/>
                </a:moveTo>
                <a:lnTo>
                  <a:pt x="93" y="81"/>
                </a:lnTo>
                <a:lnTo>
                  <a:pt x="80" y="76"/>
                </a:lnTo>
                <a:lnTo>
                  <a:pt x="91" y="85"/>
                </a:lnTo>
                <a:lnTo>
                  <a:pt x="128" y="104"/>
                </a:lnTo>
                <a:moveTo>
                  <a:pt x="135" y="87"/>
                </a:moveTo>
                <a:lnTo>
                  <a:pt x="96" y="74"/>
                </a:lnTo>
                <a:lnTo>
                  <a:pt x="82" y="73"/>
                </a:lnTo>
                <a:lnTo>
                  <a:pt x="94" y="79"/>
                </a:lnTo>
                <a:lnTo>
                  <a:pt x="135" y="87"/>
                </a:lnTo>
                <a:moveTo>
                  <a:pt x="137" y="70"/>
                </a:moveTo>
                <a:lnTo>
                  <a:pt x="96" y="67"/>
                </a:lnTo>
                <a:lnTo>
                  <a:pt x="82" y="70"/>
                </a:lnTo>
                <a:lnTo>
                  <a:pt x="96" y="72"/>
                </a:lnTo>
                <a:lnTo>
                  <a:pt x="137" y="70"/>
                </a:lnTo>
                <a:moveTo>
                  <a:pt x="135" y="51"/>
                </a:moveTo>
                <a:lnTo>
                  <a:pt x="94" y="61"/>
                </a:lnTo>
                <a:lnTo>
                  <a:pt x="82" y="66"/>
                </a:lnTo>
                <a:lnTo>
                  <a:pt x="96" y="65"/>
                </a:lnTo>
                <a:lnTo>
                  <a:pt x="135" y="51"/>
                </a:lnTo>
                <a:moveTo>
                  <a:pt x="128" y="34"/>
                </a:moveTo>
                <a:lnTo>
                  <a:pt x="91" y="53"/>
                </a:lnTo>
                <a:lnTo>
                  <a:pt x="80" y="63"/>
                </a:lnTo>
                <a:lnTo>
                  <a:pt x="93" y="58"/>
                </a:lnTo>
                <a:lnTo>
                  <a:pt x="128" y="34"/>
                </a:lnTo>
                <a:moveTo>
                  <a:pt x="118" y="20"/>
                </a:moveTo>
                <a:lnTo>
                  <a:pt x="87" y="48"/>
                </a:lnTo>
                <a:lnTo>
                  <a:pt x="78" y="61"/>
                </a:lnTo>
                <a:lnTo>
                  <a:pt x="90" y="51"/>
                </a:lnTo>
                <a:lnTo>
                  <a:pt x="118" y="20"/>
                </a:lnTo>
                <a:moveTo>
                  <a:pt x="103" y="10"/>
                </a:moveTo>
                <a:lnTo>
                  <a:pt x="81" y="44"/>
                </a:lnTo>
                <a:lnTo>
                  <a:pt x="76" y="58"/>
                </a:lnTo>
                <a:lnTo>
                  <a:pt x="84" y="47"/>
                </a:lnTo>
                <a:lnTo>
                  <a:pt x="103" y="10"/>
                </a:lnTo>
                <a:moveTo>
                  <a:pt x="87" y="3"/>
                </a:moveTo>
                <a:lnTo>
                  <a:pt x="74" y="42"/>
                </a:lnTo>
                <a:lnTo>
                  <a:pt x="73" y="57"/>
                </a:lnTo>
                <a:lnTo>
                  <a:pt x="78" y="43"/>
                </a:lnTo>
                <a:lnTo>
                  <a:pt x="87" y="3"/>
                </a:lnTo>
                <a:close/>
              </a:path>
            </a:pathLst>
          </a:custGeom>
          <a:solidFill>
            <a:srgbClr val="6666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904680" y="573048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4"/>
                </a:moveTo>
                <a:cubicBezTo>
                  <a:pt x="9" y="8"/>
                  <a:pt x="8" y="10"/>
                  <a:pt x="5" y="10"/>
                </a:cubicBezTo>
                <a:cubicBezTo>
                  <a:pt x="1" y="10"/>
                  <a:pt x="0" y="8"/>
                  <a:pt x="0" y="4"/>
                </a:cubicBezTo>
                <a:cubicBezTo>
                  <a:pt x="0" y="2"/>
                  <a:pt x="1" y="0"/>
                  <a:pt x="5" y="0"/>
                </a:cubicBezTo>
                <a:cubicBezTo>
                  <a:pt x="8" y="0"/>
                  <a:pt x="9" y="2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898200" y="573228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2"/>
                  <a:pt x="1" y="0"/>
                  <a:pt x="4" y="0"/>
                </a:cubicBezTo>
                <a:cubicBezTo>
                  <a:pt x="8" y="0"/>
                  <a:pt x="9" y="2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892080" y="573552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5"/>
                </a:moveTo>
                <a:cubicBezTo>
                  <a:pt x="10" y="7"/>
                  <a:pt x="8" y="10"/>
                  <a:pt x="5" y="10"/>
                </a:cubicBezTo>
                <a:cubicBezTo>
                  <a:pt x="2" y="10"/>
                  <a:pt x="0" y="7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8" y="0"/>
                  <a:pt x="10" y="2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887400" y="574056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5"/>
                </a:moveTo>
                <a:cubicBezTo>
                  <a:pt x="10" y="8"/>
                  <a:pt x="8" y="9"/>
                  <a:pt x="5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884160" y="574632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5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882360" y="575280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4"/>
                </a:moveTo>
                <a:cubicBezTo>
                  <a:pt x="9" y="7"/>
                  <a:pt x="8" y="9"/>
                  <a:pt x="5" y="9"/>
                </a:cubicBezTo>
                <a:cubicBezTo>
                  <a:pt x="2" y="9"/>
                  <a:pt x="0" y="7"/>
                  <a:pt x="0" y="4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9" y="1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882360" y="575964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4"/>
                </a:moveTo>
                <a:cubicBezTo>
                  <a:pt x="9" y="8"/>
                  <a:pt x="8" y="9"/>
                  <a:pt x="5" y="9"/>
                </a:cubicBezTo>
                <a:cubicBezTo>
                  <a:pt x="2" y="9"/>
                  <a:pt x="0" y="8"/>
                  <a:pt x="0" y="4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9" y="1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884160" y="576612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5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887400" y="577188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5"/>
                </a:moveTo>
                <a:cubicBezTo>
                  <a:pt x="10" y="8"/>
                  <a:pt x="8" y="10"/>
                  <a:pt x="5" y="10"/>
                </a:cubicBezTo>
                <a:cubicBezTo>
                  <a:pt x="1" y="10"/>
                  <a:pt x="0" y="8"/>
                  <a:pt x="0" y="5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892080" y="577656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5"/>
                </a:moveTo>
                <a:cubicBezTo>
                  <a:pt x="10" y="8"/>
                  <a:pt x="8" y="10"/>
                  <a:pt x="5" y="10"/>
                </a:cubicBezTo>
                <a:cubicBezTo>
                  <a:pt x="2" y="10"/>
                  <a:pt x="0" y="8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8" y="0"/>
                  <a:pt x="10" y="2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898200" y="57801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4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904680" y="57819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4"/>
                </a:moveTo>
                <a:cubicBezTo>
                  <a:pt x="9" y="8"/>
                  <a:pt x="8" y="9"/>
                  <a:pt x="5" y="9"/>
                </a:cubicBezTo>
                <a:cubicBezTo>
                  <a:pt x="1" y="9"/>
                  <a:pt x="0" y="8"/>
                  <a:pt x="0" y="4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9" y="1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911160" y="578196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11" y="4"/>
                </a:moveTo>
                <a:cubicBezTo>
                  <a:pt x="11" y="8"/>
                  <a:pt x="8" y="9"/>
                  <a:pt x="6" y="9"/>
                </a:cubicBezTo>
                <a:cubicBezTo>
                  <a:pt x="3" y="9"/>
                  <a:pt x="0" y="8"/>
                  <a:pt x="0" y="4"/>
                </a:cubicBezTo>
                <a:cubicBezTo>
                  <a:pt x="0" y="1"/>
                  <a:pt x="3" y="0"/>
                  <a:pt x="6" y="0"/>
                </a:cubicBezTo>
                <a:cubicBezTo>
                  <a:pt x="8" y="0"/>
                  <a:pt x="11" y="1"/>
                  <a:pt x="11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918000" y="57801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4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923760" y="577656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5"/>
                </a:moveTo>
                <a:cubicBezTo>
                  <a:pt x="9" y="8"/>
                  <a:pt x="8" y="10"/>
                  <a:pt x="4" y="10"/>
                </a:cubicBezTo>
                <a:cubicBezTo>
                  <a:pt x="1" y="10"/>
                  <a:pt x="0" y="8"/>
                  <a:pt x="0" y="5"/>
                </a:cubicBezTo>
                <a:cubicBezTo>
                  <a:pt x="0" y="2"/>
                  <a:pt x="1" y="0"/>
                  <a:pt x="4" y="0"/>
                </a:cubicBezTo>
                <a:cubicBezTo>
                  <a:pt x="8" y="0"/>
                  <a:pt x="9" y="2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928440" y="577188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11" y="5"/>
                </a:moveTo>
                <a:cubicBezTo>
                  <a:pt x="11" y="8"/>
                  <a:pt x="8" y="10"/>
                  <a:pt x="5" y="10"/>
                </a:cubicBezTo>
                <a:cubicBezTo>
                  <a:pt x="2" y="10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1" y="1"/>
                  <a:pt x="11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931680" y="576612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5"/>
                </a:moveTo>
                <a:cubicBezTo>
                  <a:pt x="10" y="8"/>
                  <a:pt x="7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7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933480" y="575964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4"/>
                </a:moveTo>
                <a:cubicBezTo>
                  <a:pt x="10" y="8"/>
                  <a:pt x="8" y="9"/>
                  <a:pt x="5" y="9"/>
                </a:cubicBezTo>
                <a:cubicBezTo>
                  <a:pt x="2" y="9"/>
                  <a:pt x="0" y="8"/>
                  <a:pt x="0" y="4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0" y="1"/>
                  <a:pt x="10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933480" y="575280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4"/>
                </a:moveTo>
                <a:cubicBezTo>
                  <a:pt x="10" y="7"/>
                  <a:pt x="8" y="9"/>
                  <a:pt x="5" y="9"/>
                </a:cubicBezTo>
                <a:cubicBezTo>
                  <a:pt x="2" y="9"/>
                  <a:pt x="0" y="7"/>
                  <a:pt x="0" y="4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0" y="1"/>
                  <a:pt x="10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931680" y="574632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5"/>
                </a:moveTo>
                <a:cubicBezTo>
                  <a:pt x="10" y="8"/>
                  <a:pt x="7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7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928440" y="574056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11" y="5"/>
                </a:moveTo>
                <a:cubicBezTo>
                  <a:pt x="11" y="8"/>
                  <a:pt x="8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1" y="1"/>
                  <a:pt x="11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923760" y="573552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5"/>
                </a:moveTo>
                <a:cubicBezTo>
                  <a:pt x="9" y="7"/>
                  <a:pt x="8" y="10"/>
                  <a:pt x="4" y="10"/>
                </a:cubicBezTo>
                <a:cubicBezTo>
                  <a:pt x="1" y="10"/>
                  <a:pt x="0" y="7"/>
                  <a:pt x="0" y="5"/>
                </a:cubicBezTo>
                <a:cubicBezTo>
                  <a:pt x="0" y="2"/>
                  <a:pt x="1" y="0"/>
                  <a:pt x="4" y="0"/>
                </a:cubicBezTo>
                <a:cubicBezTo>
                  <a:pt x="8" y="0"/>
                  <a:pt x="9" y="2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18000" y="573228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2"/>
                  <a:pt x="1" y="0"/>
                  <a:pt x="4" y="0"/>
                </a:cubicBezTo>
                <a:cubicBezTo>
                  <a:pt x="8" y="0"/>
                  <a:pt x="9" y="2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911160" y="573048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11" y="4"/>
                </a:moveTo>
                <a:cubicBezTo>
                  <a:pt x="11" y="8"/>
                  <a:pt x="8" y="10"/>
                  <a:pt x="6" y="10"/>
                </a:cubicBezTo>
                <a:cubicBezTo>
                  <a:pt x="3" y="10"/>
                  <a:pt x="0" y="8"/>
                  <a:pt x="0" y="4"/>
                </a:cubicBezTo>
                <a:cubicBezTo>
                  <a:pt x="0" y="2"/>
                  <a:pt x="3" y="0"/>
                  <a:pt x="6" y="0"/>
                </a:cubicBezTo>
                <a:cubicBezTo>
                  <a:pt x="8" y="0"/>
                  <a:pt x="11" y="2"/>
                  <a:pt x="11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902520" y="5750640"/>
            <a:ext cx="14040" cy="14400"/>
          </a:xfrm>
          <a:custGeom>
            <a:avLst/>
            <a:gdLst/>
            <a:ahLst/>
            <a:rect l="0" t="0" r="r" b="b"/>
            <a:pathLst>
              <a:path w="39" h="40">
                <a:moveTo>
                  <a:pt x="39" y="21"/>
                </a:moveTo>
                <a:cubicBezTo>
                  <a:pt x="39" y="26"/>
                  <a:pt x="38" y="30"/>
                  <a:pt x="34" y="34"/>
                </a:cubicBezTo>
                <a:cubicBezTo>
                  <a:pt x="30" y="38"/>
                  <a:pt x="26" y="40"/>
                  <a:pt x="19" y="40"/>
                </a:cubicBezTo>
                <a:cubicBezTo>
                  <a:pt x="14" y="40"/>
                  <a:pt x="9" y="38"/>
                  <a:pt x="6" y="34"/>
                </a:cubicBezTo>
                <a:cubicBezTo>
                  <a:pt x="2" y="30"/>
                  <a:pt x="0" y="26"/>
                  <a:pt x="0" y="21"/>
                </a:cubicBezTo>
                <a:cubicBezTo>
                  <a:pt x="0" y="15"/>
                  <a:pt x="2" y="11"/>
                  <a:pt x="6" y="7"/>
                </a:cubicBezTo>
                <a:cubicBezTo>
                  <a:pt x="9" y="2"/>
                  <a:pt x="14" y="0"/>
                  <a:pt x="19" y="0"/>
                </a:cubicBezTo>
                <a:cubicBezTo>
                  <a:pt x="26" y="0"/>
                  <a:pt x="30" y="2"/>
                  <a:pt x="34" y="7"/>
                </a:cubicBezTo>
                <a:cubicBezTo>
                  <a:pt x="38" y="11"/>
                  <a:pt x="39" y="15"/>
                  <a:pt x="39" y="21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47720" y="5007240"/>
            <a:ext cx="4845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i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Bridging citizens and governance with AI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065240" y="5569200"/>
            <a:ext cx="2595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India Innovates 2026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