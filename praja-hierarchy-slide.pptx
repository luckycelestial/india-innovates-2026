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0A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/>
          <p:cNvPicPr/>
          <p:nvPr/>
        </p:nvPicPr>
        <p:blipFill>
          <a:blip r:embed="rId1"/>
          <a:stretch/>
        </p:blipFill>
        <p:spPr>
          <a:xfrm>
            <a:off x="3255120" y="170640"/>
            <a:ext cx="5681160" cy="29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"/>
          <p:cNvPicPr/>
          <p:nvPr/>
        </p:nvPicPr>
        <p:blipFill>
          <a:blip r:embed="rId2"/>
          <a:stretch/>
        </p:blipFill>
        <p:spPr>
          <a:xfrm>
            <a:off x="8936640" y="170640"/>
            <a:ext cx="0" cy="29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"/>
          <p:cNvPicPr/>
          <p:nvPr/>
        </p:nvPicPr>
        <p:blipFill>
          <a:blip r:embed="rId3"/>
          <a:stretch/>
        </p:blipFill>
        <p:spPr>
          <a:xfrm>
            <a:off x="3255120" y="469440"/>
            <a:ext cx="5681160" cy="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"/>
          <p:cNvPicPr/>
          <p:nvPr/>
        </p:nvPicPr>
        <p:blipFill>
          <a:blip r:embed="rId4"/>
          <a:stretch/>
        </p:blipFill>
        <p:spPr>
          <a:xfrm>
            <a:off x="3255120" y="170640"/>
            <a:ext cx="5681160" cy="29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"/>
          <p:cNvPicPr/>
          <p:nvPr/>
        </p:nvPicPr>
        <p:blipFill>
          <a:blip r:embed="rId5"/>
          <a:stretch/>
        </p:blipFill>
        <p:spPr>
          <a:xfrm>
            <a:off x="8936640" y="170640"/>
            <a:ext cx="0" cy="29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"/>
          <p:cNvPicPr/>
          <p:nvPr/>
        </p:nvPicPr>
        <p:blipFill>
          <a:blip r:embed="rId6"/>
          <a:stretch/>
        </p:blipFill>
        <p:spPr>
          <a:xfrm>
            <a:off x="3255120" y="469440"/>
            <a:ext cx="5681160" cy="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3256920" y="247320"/>
            <a:ext cx="287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650" b="0" u="none" strike="noStrike">
                <a:solidFill>
                  <a:srgbClr val="000000"/>
                </a:solidFill>
                <a:effectLst/>
                <a:uFillTx/>
                <a:latin typeface="SegoeUIEmoji"/>
                <a:ea typeface="SegoeUIEmoji"/>
              </a:rPr>
              <a:t>🪷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573360" y="173880"/>
            <a:ext cx="40010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650" b="1" u="none" strike="noStrike">
                <a:solidFill>
                  <a:srgbClr val="000000"/>
                </a:solidFill>
                <a:effectLst/>
                <a:uFillTx/>
                <a:latin typeface="SegoeUI"/>
                <a:ea typeface="SegoeUI"/>
              </a:rPr>
              <a:t> PRAJA — Indian Political User Hierarchy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3867840" y="649080"/>
            <a:ext cx="4456440" cy="817200"/>
          </a:xfrm>
          <a:custGeom>
            <a:avLst/>
            <a:gdLst/>
            <a:ahLst/>
            <a:rect l="0" t="0" r="r" b="b"/>
            <a:pathLst>
              <a:path w="12379" h="2270">
                <a:moveTo>
                  <a:pt x="315" y="472"/>
                </a:moveTo>
                <a:lnTo>
                  <a:pt x="315" y="1796"/>
                </a:lnTo>
                <a:cubicBezTo>
                  <a:pt x="315" y="1817"/>
                  <a:pt x="319" y="1837"/>
                  <a:pt x="327" y="1857"/>
                </a:cubicBezTo>
                <a:cubicBezTo>
                  <a:pt x="335" y="1876"/>
                  <a:pt x="347" y="1893"/>
                  <a:pt x="362" y="1908"/>
                </a:cubicBezTo>
                <a:cubicBezTo>
                  <a:pt x="376" y="1923"/>
                  <a:pt x="394" y="1934"/>
                  <a:pt x="413" y="1942"/>
                </a:cubicBezTo>
                <a:cubicBezTo>
                  <a:pt x="433" y="1951"/>
                  <a:pt x="453" y="1955"/>
                  <a:pt x="474" y="1955"/>
                </a:cubicBezTo>
                <a:lnTo>
                  <a:pt x="11905" y="1955"/>
                </a:lnTo>
                <a:cubicBezTo>
                  <a:pt x="11926" y="1955"/>
                  <a:pt x="11946" y="1951"/>
                  <a:pt x="11966" y="1942"/>
                </a:cubicBezTo>
                <a:cubicBezTo>
                  <a:pt x="11985" y="1934"/>
                  <a:pt x="12002" y="1923"/>
                  <a:pt x="12017" y="1908"/>
                </a:cubicBezTo>
                <a:cubicBezTo>
                  <a:pt x="12032" y="1893"/>
                  <a:pt x="12043" y="1876"/>
                  <a:pt x="12051" y="1857"/>
                </a:cubicBezTo>
                <a:cubicBezTo>
                  <a:pt x="12060" y="1837"/>
                  <a:pt x="12064" y="1817"/>
                  <a:pt x="12064" y="1796"/>
                </a:cubicBezTo>
                <a:lnTo>
                  <a:pt x="12064" y="472"/>
                </a:lnTo>
                <a:cubicBezTo>
                  <a:pt x="12064" y="451"/>
                  <a:pt x="12060" y="431"/>
                  <a:pt x="12051" y="411"/>
                </a:cubicBezTo>
                <a:cubicBezTo>
                  <a:pt x="12043" y="392"/>
                  <a:pt x="12032" y="375"/>
                  <a:pt x="12017" y="360"/>
                </a:cubicBezTo>
                <a:cubicBezTo>
                  <a:pt x="12002" y="345"/>
                  <a:pt x="11985" y="333"/>
                  <a:pt x="11966" y="325"/>
                </a:cubicBezTo>
                <a:cubicBezTo>
                  <a:pt x="11946" y="317"/>
                  <a:pt x="11926" y="313"/>
                  <a:pt x="11905" y="313"/>
                </a:cubicBezTo>
                <a:lnTo>
                  <a:pt x="474" y="313"/>
                </a:lnTo>
                <a:cubicBezTo>
                  <a:pt x="453" y="313"/>
                  <a:pt x="433" y="317"/>
                  <a:pt x="413" y="325"/>
                </a:cubicBezTo>
                <a:cubicBezTo>
                  <a:pt x="394" y="333"/>
                  <a:pt x="376" y="345"/>
                  <a:pt x="362" y="360"/>
                </a:cubicBezTo>
                <a:cubicBezTo>
                  <a:pt x="347" y="375"/>
                  <a:pt x="335" y="392"/>
                  <a:pt x="327" y="411"/>
                </a:cubicBezTo>
                <a:cubicBezTo>
                  <a:pt x="319" y="431"/>
                  <a:pt x="315" y="451"/>
                  <a:pt x="315" y="472"/>
                </a:cubicBezTo>
                <a:moveTo>
                  <a:pt x="0" y="0"/>
                </a:moveTo>
                <a:lnTo>
                  <a:pt x="12379" y="0"/>
                </a:lnTo>
                <a:lnTo>
                  <a:pt x="12379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FF2222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3976560" y="7570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1"/>
                  <a:pt x="11775" y="172"/>
                </a:cubicBezTo>
                <a:lnTo>
                  <a:pt x="11775" y="1496"/>
                </a:lnTo>
                <a:cubicBezTo>
                  <a:pt x="11775" y="1507"/>
                  <a:pt x="11774" y="1518"/>
                  <a:pt x="11772" y="1529"/>
                </a:cubicBezTo>
                <a:cubicBezTo>
                  <a:pt x="11769" y="1540"/>
                  <a:pt x="11766" y="1551"/>
                  <a:pt x="11762" y="1562"/>
                </a:cubicBezTo>
                <a:cubicBezTo>
                  <a:pt x="11757" y="1572"/>
                  <a:pt x="11752" y="1582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3976560" y="7570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1"/>
                  <a:pt x="11775" y="172"/>
                </a:cubicBezTo>
                <a:lnTo>
                  <a:pt x="11775" y="1496"/>
                </a:lnTo>
                <a:cubicBezTo>
                  <a:pt x="11775" y="1507"/>
                  <a:pt x="11774" y="1518"/>
                  <a:pt x="11772" y="1529"/>
                </a:cubicBezTo>
                <a:cubicBezTo>
                  <a:pt x="11769" y="1540"/>
                  <a:pt x="11766" y="1551"/>
                  <a:pt x="11762" y="1562"/>
                </a:cubicBezTo>
                <a:cubicBezTo>
                  <a:pt x="11757" y="1572"/>
                  <a:pt x="11752" y="1582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FF2222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363840" y="525960"/>
            <a:ext cx="52876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75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E v e r y   p e r s o n   w h o   w i l l   i n t e r a c t   w i t h   P R A J A   —   f r o m   t h e   P r e s i d e n t   t o   t h e   C i t i z e 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288040" y="9525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FF6666"/>
                </a:solidFill>
                <a:effectLst/>
                <a:uFillTx/>
                <a:latin typeface="SegoeUIEmoji"/>
                <a:ea typeface="SegoeUIEmoji"/>
              </a:rPr>
              <a:t>🏛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60120" y="915480"/>
            <a:ext cx="1429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FF6666"/>
                </a:solidFill>
                <a:effectLst/>
                <a:uFillTx/>
                <a:latin typeface="SegoeUI"/>
                <a:ea typeface="SegoeUI"/>
              </a:rPr>
              <a:t>  P r e s i d e n t   o f   I n d i a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539240" y="1061640"/>
            <a:ext cx="5176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R a s h t r a p a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185080" y="10616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231880" y="1061640"/>
            <a:ext cx="3441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B h a v a n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663880" y="10616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·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706720" y="10616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753520" y="1061640"/>
            <a:ext cx="411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S u p r e m e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263280" y="1061640"/>
            <a:ext cx="2786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o n s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619680" y="1061640"/>
            <a:ext cx="155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t u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833160" y="1061640"/>
            <a:ext cx="1836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o n a l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074360" y="10616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121160" y="1061640"/>
            <a:ext cx="3315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A u t h o r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5381280" y="1180800"/>
            <a:ext cx="857880" cy="124200"/>
          </a:xfrm>
          <a:custGeom>
            <a:avLst/>
            <a:gdLst/>
            <a:ahLst/>
            <a:rect l="0" t="0" r="r" b="b"/>
            <a:pathLst>
              <a:path w="2383" h="345">
                <a:moveTo>
                  <a:pt x="14" y="106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2211" y="0"/>
                </a:lnTo>
                <a:cubicBezTo>
                  <a:pt x="2234" y="0"/>
                  <a:pt x="2255" y="5"/>
                  <a:pt x="2277" y="13"/>
                </a:cubicBezTo>
                <a:cubicBezTo>
                  <a:pt x="2298" y="22"/>
                  <a:pt x="2316" y="35"/>
                  <a:pt x="2332" y="51"/>
                </a:cubicBezTo>
                <a:cubicBezTo>
                  <a:pt x="2348" y="67"/>
                  <a:pt x="2361" y="85"/>
                  <a:pt x="2370" y="106"/>
                </a:cubicBezTo>
                <a:cubicBezTo>
                  <a:pt x="2378" y="128"/>
                  <a:pt x="2383" y="150"/>
                  <a:pt x="2383" y="172"/>
                </a:cubicBezTo>
                <a:cubicBezTo>
                  <a:pt x="2383" y="195"/>
                  <a:pt x="2378" y="217"/>
                  <a:pt x="2370" y="238"/>
                </a:cubicBezTo>
                <a:cubicBezTo>
                  <a:pt x="2361" y="259"/>
                  <a:pt x="2348" y="278"/>
                  <a:pt x="2332" y="294"/>
                </a:cubicBezTo>
                <a:cubicBezTo>
                  <a:pt x="2316" y="310"/>
                  <a:pt x="2298" y="323"/>
                  <a:pt x="2277" y="332"/>
                </a:cubicBezTo>
                <a:cubicBezTo>
                  <a:pt x="2255" y="341"/>
                  <a:pt x="2234" y="345"/>
                  <a:pt x="2211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0"/>
                  <a:pt x="51" y="294"/>
                </a:cubicBezTo>
                <a:cubicBezTo>
                  <a:pt x="35" y="278"/>
                  <a:pt x="22" y="259"/>
                  <a:pt x="14" y="238"/>
                </a:cubicBezTo>
                <a:cubicBezTo>
                  <a:pt x="5" y="217"/>
                  <a:pt x="0" y="195"/>
                  <a:pt x="0" y="172"/>
                </a:cubicBezTo>
                <a:cubicBezTo>
                  <a:pt x="0" y="150"/>
                  <a:pt x="5" y="128"/>
                  <a:pt x="14" y="106"/>
                </a:cubicBezTo>
                <a:close/>
              </a:path>
            </a:pathLst>
          </a:custGeom>
          <a:solidFill>
            <a:srgbClr val="0EA5E9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5381280" y="1180800"/>
            <a:ext cx="857880" cy="124200"/>
          </a:xfrm>
          <a:custGeom>
            <a:avLst/>
            <a:gdLst/>
            <a:ahLst/>
            <a:rect l="0" t="0" r="r" b="b"/>
            <a:pathLst>
              <a:path w="2383" h="345">
                <a:moveTo>
                  <a:pt x="0" y="172"/>
                </a:moveTo>
                <a:cubicBezTo>
                  <a:pt x="0" y="150"/>
                  <a:pt x="5" y="128"/>
                  <a:pt x="14" y="106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2211" y="0"/>
                </a:lnTo>
                <a:cubicBezTo>
                  <a:pt x="2234" y="0"/>
                  <a:pt x="2255" y="5"/>
                  <a:pt x="2277" y="13"/>
                </a:cubicBezTo>
                <a:cubicBezTo>
                  <a:pt x="2298" y="22"/>
                  <a:pt x="2316" y="35"/>
                  <a:pt x="2332" y="51"/>
                </a:cubicBezTo>
                <a:cubicBezTo>
                  <a:pt x="2348" y="67"/>
                  <a:pt x="2361" y="85"/>
                  <a:pt x="2370" y="106"/>
                </a:cubicBezTo>
                <a:cubicBezTo>
                  <a:pt x="2378" y="128"/>
                  <a:pt x="2383" y="150"/>
                  <a:pt x="2383" y="172"/>
                </a:cubicBezTo>
                <a:cubicBezTo>
                  <a:pt x="2383" y="195"/>
                  <a:pt x="2378" y="217"/>
                  <a:pt x="2370" y="238"/>
                </a:cubicBezTo>
                <a:cubicBezTo>
                  <a:pt x="2361" y="259"/>
                  <a:pt x="2348" y="278"/>
                  <a:pt x="2332" y="294"/>
                </a:cubicBezTo>
                <a:cubicBezTo>
                  <a:pt x="2316" y="310"/>
                  <a:pt x="2298" y="323"/>
                  <a:pt x="2277" y="332"/>
                </a:cubicBezTo>
                <a:cubicBezTo>
                  <a:pt x="2255" y="341"/>
                  <a:pt x="2234" y="345"/>
                  <a:pt x="2211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0"/>
                  <a:pt x="51" y="294"/>
                </a:cubicBezTo>
                <a:cubicBezTo>
                  <a:pt x="35" y="278"/>
                  <a:pt x="22" y="259"/>
                  <a:pt x="14" y="238"/>
                </a:cubicBezTo>
                <a:cubicBezTo>
                  <a:pt x="5" y="217"/>
                  <a:pt x="0" y="195"/>
                  <a:pt x="0" y="172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6" y="34"/>
                  <a:pt x="117" y="38"/>
                </a:cubicBezTo>
                <a:cubicBezTo>
                  <a:pt x="108" y="42"/>
                  <a:pt x="100" y="46"/>
                  <a:pt x="92" y="51"/>
                </a:cubicBezTo>
                <a:cubicBezTo>
                  <a:pt x="84" y="57"/>
                  <a:pt x="76" y="63"/>
                  <a:pt x="70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99"/>
                  <a:pt x="42" y="108"/>
                  <a:pt x="38" y="117"/>
                </a:cubicBezTo>
                <a:cubicBezTo>
                  <a:pt x="34" y="125"/>
                  <a:pt x="32" y="135"/>
                  <a:pt x="30" y="144"/>
                </a:cubicBezTo>
                <a:cubicBezTo>
                  <a:pt x="28" y="153"/>
                  <a:pt x="27" y="163"/>
                  <a:pt x="27" y="172"/>
                </a:cubicBezTo>
                <a:cubicBezTo>
                  <a:pt x="27" y="182"/>
                  <a:pt x="28" y="191"/>
                  <a:pt x="30" y="201"/>
                </a:cubicBezTo>
                <a:cubicBezTo>
                  <a:pt x="32" y="210"/>
                  <a:pt x="34" y="219"/>
                  <a:pt x="38" y="228"/>
                </a:cubicBezTo>
                <a:cubicBezTo>
                  <a:pt x="42" y="237"/>
                  <a:pt x="46" y="245"/>
                  <a:pt x="51" y="253"/>
                </a:cubicBezTo>
                <a:cubicBezTo>
                  <a:pt x="57" y="261"/>
                  <a:pt x="63" y="268"/>
                  <a:pt x="70" y="275"/>
                </a:cubicBezTo>
                <a:cubicBezTo>
                  <a:pt x="76" y="282"/>
                  <a:pt x="84" y="288"/>
                  <a:pt x="92" y="293"/>
                </a:cubicBezTo>
                <a:cubicBezTo>
                  <a:pt x="100" y="299"/>
                  <a:pt x="108" y="303"/>
                  <a:pt x="117" y="307"/>
                </a:cubicBezTo>
                <a:cubicBezTo>
                  <a:pt x="126" y="310"/>
                  <a:pt x="135" y="313"/>
                  <a:pt x="144" y="315"/>
                </a:cubicBezTo>
                <a:cubicBezTo>
                  <a:pt x="153" y="317"/>
                  <a:pt x="163" y="318"/>
                  <a:pt x="172" y="318"/>
                </a:cubicBezTo>
                <a:lnTo>
                  <a:pt x="2211" y="318"/>
                </a:lnTo>
                <a:cubicBezTo>
                  <a:pt x="2220" y="318"/>
                  <a:pt x="2230" y="317"/>
                  <a:pt x="2239" y="315"/>
                </a:cubicBezTo>
                <a:cubicBezTo>
                  <a:pt x="2248" y="313"/>
                  <a:pt x="2258" y="310"/>
                  <a:pt x="2266" y="307"/>
                </a:cubicBezTo>
                <a:cubicBezTo>
                  <a:pt x="2275" y="303"/>
                  <a:pt x="2284" y="299"/>
                  <a:pt x="2292" y="293"/>
                </a:cubicBezTo>
                <a:cubicBezTo>
                  <a:pt x="2300" y="288"/>
                  <a:pt x="2307" y="282"/>
                  <a:pt x="2314" y="275"/>
                </a:cubicBezTo>
                <a:cubicBezTo>
                  <a:pt x="2320" y="268"/>
                  <a:pt x="2326" y="261"/>
                  <a:pt x="2332" y="253"/>
                </a:cubicBezTo>
                <a:cubicBezTo>
                  <a:pt x="2337" y="245"/>
                  <a:pt x="2342" y="237"/>
                  <a:pt x="2345" y="228"/>
                </a:cubicBezTo>
                <a:cubicBezTo>
                  <a:pt x="2349" y="219"/>
                  <a:pt x="2352" y="210"/>
                  <a:pt x="2353" y="201"/>
                </a:cubicBezTo>
                <a:cubicBezTo>
                  <a:pt x="2355" y="191"/>
                  <a:pt x="2356" y="182"/>
                  <a:pt x="2356" y="172"/>
                </a:cubicBezTo>
                <a:cubicBezTo>
                  <a:pt x="2356" y="163"/>
                  <a:pt x="2355" y="153"/>
                  <a:pt x="2353" y="144"/>
                </a:cubicBezTo>
                <a:cubicBezTo>
                  <a:pt x="2352" y="135"/>
                  <a:pt x="2349" y="125"/>
                  <a:pt x="2345" y="117"/>
                </a:cubicBezTo>
                <a:cubicBezTo>
                  <a:pt x="2342" y="108"/>
                  <a:pt x="2337" y="99"/>
                  <a:pt x="2332" y="91"/>
                </a:cubicBezTo>
                <a:cubicBezTo>
                  <a:pt x="2326" y="84"/>
                  <a:pt x="2320" y="76"/>
                  <a:pt x="2314" y="69"/>
                </a:cubicBezTo>
                <a:cubicBezTo>
                  <a:pt x="2307" y="63"/>
                  <a:pt x="2300" y="57"/>
                  <a:pt x="2292" y="51"/>
                </a:cubicBezTo>
                <a:cubicBezTo>
                  <a:pt x="2284" y="46"/>
                  <a:pt x="2275" y="42"/>
                  <a:pt x="2266" y="38"/>
                </a:cubicBezTo>
                <a:cubicBezTo>
                  <a:pt x="2258" y="34"/>
                  <a:pt x="2248" y="31"/>
                  <a:pt x="2239" y="30"/>
                </a:cubicBezTo>
                <a:cubicBezTo>
                  <a:pt x="2230" y="28"/>
                  <a:pt x="2220" y="27"/>
                  <a:pt x="2211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0EA5E9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540560" y="1061640"/>
            <a:ext cx="741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t y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438160" y="1199880"/>
            <a:ext cx="218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 n t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5722560" y="1199880"/>
            <a:ext cx="124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n e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893560" y="1199880"/>
            <a:ext cx="129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P u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257880" y="1180800"/>
            <a:ext cx="552600" cy="124200"/>
          </a:xfrm>
          <a:custGeom>
            <a:avLst/>
            <a:gdLst/>
            <a:ahLst/>
            <a:rect l="0" t="0" r="r" b="b"/>
            <a:pathLst>
              <a:path w="1535" h="345">
                <a:moveTo>
                  <a:pt x="13" y="106"/>
                </a:moveTo>
                <a:cubicBezTo>
                  <a:pt x="21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363" y="0"/>
                </a:lnTo>
                <a:cubicBezTo>
                  <a:pt x="1386" y="0"/>
                  <a:pt x="1408" y="5"/>
                  <a:pt x="1429" y="13"/>
                </a:cubicBezTo>
                <a:cubicBezTo>
                  <a:pt x="1450" y="22"/>
                  <a:pt x="1469" y="35"/>
                  <a:pt x="1485" y="51"/>
                </a:cubicBezTo>
                <a:cubicBezTo>
                  <a:pt x="1501" y="67"/>
                  <a:pt x="1513" y="85"/>
                  <a:pt x="1522" y="106"/>
                </a:cubicBezTo>
                <a:cubicBezTo>
                  <a:pt x="1531" y="128"/>
                  <a:pt x="1535" y="150"/>
                  <a:pt x="1535" y="172"/>
                </a:cubicBezTo>
                <a:cubicBezTo>
                  <a:pt x="1535" y="195"/>
                  <a:pt x="1531" y="217"/>
                  <a:pt x="1522" y="238"/>
                </a:cubicBezTo>
                <a:cubicBezTo>
                  <a:pt x="1513" y="259"/>
                  <a:pt x="1501" y="278"/>
                  <a:pt x="1485" y="294"/>
                </a:cubicBezTo>
                <a:cubicBezTo>
                  <a:pt x="1469" y="310"/>
                  <a:pt x="1450" y="323"/>
                  <a:pt x="1429" y="332"/>
                </a:cubicBezTo>
                <a:cubicBezTo>
                  <a:pt x="1408" y="341"/>
                  <a:pt x="1386" y="345"/>
                  <a:pt x="1363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0"/>
                  <a:pt x="50" y="294"/>
                </a:cubicBezTo>
                <a:cubicBezTo>
                  <a:pt x="34" y="278"/>
                  <a:pt x="21" y="259"/>
                  <a:pt x="13" y="238"/>
                </a:cubicBezTo>
                <a:cubicBezTo>
                  <a:pt x="4" y="217"/>
                  <a:pt x="0" y="195"/>
                  <a:pt x="0" y="172"/>
                </a:cubicBezTo>
                <a:cubicBezTo>
                  <a:pt x="0" y="150"/>
                  <a:pt x="4" y="128"/>
                  <a:pt x="13" y="106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6257880" y="1180800"/>
            <a:ext cx="552600" cy="124200"/>
          </a:xfrm>
          <a:custGeom>
            <a:avLst/>
            <a:gdLst/>
            <a:ahLst/>
            <a:rect l="0" t="0" r="r" b="b"/>
            <a:pathLst>
              <a:path w="1535" h="345">
                <a:moveTo>
                  <a:pt x="0" y="172"/>
                </a:moveTo>
                <a:cubicBezTo>
                  <a:pt x="0" y="150"/>
                  <a:pt x="4" y="128"/>
                  <a:pt x="13" y="106"/>
                </a:cubicBezTo>
                <a:cubicBezTo>
                  <a:pt x="21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363" y="0"/>
                </a:lnTo>
                <a:cubicBezTo>
                  <a:pt x="1386" y="0"/>
                  <a:pt x="1408" y="5"/>
                  <a:pt x="1429" y="13"/>
                </a:cubicBezTo>
                <a:cubicBezTo>
                  <a:pt x="1450" y="22"/>
                  <a:pt x="1469" y="35"/>
                  <a:pt x="1485" y="51"/>
                </a:cubicBezTo>
                <a:cubicBezTo>
                  <a:pt x="1501" y="67"/>
                  <a:pt x="1513" y="85"/>
                  <a:pt x="1522" y="106"/>
                </a:cubicBezTo>
                <a:cubicBezTo>
                  <a:pt x="1531" y="128"/>
                  <a:pt x="1535" y="150"/>
                  <a:pt x="1535" y="172"/>
                </a:cubicBezTo>
                <a:cubicBezTo>
                  <a:pt x="1535" y="195"/>
                  <a:pt x="1531" y="217"/>
                  <a:pt x="1522" y="238"/>
                </a:cubicBezTo>
                <a:cubicBezTo>
                  <a:pt x="1513" y="259"/>
                  <a:pt x="1501" y="278"/>
                  <a:pt x="1485" y="294"/>
                </a:cubicBezTo>
                <a:cubicBezTo>
                  <a:pt x="1469" y="310"/>
                  <a:pt x="1450" y="323"/>
                  <a:pt x="1429" y="332"/>
                </a:cubicBezTo>
                <a:cubicBezTo>
                  <a:pt x="1408" y="341"/>
                  <a:pt x="1386" y="345"/>
                  <a:pt x="1363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0"/>
                  <a:pt x="50" y="294"/>
                </a:cubicBezTo>
                <a:cubicBezTo>
                  <a:pt x="34" y="278"/>
                  <a:pt x="21" y="259"/>
                  <a:pt x="13" y="238"/>
                </a:cubicBezTo>
                <a:cubicBezTo>
                  <a:pt x="4" y="217"/>
                  <a:pt x="0" y="195"/>
                  <a:pt x="0" y="172"/>
                </a:cubicBezTo>
                <a:moveTo>
                  <a:pt x="172" y="27"/>
                </a:moveTo>
                <a:cubicBezTo>
                  <a:pt x="162" y="27"/>
                  <a:pt x="153" y="28"/>
                  <a:pt x="143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7" y="42"/>
                  <a:pt x="99" y="46"/>
                  <a:pt x="91" y="51"/>
                </a:cubicBezTo>
                <a:cubicBezTo>
                  <a:pt x="83" y="57"/>
                  <a:pt x="75" y="63"/>
                  <a:pt x="69" y="69"/>
                </a:cubicBezTo>
                <a:cubicBezTo>
                  <a:pt x="62" y="76"/>
                  <a:pt x="56" y="84"/>
                  <a:pt x="51" y="91"/>
                </a:cubicBezTo>
                <a:cubicBezTo>
                  <a:pt x="45" y="99"/>
                  <a:pt x="41" y="108"/>
                  <a:pt x="37" y="117"/>
                </a:cubicBezTo>
                <a:cubicBezTo>
                  <a:pt x="34" y="125"/>
                  <a:pt x="31" y="135"/>
                  <a:pt x="29" y="144"/>
                </a:cubicBezTo>
                <a:cubicBezTo>
                  <a:pt x="27" y="153"/>
                  <a:pt x="26" y="163"/>
                  <a:pt x="26" y="172"/>
                </a:cubicBezTo>
                <a:cubicBezTo>
                  <a:pt x="26" y="182"/>
                  <a:pt x="27" y="191"/>
                  <a:pt x="29" y="201"/>
                </a:cubicBezTo>
                <a:cubicBezTo>
                  <a:pt x="31" y="210"/>
                  <a:pt x="34" y="219"/>
                  <a:pt x="37" y="228"/>
                </a:cubicBezTo>
                <a:cubicBezTo>
                  <a:pt x="41" y="237"/>
                  <a:pt x="45" y="245"/>
                  <a:pt x="51" y="253"/>
                </a:cubicBezTo>
                <a:cubicBezTo>
                  <a:pt x="56" y="261"/>
                  <a:pt x="62" y="268"/>
                  <a:pt x="69" y="275"/>
                </a:cubicBezTo>
                <a:cubicBezTo>
                  <a:pt x="75" y="282"/>
                  <a:pt x="83" y="288"/>
                  <a:pt x="91" y="293"/>
                </a:cubicBezTo>
                <a:cubicBezTo>
                  <a:pt x="99" y="299"/>
                  <a:pt x="107" y="303"/>
                  <a:pt x="116" y="307"/>
                </a:cubicBezTo>
                <a:cubicBezTo>
                  <a:pt x="125" y="310"/>
                  <a:pt x="134" y="313"/>
                  <a:pt x="143" y="315"/>
                </a:cubicBezTo>
                <a:cubicBezTo>
                  <a:pt x="153" y="317"/>
                  <a:pt x="162" y="318"/>
                  <a:pt x="172" y="318"/>
                </a:cubicBezTo>
                <a:lnTo>
                  <a:pt x="1363" y="318"/>
                </a:lnTo>
                <a:cubicBezTo>
                  <a:pt x="1373" y="318"/>
                  <a:pt x="1382" y="317"/>
                  <a:pt x="1392" y="315"/>
                </a:cubicBezTo>
                <a:cubicBezTo>
                  <a:pt x="1401" y="313"/>
                  <a:pt x="1410" y="310"/>
                  <a:pt x="1419" y="307"/>
                </a:cubicBezTo>
                <a:cubicBezTo>
                  <a:pt x="1428" y="303"/>
                  <a:pt x="1436" y="299"/>
                  <a:pt x="1444" y="293"/>
                </a:cubicBezTo>
                <a:cubicBezTo>
                  <a:pt x="1452" y="288"/>
                  <a:pt x="1459" y="282"/>
                  <a:pt x="1466" y="275"/>
                </a:cubicBezTo>
                <a:cubicBezTo>
                  <a:pt x="1473" y="268"/>
                  <a:pt x="1479" y="261"/>
                  <a:pt x="1484" y="253"/>
                </a:cubicBezTo>
                <a:cubicBezTo>
                  <a:pt x="1490" y="245"/>
                  <a:pt x="1494" y="237"/>
                  <a:pt x="1498" y="228"/>
                </a:cubicBezTo>
                <a:cubicBezTo>
                  <a:pt x="1501" y="219"/>
                  <a:pt x="1504" y="210"/>
                  <a:pt x="1506" y="201"/>
                </a:cubicBezTo>
                <a:cubicBezTo>
                  <a:pt x="1508" y="191"/>
                  <a:pt x="1509" y="182"/>
                  <a:pt x="1509" y="172"/>
                </a:cubicBezTo>
                <a:cubicBezTo>
                  <a:pt x="1509" y="163"/>
                  <a:pt x="1508" y="153"/>
                  <a:pt x="1506" y="144"/>
                </a:cubicBezTo>
                <a:cubicBezTo>
                  <a:pt x="1504" y="135"/>
                  <a:pt x="1501" y="125"/>
                  <a:pt x="1498" y="117"/>
                </a:cubicBezTo>
                <a:cubicBezTo>
                  <a:pt x="1494" y="108"/>
                  <a:pt x="1490" y="99"/>
                  <a:pt x="1484" y="91"/>
                </a:cubicBezTo>
                <a:cubicBezTo>
                  <a:pt x="1479" y="84"/>
                  <a:pt x="1473" y="76"/>
                  <a:pt x="1466" y="69"/>
                </a:cubicBezTo>
                <a:cubicBezTo>
                  <a:pt x="1459" y="63"/>
                  <a:pt x="1452" y="57"/>
                  <a:pt x="1444" y="51"/>
                </a:cubicBezTo>
                <a:cubicBezTo>
                  <a:pt x="1436" y="46"/>
                  <a:pt x="1428" y="42"/>
                  <a:pt x="1419" y="38"/>
                </a:cubicBezTo>
                <a:cubicBezTo>
                  <a:pt x="1410" y="34"/>
                  <a:pt x="1401" y="31"/>
                  <a:pt x="1392" y="30"/>
                </a:cubicBezTo>
                <a:cubicBezTo>
                  <a:pt x="1382" y="28"/>
                  <a:pt x="1373" y="27"/>
                  <a:pt x="1363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067440" y="1199880"/>
            <a:ext cx="792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086160" y="1361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D98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086160" y="1362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98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6086160" y="1362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97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6086160" y="1362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96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6086160" y="1362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086160" y="1363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6086160" y="1363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94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6086160" y="1364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93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086160" y="1364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2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086160" y="1364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92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086160" y="1364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9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086160" y="1365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90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6086160" y="1365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6086160" y="1365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6086160" y="1366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E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086160" y="1366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8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086160" y="1366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086160" y="1366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086160" y="1367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28B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086160" y="1367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A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6086160" y="1368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89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6086160" y="1368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8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086160" y="1368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88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6086160" y="1368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A87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086160" y="1369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086160" y="1369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086160" y="1369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85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086160" y="1369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84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6086160" y="1370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83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6086160" y="1370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83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086160" y="1370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82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086160" y="1371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81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6086160" y="1371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81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086160" y="1371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80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6086160" y="1371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7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086160" y="1372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086160" y="1372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086160" y="1373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7D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6086160" y="1373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7C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086160" y="1373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6086160" y="1373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086160" y="1374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7A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086160" y="1374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79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6086160" y="1374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78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6086160" y="1374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78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086160" y="1375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77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086160" y="1375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76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086160" y="1375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086160" y="1376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086160" y="1376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4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086160" y="1376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3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086160" y="1377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7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086160" y="1377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D72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086160" y="1377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7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086160" y="1378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70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086160" y="1378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086160" y="1378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086160" y="1378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E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086160" y="1379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D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086160" y="1379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086160" y="1379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086160" y="1379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6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086160" y="1380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6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086160" y="1380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6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086160" y="1380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69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086160" y="1381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96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086160" y="1381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086160" y="1381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086160" y="1382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66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086160" y="1382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65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086160" y="1382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086160" y="1383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086160" y="1383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63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086160" y="1383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62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086160" y="1383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61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086160" y="1384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61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086160" y="1384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60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086160" y="1384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5F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086160" y="1385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086160" y="1385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086160" y="1385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5D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086160" y="1386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5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086160" y="1386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5B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086160" y="1386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B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086160" y="1386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5A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086160" y="1387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59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086160" y="1387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086160" y="1387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086160" y="1388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5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086160" y="1388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5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086160" y="1388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086160" y="1388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086160" y="1389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5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086160" y="1389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086160" y="1389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D52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086160" y="1390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5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086160" y="1390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51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6086160" y="1390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50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6086160" y="1391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5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086160" y="1391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4F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086160" y="1391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4E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086160" y="1392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6086160" y="1392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086160" y="1392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4C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086160" y="1392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086160" y="1393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4A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086160" y="1393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4A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6086160" y="1393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49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086160" y="1393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748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086160" y="1394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086160" y="1394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086160" y="1395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34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6086160" y="1395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145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086160" y="1395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086160" y="1395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086160" y="1396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C43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086160" y="1396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42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086160" y="1396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41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086160" y="1397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1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6086160" y="1397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40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086160" y="1397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3F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086160" y="1397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6086160" y="1398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2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086160" y="1398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03D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086160" y="1398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F3C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086160" y="1398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D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086160" y="1399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C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086160" y="1399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086160" y="1400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086160" y="1400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086160" y="1400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3C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086160" y="1400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6086160" y="1401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D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6086160" y="1401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086160" y="1401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086160" y="1402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83F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086160" y="1402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3F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086160" y="1402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0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086160" y="1402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086160" y="1403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086160" y="1403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2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086160" y="1404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6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086160" y="1404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086160" y="1404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086160" y="1404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086160" y="1405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5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086160" y="1405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086160" y="1405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446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086160" y="1405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086160" y="1406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7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6086160" y="1406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8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086160" y="1406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9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086160" y="1407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086160" y="1407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4A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086160" y="1407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A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6086160" y="1407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B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6086160" y="1408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6086160" y="1408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6086160" y="1409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D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086160" y="1409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4E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086160" y="1409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E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6086160" y="1409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F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086160" y="1410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4F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6086160" y="1410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50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6086160" y="1410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51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6086160" y="1410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6086160" y="1411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086160" y="1411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6086160" y="1411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3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6086160" y="1412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4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086160" y="1412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D5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6086160" y="1412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5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6086160" y="1413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5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086160" y="1413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6086160" y="1413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7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086160" y="1414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7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086160" y="1414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6086160" y="1414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086160" y="1414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6086160" y="1415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6086160" y="1415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086160" y="1415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6086160" y="1416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086160" y="1416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6086160" y="1416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6086160" y="1416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D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6086160" y="1417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E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6086160" y="1417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85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086160" y="1417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5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086160" y="1418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086160" y="1418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6086160" y="1418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1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6086160" y="1419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6086160" y="1419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086160" y="1419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3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6086160" y="1419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3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086160" y="1420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4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6086160" y="1420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5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6086160" y="1420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5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086160" y="1421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466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6086160" y="1421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6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6086160" y="1421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7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086160" y="1422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086160" y="1422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086160" y="1422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9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6086160" y="1423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6086160" y="1423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086160" y="1423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B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6086160" y="1423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B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6086160" y="1424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C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6086160" y="1424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D2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6086160" y="1424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06D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6086160" y="1424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086160" y="1425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6086160" y="1425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6F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086160" y="1425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0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6086160" y="1426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F70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6086160" y="1426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1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6086160" y="1426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1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6086160" y="1427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2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6086160" y="1427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3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6086160" y="1427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3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6086160" y="1428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74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6086160" y="1428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4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6086160" y="1428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5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6086160" y="1428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086160" y="1429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6086160" y="1429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7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6086160" y="1429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B78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6086160" y="1429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8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6086160" y="1430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6086160" y="1430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086160" y="1431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A1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086160" y="1431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B1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6086160" y="1431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97B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086160" y="1431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6086160" y="1432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6086160" y="1432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D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6086160" y="1432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E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086160" y="1433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E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086160" y="1433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086160" y="1433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6086160" y="1433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01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086160" y="1434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086160" y="1434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6086160" y="1434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2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6086160" y="1434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6086160" y="1435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6086160" y="1435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086160" y="1436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086160" y="1436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5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6086160" y="1436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486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6086160" y="1436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6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086160" y="1437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086160" y="1437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6086160" y="1437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3867840" y="1334880"/>
            <a:ext cx="4456440" cy="817200"/>
          </a:xfrm>
          <a:custGeom>
            <a:avLst/>
            <a:gdLst/>
            <a:ahLst/>
            <a:rect l="0" t="0" r="r" b="b"/>
            <a:pathLst>
              <a:path w="12379" h="2270">
                <a:moveTo>
                  <a:pt x="315" y="472"/>
                </a:moveTo>
                <a:lnTo>
                  <a:pt x="315" y="1795"/>
                </a:lnTo>
                <a:cubicBezTo>
                  <a:pt x="315" y="1816"/>
                  <a:pt x="319" y="1836"/>
                  <a:pt x="327" y="1856"/>
                </a:cubicBezTo>
                <a:cubicBezTo>
                  <a:pt x="335" y="1875"/>
                  <a:pt x="347" y="1892"/>
                  <a:pt x="362" y="1907"/>
                </a:cubicBezTo>
                <a:cubicBezTo>
                  <a:pt x="376" y="1922"/>
                  <a:pt x="394" y="1933"/>
                  <a:pt x="413" y="1941"/>
                </a:cubicBezTo>
                <a:cubicBezTo>
                  <a:pt x="433" y="1950"/>
                  <a:pt x="453" y="1954"/>
                  <a:pt x="474" y="1954"/>
                </a:cubicBezTo>
                <a:lnTo>
                  <a:pt x="11905" y="1954"/>
                </a:lnTo>
                <a:cubicBezTo>
                  <a:pt x="11926" y="1954"/>
                  <a:pt x="11946" y="1950"/>
                  <a:pt x="11966" y="1941"/>
                </a:cubicBezTo>
                <a:cubicBezTo>
                  <a:pt x="11985" y="1933"/>
                  <a:pt x="12002" y="1922"/>
                  <a:pt x="12017" y="1907"/>
                </a:cubicBezTo>
                <a:cubicBezTo>
                  <a:pt x="12032" y="1892"/>
                  <a:pt x="12043" y="1875"/>
                  <a:pt x="12051" y="1856"/>
                </a:cubicBezTo>
                <a:cubicBezTo>
                  <a:pt x="12060" y="1836"/>
                  <a:pt x="12064" y="1816"/>
                  <a:pt x="12064" y="1795"/>
                </a:cubicBezTo>
                <a:lnTo>
                  <a:pt x="12064" y="472"/>
                </a:lnTo>
                <a:cubicBezTo>
                  <a:pt x="12064" y="451"/>
                  <a:pt x="12060" y="431"/>
                  <a:pt x="12051" y="411"/>
                </a:cubicBezTo>
                <a:cubicBezTo>
                  <a:pt x="12043" y="392"/>
                  <a:pt x="12032" y="375"/>
                  <a:pt x="12017" y="360"/>
                </a:cubicBezTo>
                <a:cubicBezTo>
                  <a:pt x="12002" y="345"/>
                  <a:pt x="11985" y="333"/>
                  <a:pt x="11966" y="325"/>
                </a:cubicBezTo>
                <a:cubicBezTo>
                  <a:pt x="11946" y="317"/>
                  <a:pt x="11926" y="313"/>
                  <a:pt x="11905" y="313"/>
                </a:cubicBezTo>
                <a:lnTo>
                  <a:pt x="474" y="313"/>
                </a:lnTo>
                <a:cubicBezTo>
                  <a:pt x="453" y="313"/>
                  <a:pt x="433" y="317"/>
                  <a:pt x="413" y="325"/>
                </a:cubicBezTo>
                <a:cubicBezTo>
                  <a:pt x="394" y="333"/>
                  <a:pt x="376" y="345"/>
                  <a:pt x="362" y="360"/>
                </a:cubicBezTo>
                <a:cubicBezTo>
                  <a:pt x="347" y="375"/>
                  <a:pt x="335" y="392"/>
                  <a:pt x="327" y="411"/>
                </a:cubicBezTo>
                <a:cubicBezTo>
                  <a:pt x="319" y="431"/>
                  <a:pt x="315" y="451"/>
                  <a:pt x="315" y="472"/>
                </a:cubicBezTo>
                <a:moveTo>
                  <a:pt x="0" y="0"/>
                </a:moveTo>
                <a:lnTo>
                  <a:pt x="12379" y="0"/>
                </a:lnTo>
                <a:lnTo>
                  <a:pt x="12379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FF9933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3976560" y="14428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6"/>
                </a:moveTo>
                <a:lnTo>
                  <a:pt x="0" y="173"/>
                </a:lnTo>
                <a:cubicBezTo>
                  <a:pt x="0" y="162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2"/>
                  <a:pt x="11775" y="173"/>
                </a:cubicBezTo>
                <a:lnTo>
                  <a:pt x="11775" y="1496"/>
                </a:lnTo>
                <a:cubicBezTo>
                  <a:pt x="11775" y="1507"/>
                  <a:pt x="11774" y="1518"/>
                  <a:pt x="11772" y="1529"/>
                </a:cubicBezTo>
                <a:cubicBezTo>
                  <a:pt x="11769" y="1540"/>
                  <a:pt x="11766" y="1551"/>
                  <a:pt x="11762" y="1562"/>
                </a:cubicBezTo>
                <a:cubicBezTo>
                  <a:pt x="11757" y="1572"/>
                  <a:pt x="11752" y="1582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3976560" y="14428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6"/>
                </a:moveTo>
                <a:lnTo>
                  <a:pt x="0" y="173"/>
                </a:lnTo>
                <a:cubicBezTo>
                  <a:pt x="0" y="162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2"/>
                  <a:pt x="11775" y="173"/>
                </a:cubicBezTo>
                <a:lnTo>
                  <a:pt x="11775" y="1496"/>
                </a:lnTo>
                <a:cubicBezTo>
                  <a:pt x="11775" y="1507"/>
                  <a:pt x="11774" y="1518"/>
                  <a:pt x="11772" y="1529"/>
                </a:cubicBezTo>
                <a:cubicBezTo>
                  <a:pt x="11769" y="1540"/>
                  <a:pt x="11766" y="1551"/>
                  <a:pt x="11762" y="1562"/>
                </a:cubicBezTo>
                <a:cubicBezTo>
                  <a:pt x="11757" y="1572"/>
                  <a:pt x="11752" y="1582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FF9933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6317640" y="11998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109840" y="1638360"/>
            <a:ext cx="10440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FF9933"/>
                </a:solidFill>
                <a:effectLst/>
                <a:uFillTx/>
                <a:latin typeface="SegoeUIEmoji"/>
                <a:ea typeface="SegoeUIEmoji"/>
              </a:rPr>
              <a:t>🇮🇳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5233320" y="1601280"/>
            <a:ext cx="1836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FF9933"/>
                </a:solidFill>
                <a:effectLst/>
                <a:uFillTx/>
                <a:latin typeface="SegoeUI"/>
                <a:ea typeface="SegoeUI"/>
              </a:rPr>
              <a:t>  P r i m e   M i n i s t e r   o f   I n d i a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907520" y="1747440"/>
            <a:ext cx="218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P M O ,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184000" y="17474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230800" y="1747440"/>
            <a:ext cx="2077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N e w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496120" y="1747440"/>
            <a:ext cx="1357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D e l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5679720" y="1747440"/>
            <a:ext cx="734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h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790600" y="17474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837400" y="17474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·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880600" y="17474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5927400" y="1747440"/>
            <a:ext cx="321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e n t r a l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337080" y="17474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6383880" y="1747440"/>
            <a:ext cx="3186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E x e c u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6790320" y="1747440"/>
            <a:ext cx="1231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v e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4562280" y="1866600"/>
            <a:ext cx="1067040" cy="124200"/>
          </a:xfrm>
          <a:custGeom>
            <a:avLst/>
            <a:gdLst/>
            <a:ahLst/>
            <a:rect l="0" t="0" r="r" b="b"/>
            <a:pathLst>
              <a:path w="2964" h="345">
                <a:moveTo>
                  <a:pt x="13" y="106"/>
                </a:moveTo>
                <a:cubicBezTo>
                  <a:pt x="22" y="85"/>
                  <a:pt x="34" y="67"/>
                  <a:pt x="50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792" y="0"/>
                </a:lnTo>
                <a:cubicBezTo>
                  <a:pt x="2815" y="0"/>
                  <a:pt x="2837" y="5"/>
                  <a:pt x="2858" y="13"/>
                </a:cubicBezTo>
                <a:cubicBezTo>
                  <a:pt x="2879" y="22"/>
                  <a:pt x="2898" y="35"/>
                  <a:pt x="2914" y="51"/>
                </a:cubicBezTo>
                <a:cubicBezTo>
                  <a:pt x="2930" y="67"/>
                  <a:pt x="2943" y="85"/>
                  <a:pt x="2951" y="106"/>
                </a:cubicBezTo>
                <a:cubicBezTo>
                  <a:pt x="2960" y="128"/>
                  <a:pt x="2964" y="151"/>
                  <a:pt x="2964" y="173"/>
                </a:cubicBezTo>
                <a:cubicBezTo>
                  <a:pt x="2964" y="196"/>
                  <a:pt x="2960" y="218"/>
                  <a:pt x="2951" y="239"/>
                </a:cubicBezTo>
                <a:cubicBezTo>
                  <a:pt x="2943" y="260"/>
                  <a:pt x="2930" y="279"/>
                  <a:pt x="2914" y="295"/>
                </a:cubicBezTo>
                <a:cubicBezTo>
                  <a:pt x="2898" y="311"/>
                  <a:pt x="2879" y="323"/>
                  <a:pt x="2858" y="332"/>
                </a:cubicBezTo>
                <a:cubicBezTo>
                  <a:pt x="2837" y="341"/>
                  <a:pt x="2815" y="345"/>
                  <a:pt x="2792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cubicBezTo>
                  <a:pt x="0" y="151"/>
                  <a:pt x="4" y="128"/>
                  <a:pt x="13" y="106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4562280" y="1866600"/>
            <a:ext cx="1067040" cy="124200"/>
          </a:xfrm>
          <a:custGeom>
            <a:avLst/>
            <a:gdLst/>
            <a:ahLst/>
            <a:rect l="0" t="0" r="r" b="b"/>
            <a:pathLst>
              <a:path w="2964" h="345">
                <a:moveTo>
                  <a:pt x="0" y="173"/>
                </a:moveTo>
                <a:cubicBezTo>
                  <a:pt x="0" y="151"/>
                  <a:pt x="4" y="128"/>
                  <a:pt x="13" y="106"/>
                </a:cubicBezTo>
                <a:cubicBezTo>
                  <a:pt x="22" y="85"/>
                  <a:pt x="34" y="67"/>
                  <a:pt x="50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792" y="0"/>
                </a:lnTo>
                <a:cubicBezTo>
                  <a:pt x="2815" y="0"/>
                  <a:pt x="2837" y="5"/>
                  <a:pt x="2858" y="13"/>
                </a:cubicBezTo>
                <a:cubicBezTo>
                  <a:pt x="2879" y="22"/>
                  <a:pt x="2898" y="35"/>
                  <a:pt x="2914" y="51"/>
                </a:cubicBezTo>
                <a:cubicBezTo>
                  <a:pt x="2930" y="67"/>
                  <a:pt x="2943" y="85"/>
                  <a:pt x="2951" y="106"/>
                </a:cubicBezTo>
                <a:cubicBezTo>
                  <a:pt x="2960" y="128"/>
                  <a:pt x="2964" y="151"/>
                  <a:pt x="2964" y="173"/>
                </a:cubicBezTo>
                <a:cubicBezTo>
                  <a:pt x="2964" y="196"/>
                  <a:pt x="2960" y="218"/>
                  <a:pt x="2951" y="239"/>
                </a:cubicBezTo>
                <a:cubicBezTo>
                  <a:pt x="2943" y="260"/>
                  <a:pt x="2930" y="279"/>
                  <a:pt x="2914" y="295"/>
                </a:cubicBezTo>
                <a:cubicBezTo>
                  <a:pt x="2898" y="311"/>
                  <a:pt x="2879" y="323"/>
                  <a:pt x="2858" y="332"/>
                </a:cubicBezTo>
                <a:cubicBezTo>
                  <a:pt x="2837" y="341"/>
                  <a:pt x="2815" y="345"/>
                  <a:pt x="2792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2" y="27"/>
                  <a:pt x="153" y="28"/>
                  <a:pt x="144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3" y="57"/>
                  <a:pt x="76" y="63"/>
                  <a:pt x="69" y="69"/>
                </a:cubicBezTo>
                <a:cubicBezTo>
                  <a:pt x="62" y="76"/>
                  <a:pt x="56" y="84"/>
                  <a:pt x="51" y="91"/>
                </a:cubicBezTo>
                <a:cubicBezTo>
                  <a:pt x="46" y="99"/>
                  <a:pt x="41" y="108"/>
                  <a:pt x="38" y="117"/>
                </a:cubicBezTo>
                <a:cubicBezTo>
                  <a:pt x="34" y="125"/>
                  <a:pt x="31" y="136"/>
                  <a:pt x="29" y="145"/>
                </a:cubicBezTo>
                <a:cubicBezTo>
                  <a:pt x="27" y="154"/>
                  <a:pt x="26" y="164"/>
                  <a:pt x="26" y="173"/>
                </a:cubicBezTo>
                <a:cubicBezTo>
                  <a:pt x="26" y="183"/>
                  <a:pt x="27" y="192"/>
                  <a:pt x="29" y="202"/>
                </a:cubicBezTo>
                <a:cubicBezTo>
                  <a:pt x="31" y="211"/>
                  <a:pt x="34" y="220"/>
                  <a:pt x="38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8" y="304"/>
                  <a:pt x="116" y="308"/>
                </a:cubicBezTo>
                <a:cubicBezTo>
                  <a:pt x="125" y="311"/>
                  <a:pt x="134" y="314"/>
                  <a:pt x="144" y="316"/>
                </a:cubicBezTo>
                <a:cubicBezTo>
                  <a:pt x="153" y="318"/>
                  <a:pt x="162" y="319"/>
                  <a:pt x="172" y="319"/>
                </a:cubicBezTo>
                <a:lnTo>
                  <a:pt x="2792" y="319"/>
                </a:lnTo>
                <a:cubicBezTo>
                  <a:pt x="2802" y="319"/>
                  <a:pt x="2811" y="318"/>
                  <a:pt x="2821" y="316"/>
                </a:cubicBezTo>
                <a:cubicBezTo>
                  <a:pt x="2830" y="314"/>
                  <a:pt x="2839" y="311"/>
                  <a:pt x="2848" y="308"/>
                </a:cubicBezTo>
                <a:cubicBezTo>
                  <a:pt x="2857" y="304"/>
                  <a:pt x="2865" y="300"/>
                  <a:pt x="2873" y="294"/>
                </a:cubicBezTo>
                <a:cubicBezTo>
                  <a:pt x="2881" y="289"/>
                  <a:pt x="2889" y="283"/>
                  <a:pt x="2895" y="276"/>
                </a:cubicBezTo>
                <a:cubicBezTo>
                  <a:pt x="2902" y="269"/>
                  <a:pt x="2908" y="262"/>
                  <a:pt x="2913" y="254"/>
                </a:cubicBezTo>
                <a:cubicBezTo>
                  <a:pt x="2919" y="246"/>
                  <a:pt x="2923" y="238"/>
                  <a:pt x="2927" y="229"/>
                </a:cubicBezTo>
                <a:cubicBezTo>
                  <a:pt x="2930" y="220"/>
                  <a:pt x="2933" y="211"/>
                  <a:pt x="2935" y="202"/>
                </a:cubicBezTo>
                <a:cubicBezTo>
                  <a:pt x="2937" y="192"/>
                  <a:pt x="2938" y="183"/>
                  <a:pt x="2938" y="173"/>
                </a:cubicBezTo>
                <a:cubicBezTo>
                  <a:pt x="2938" y="164"/>
                  <a:pt x="2937" y="154"/>
                  <a:pt x="2935" y="145"/>
                </a:cubicBezTo>
                <a:cubicBezTo>
                  <a:pt x="2933" y="136"/>
                  <a:pt x="2930" y="125"/>
                  <a:pt x="2927" y="117"/>
                </a:cubicBezTo>
                <a:cubicBezTo>
                  <a:pt x="2923" y="108"/>
                  <a:pt x="2919" y="99"/>
                  <a:pt x="2913" y="91"/>
                </a:cubicBezTo>
                <a:cubicBezTo>
                  <a:pt x="2908" y="84"/>
                  <a:pt x="2902" y="76"/>
                  <a:pt x="2895" y="69"/>
                </a:cubicBezTo>
                <a:cubicBezTo>
                  <a:pt x="2889" y="63"/>
                  <a:pt x="2881" y="57"/>
                  <a:pt x="2873" y="51"/>
                </a:cubicBezTo>
                <a:cubicBezTo>
                  <a:pt x="2865" y="46"/>
                  <a:pt x="2857" y="42"/>
                  <a:pt x="2848" y="38"/>
                </a:cubicBezTo>
                <a:cubicBezTo>
                  <a:pt x="2839" y="34"/>
                  <a:pt x="2830" y="31"/>
                  <a:pt x="2821" y="30"/>
                </a:cubicBezTo>
                <a:cubicBezTo>
                  <a:pt x="2811" y="28"/>
                  <a:pt x="2802" y="27"/>
                  <a:pt x="2792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961320" y="1747440"/>
            <a:ext cx="2577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P o w e r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4617720" y="18856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053320" y="18856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099040" y="18856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235120" y="1885680"/>
            <a:ext cx="129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P o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407920" y="18856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5648040" y="1866600"/>
            <a:ext cx="857880" cy="124200"/>
          </a:xfrm>
          <a:custGeom>
            <a:avLst/>
            <a:gdLst/>
            <a:ahLst/>
            <a:rect l="0" t="0" r="r" b="b"/>
            <a:pathLst>
              <a:path w="2383" h="345">
                <a:moveTo>
                  <a:pt x="13" y="106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2211" y="0"/>
                </a:lnTo>
                <a:cubicBezTo>
                  <a:pt x="2233" y="0"/>
                  <a:pt x="2255" y="5"/>
                  <a:pt x="2276" y="13"/>
                </a:cubicBezTo>
                <a:cubicBezTo>
                  <a:pt x="2297" y="22"/>
                  <a:pt x="2316" y="35"/>
                  <a:pt x="2332" y="51"/>
                </a:cubicBezTo>
                <a:cubicBezTo>
                  <a:pt x="2348" y="67"/>
                  <a:pt x="2361" y="85"/>
                  <a:pt x="2369" y="106"/>
                </a:cubicBezTo>
                <a:cubicBezTo>
                  <a:pt x="2378" y="128"/>
                  <a:pt x="2383" y="151"/>
                  <a:pt x="2383" y="173"/>
                </a:cubicBezTo>
                <a:cubicBezTo>
                  <a:pt x="2383" y="196"/>
                  <a:pt x="2378" y="218"/>
                  <a:pt x="2369" y="239"/>
                </a:cubicBezTo>
                <a:cubicBezTo>
                  <a:pt x="2361" y="260"/>
                  <a:pt x="2348" y="279"/>
                  <a:pt x="2332" y="295"/>
                </a:cubicBezTo>
                <a:cubicBezTo>
                  <a:pt x="2316" y="311"/>
                  <a:pt x="2297" y="323"/>
                  <a:pt x="2276" y="332"/>
                </a:cubicBezTo>
                <a:cubicBezTo>
                  <a:pt x="2255" y="341"/>
                  <a:pt x="2233" y="345"/>
                  <a:pt x="2211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1"/>
                  <a:pt x="5" y="128"/>
                  <a:pt x="13" y="106"/>
                </a:cubicBezTo>
                <a:close/>
              </a:path>
            </a:pathLst>
          </a:custGeom>
          <a:solidFill>
            <a:srgbClr val="0EA5E9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648040" y="1866600"/>
            <a:ext cx="857880" cy="124200"/>
          </a:xfrm>
          <a:custGeom>
            <a:avLst/>
            <a:gdLst/>
            <a:ahLst/>
            <a:rect l="0" t="0" r="r" b="b"/>
            <a:pathLst>
              <a:path w="2383" h="345">
                <a:moveTo>
                  <a:pt x="0" y="173"/>
                </a:moveTo>
                <a:cubicBezTo>
                  <a:pt x="0" y="151"/>
                  <a:pt x="5" y="128"/>
                  <a:pt x="13" y="106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2211" y="0"/>
                </a:lnTo>
                <a:cubicBezTo>
                  <a:pt x="2233" y="0"/>
                  <a:pt x="2255" y="5"/>
                  <a:pt x="2276" y="13"/>
                </a:cubicBezTo>
                <a:cubicBezTo>
                  <a:pt x="2297" y="22"/>
                  <a:pt x="2316" y="35"/>
                  <a:pt x="2332" y="51"/>
                </a:cubicBezTo>
                <a:cubicBezTo>
                  <a:pt x="2348" y="67"/>
                  <a:pt x="2361" y="85"/>
                  <a:pt x="2369" y="106"/>
                </a:cubicBezTo>
                <a:cubicBezTo>
                  <a:pt x="2378" y="128"/>
                  <a:pt x="2383" y="151"/>
                  <a:pt x="2383" y="173"/>
                </a:cubicBezTo>
                <a:cubicBezTo>
                  <a:pt x="2383" y="196"/>
                  <a:pt x="2378" y="218"/>
                  <a:pt x="2369" y="239"/>
                </a:cubicBezTo>
                <a:cubicBezTo>
                  <a:pt x="2361" y="260"/>
                  <a:pt x="2348" y="279"/>
                  <a:pt x="2332" y="295"/>
                </a:cubicBezTo>
                <a:cubicBezTo>
                  <a:pt x="2316" y="311"/>
                  <a:pt x="2297" y="323"/>
                  <a:pt x="2276" y="332"/>
                </a:cubicBezTo>
                <a:cubicBezTo>
                  <a:pt x="2255" y="341"/>
                  <a:pt x="2233" y="345"/>
                  <a:pt x="2211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5" y="34"/>
                  <a:pt x="117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3" y="57"/>
                  <a:pt x="76" y="63"/>
                  <a:pt x="69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99"/>
                  <a:pt x="41" y="108"/>
                  <a:pt x="38" y="117"/>
                </a:cubicBezTo>
                <a:cubicBezTo>
                  <a:pt x="34" y="125"/>
                  <a:pt x="31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1" y="211"/>
                  <a:pt x="34" y="220"/>
                  <a:pt x="38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5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2211" y="319"/>
                </a:lnTo>
                <a:cubicBezTo>
                  <a:pt x="2220" y="319"/>
                  <a:pt x="2230" y="318"/>
                  <a:pt x="2239" y="316"/>
                </a:cubicBezTo>
                <a:cubicBezTo>
                  <a:pt x="2248" y="314"/>
                  <a:pt x="2257" y="311"/>
                  <a:pt x="2266" y="308"/>
                </a:cubicBezTo>
                <a:cubicBezTo>
                  <a:pt x="2275" y="304"/>
                  <a:pt x="2283" y="300"/>
                  <a:pt x="2291" y="294"/>
                </a:cubicBezTo>
                <a:cubicBezTo>
                  <a:pt x="2299" y="289"/>
                  <a:pt x="2307" y="283"/>
                  <a:pt x="2313" y="276"/>
                </a:cubicBezTo>
                <a:cubicBezTo>
                  <a:pt x="2320" y="269"/>
                  <a:pt x="2326" y="262"/>
                  <a:pt x="2332" y="254"/>
                </a:cubicBezTo>
                <a:cubicBezTo>
                  <a:pt x="2337" y="246"/>
                  <a:pt x="2341" y="238"/>
                  <a:pt x="2345" y="229"/>
                </a:cubicBezTo>
                <a:cubicBezTo>
                  <a:pt x="2349" y="220"/>
                  <a:pt x="2351" y="211"/>
                  <a:pt x="2353" y="202"/>
                </a:cubicBezTo>
                <a:cubicBezTo>
                  <a:pt x="2355" y="192"/>
                  <a:pt x="2356" y="183"/>
                  <a:pt x="2356" y="173"/>
                </a:cubicBezTo>
                <a:cubicBezTo>
                  <a:pt x="2356" y="164"/>
                  <a:pt x="2355" y="154"/>
                  <a:pt x="2353" y="145"/>
                </a:cubicBezTo>
                <a:cubicBezTo>
                  <a:pt x="2351" y="136"/>
                  <a:pt x="2349" y="125"/>
                  <a:pt x="2345" y="117"/>
                </a:cubicBezTo>
                <a:cubicBezTo>
                  <a:pt x="2341" y="108"/>
                  <a:pt x="2337" y="99"/>
                  <a:pt x="2332" y="91"/>
                </a:cubicBezTo>
                <a:cubicBezTo>
                  <a:pt x="2326" y="84"/>
                  <a:pt x="2320" y="76"/>
                  <a:pt x="2313" y="69"/>
                </a:cubicBezTo>
                <a:cubicBezTo>
                  <a:pt x="2307" y="63"/>
                  <a:pt x="2299" y="57"/>
                  <a:pt x="2291" y="51"/>
                </a:cubicBezTo>
                <a:cubicBezTo>
                  <a:pt x="2283" y="46"/>
                  <a:pt x="2275" y="42"/>
                  <a:pt x="2266" y="38"/>
                </a:cubicBezTo>
                <a:cubicBezTo>
                  <a:pt x="2257" y="34"/>
                  <a:pt x="2248" y="31"/>
                  <a:pt x="2239" y="30"/>
                </a:cubicBezTo>
                <a:cubicBezTo>
                  <a:pt x="2230" y="28"/>
                  <a:pt x="2220" y="27"/>
                  <a:pt x="2211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0EA5E9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452920" y="1885680"/>
            <a:ext cx="817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c y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5703840" y="1885680"/>
            <a:ext cx="218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 n t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5988240" y="1885680"/>
            <a:ext cx="124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n e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6158880" y="1885680"/>
            <a:ext cx="129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P u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6524280" y="1866600"/>
            <a:ext cx="1105560" cy="124200"/>
          </a:xfrm>
          <a:custGeom>
            <a:avLst/>
            <a:gdLst/>
            <a:ahLst/>
            <a:rect l="0" t="0" r="r" b="b"/>
            <a:pathLst>
              <a:path w="3071" h="345">
                <a:moveTo>
                  <a:pt x="14" y="106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2899" y="0"/>
                </a:lnTo>
                <a:cubicBezTo>
                  <a:pt x="2921" y="0"/>
                  <a:pt x="2943" y="5"/>
                  <a:pt x="2964" y="13"/>
                </a:cubicBezTo>
                <a:cubicBezTo>
                  <a:pt x="2986" y="22"/>
                  <a:pt x="3004" y="35"/>
                  <a:pt x="3020" y="51"/>
                </a:cubicBezTo>
                <a:cubicBezTo>
                  <a:pt x="3036" y="67"/>
                  <a:pt x="3049" y="85"/>
                  <a:pt x="3058" y="106"/>
                </a:cubicBezTo>
                <a:cubicBezTo>
                  <a:pt x="3066" y="128"/>
                  <a:pt x="3071" y="151"/>
                  <a:pt x="3071" y="173"/>
                </a:cubicBezTo>
                <a:cubicBezTo>
                  <a:pt x="3071" y="196"/>
                  <a:pt x="3066" y="218"/>
                  <a:pt x="3058" y="239"/>
                </a:cubicBezTo>
                <a:cubicBezTo>
                  <a:pt x="3049" y="260"/>
                  <a:pt x="3036" y="279"/>
                  <a:pt x="3020" y="295"/>
                </a:cubicBezTo>
                <a:cubicBezTo>
                  <a:pt x="3004" y="311"/>
                  <a:pt x="2986" y="323"/>
                  <a:pt x="2964" y="332"/>
                </a:cubicBezTo>
                <a:cubicBezTo>
                  <a:pt x="2943" y="341"/>
                  <a:pt x="2921" y="345"/>
                  <a:pt x="2899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1"/>
                  <a:pt x="5" y="128"/>
                  <a:pt x="14" y="106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6524280" y="1866600"/>
            <a:ext cx="1105560" cy="124200"/>
          </a:xfrm>
          <a:custGeom>
            <a:avLst/>
            <a:gdLst/>
            <a:ahLst/>
            <a:rect l="0" t="0" r="r" b="b"/>
            <a:pathLst>
              <a:path w="3071" h="345">
                <a:moveTo>
                  <a:pt x="0" y="173"/>
                </a:moveTo>
                <a:cubicBezTo>
                  <a:pt x="0" y="151"/>
                  <a:pt x="5" y="128"/>
                  <a:pt x="14" y="106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2899" y="0"/>
                </a:lnTo>
                <a:cubicBezTo>
                  <a:pt x="2921" y="0"/>
                  <a:pt x="2943" y="5"/>
                  <a:pt x="2964" y="13"/>
                </a:cubicBezTo>
                <a:cubicBezTo>
                  <a:pt x="2986" y="22"/>
                  <a:pt x="3004" y="35"/>
                  <a:pt x="3020" y="51"/>
                </a:cubicBezTo>
                <a:cubicBezTo>
                  <a:pt x="3036" y="67"/>
                  <a:pt x="3049" y="85"/>
                  <a:pt x="3058" y="106"/>
                </a:cubicBezTo>
                <a:cubicBezTo>
                  <a:pt x="3066" y="128"/>
                  <a:pt x="3071" y="151"/>
                  <a:pt x="3071" y="173"/>
                </a:cubicBezTo>
                <a:cubicBezTo>
                  <a:pt x="3071" y="196"/>
                  <a:pt x="3066" y="218"/>
                  <a:pt x="3058" y="239"/>
                </a:cubicBezTo>
                <a:cubicBezTo>
                  <a:pt x="3049" y="260"/>
                  <a:pt x="3036" y="279"/>
                  <a:pt x="3020" y="295"/>
                </a:cubicBezTo>
                <a:cubicBezTo>
                  <a:pt x="3004" y="311"/>
                  <a:pt x="2986" y="323"/>
                  <a:pt x="2964" y="332"/>
                </a:cubicBezTo>
                <a:cubicBezTo>
                  <a:pt x="2943" y="341"/>
                  <a:pt x="2921" y="345"/>
                  <a:pt x="2899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6" y="34"/>
                  <a:pt x="117" y="38"/>
                </a:cubicBezTo>
                <a:cubicBezTo>
                  <a:pt x="108" y="42"/>
                  <a:pt x="100" y="46"/>
                  <a:pt x="92" y="51"/>
                </a:cubicBezTo>
                <a:cubicBezTo>
                  <a:pt x="84" y="57"/>
                  <a:pt x="76" y="63"/>
                  <a:pt x="70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99"/>
                  <a:pt x="42" y="108"/>
                  <a:pt x="38" y="117"/>
                </a:cubicBezTo>
                <a:cubicBezTo>
                  <a:pt x="34" y="125"/>
                  <a:pt x="32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2" y="211"/>
                  <a:pt x="34" y="220"/>
                  <a:pt x="38" y="229"/>
                </a:cubicBezTo>
                <a:cubicBezTo>
                  <a:pt x="42" y="238"/>
                  <a:pt x="46" y="246"/>
                  <a:pt x="51" y="254"/>
                </a:cubicBezTo>
                <a:cubicBezTo>
                  <a:pt x="57" y="262"/>
                  <a:pt x="63" y="269"/>
                  <a:pt x="70" y="276"/>
                </a:cubicBezTo>
                <a:cubicBezTo>
                  <a:pt x="76" y="283"/>
                  <a:pt x="84" y="289"/>
                  <a:pt x="92" y="294"/>
                </a:cubicBezTo>
                <a:cubicBezTo>
                  <a:pt x="100" y="300"/>
                  <a:pt x="108" y="304"/>
                  <a:pt x="117" y="308"/>
                </a:cubicBezTo>
                <a:cubicBezTo>
                  <a:pt x="126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2899" y="319"/>
                </a:lnTo>
                <a:cubicBezTo>
                  <a:pt x="2908" y="319"/>
                  <a:pt x="2918" y="318"/>
                  <a:pt x="2927" y="316"/>
                </a:cubicBezTo>
                <a:cubicBezTo>
                  <a:pt x="2936" y="314"/>
                  <a:pt x="2946" y="311"/>
                  <a:pt x="2954" y="308"/>
                </a:cubicBezTo>
                <a:cubicBezTo>
                  <a:pt x="2963" y="304"/>
                  <a:pt x="2972" y="300"/>
                  <a:pt x="2979" y="294"/>
                </a:cubicBezTo>
                <a:cubicBezTo>
                  <a:pt x="2987" y="289"/>
                  <a:pt x="2995" y="283"/>
                  <a:pt x="3002" y="276"/>
                </a:cubicBezTo>
                <a:cubicBezTo>
                  <a:pt x="3008" y="269"/>
                  <a:pt x="3014" y="262"/>
                  <a:pt x="3020" y="254"/>
                </a:cubicBezTo>
                <a:cubicBezTo>
                  <a:pt x="3025" y="246"/>
                  <a:pt x="3029" y="238"/>
                  <a:pt x="3033" y="229"/>
                </a:cubicBezTo>
                <a:cubicBezTo>
                  <a:pt x="3037" y="220"/>
                  <a:pt x="3040" y="211"/>
                  <a:pt x="3041" y="202"/>
                </a:cubicBezTo>
                <a:cubicBezTo>
                  <a:pt x="3043" y="192"/>
                  <a:pt x="3044" y="183"/>
                  <a:pt x="3044" y="173"/>
                </a:cubicBezTo>
                <a:cubicBezTo>
                  <a:pt x="3044" y="164"/>
                  <a:pt x="3043" y="154"/>
                  <a:pt x="3041" y="145"/>
                </a:cubicBezTo>
                <a:cubicBezTo>
                  <a:pt x="3040" y="136"/>
                  <a:pt x="3037" y="125"/>
                  <a:pt x="3033" y="117"/>
                </a:cubicBezTo>
                <a:cubicBezTo>
                  <a:pt x="3029" y="108"/>
                  <a:pt x="3025" y="99"/>
                  <a:pt x="3020" y="91"/>
                </a:cubicBezTo>
                <a:cubicBezTo>
                  <a:pt x="3014" y="84"/>
                  <a:pt x="3008" y="76"/>
                  <a:pt x="3002" y="69"/>
                </a:cubicBezTo>
                <a:cubicBezTo>
                  <a:pt x="2995" y="63"/>
                  <a:pt x="2987" y="57"/>
                  <a:pt x="2979" y="51"/>
                </a:cubicBezTo>
                <a:cubicBezTo>
                  <a:pt x="2972" y="46"/>
                  <a:pt x="2963" y="42"/>
                  <a:pt x="2954" y="38"/>
                </a:cubicBezTo>
                <a:cubicBezTo>
                  <a:pt x="2946" y="34"/>
                  <a:pt x="2936" y="31"/>
                  <a:pt x="2927" y="30"/>
                </a:cubicBezTo>
                <a:cubicBezTo>
                  <a:pt x="2918" y="28"/>
                  <a:pt x="2908" y="27"/>
                  <a:pt x="2899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6333120" y="1885680"/>
            <a:ext cx="792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6583320" y="18856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7019280" y="18856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7064640" y="18856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6086160" y="2047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D98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086160" y="2048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98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086160" y="2048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97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6086160" y="2048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96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6086160" y="2048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6086160" y="2049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6086160" y="2049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94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6086160" y="2049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93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6086160" y="2050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2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6086160" y="2050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92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6086160" y="2050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9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6086160" y="2050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90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6086160" y="2051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086160" y="2051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086160" y="2052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E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6086160" y="2052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8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086160" y="2052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6086160" y="2052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6086160" y="2053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28B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6086160" y="2053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A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6086160" y="2053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89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6086160" y="2053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8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086160" y="2054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88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086160" y="2054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A87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086160" y="2054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6086160" y="2055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086160" y="2055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85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6086160" y="2055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84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086160" y="2055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83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6086160" y="2056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83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086160" y="2056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82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086160" y="2057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81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6086160" y="2057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81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6086160" y="2057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80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6086160" y="2057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7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6086160" y="2058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086160" y="2058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086160" y="2058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7D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6086160" y="2058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7C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6086160" y="2059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6086160" y="2059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086160" y="2059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7A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6086160" y="2060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79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6086160" y="2060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78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6086160" y="2060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78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086160" y="2061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77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6086160" y="2061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76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6086160" y="2061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6086160" y="2062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6086160" y="2062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4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6086160" y="2062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3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086160" y="2062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7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6086160" y="2063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D72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086160" y="2063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7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6086160" y="2063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70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086160" y="2064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086160" y="2064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086160" y="2064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E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086160" y="2064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D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6086160" y="2065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6086160" y="2065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086160" y="2065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6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6086160" y="2066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6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6086160" y="2066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6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6086160" y="2066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69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086160" y="2067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96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086160" y="2067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6086160" y="2067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6086160" y="2067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66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6086160" y="2068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65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6086160" y="2068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6086160" y="2068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6086160" y="2069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63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6086160" y="2069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62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086160" y="2069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61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6086160" y="2070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61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6086160" y="2070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60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6086160" y="2070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5F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6086160" y="2071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6086160" y="2071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6086160" y="2071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5D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086160" y="2071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5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6086160" y="2072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5B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6086160" y="2072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B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086160" y="2072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5A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6086160" y="2072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59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6086160" y="2073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6086160" y="2073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086160" y="2073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5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086160" y="2074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5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086160" y="2074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6086160" y="2074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6086160" y="2075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5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086160" y="2075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086160" y="2075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D52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6086160" y="2076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5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6086160" y="2076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51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6086160" y="2076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50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086160" y="2076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5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086160" y="2077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4F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6086160" y="2077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4E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6086160" y="2077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6086160" y="2077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6086160" y="2078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4C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6086160" y="2078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6086160" y="2079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4A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6086160" y="2079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4A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6086160" y="2079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49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6086160" y="2079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748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086160" y="2080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6086160" y="2080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6086160" y="2080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34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6086160" y="2081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145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6086160" y="2081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6086160" y="2081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6086160" y="2081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C43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6086160" y="2082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42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086160" y="2082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41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6086160" y="2082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1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6086160" y="2082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40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6086160" y="2083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3F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6086160" y="2083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6086160" y="2084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2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6086160" y="2084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03D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6086160" y="2084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F3C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6086160" y="2084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D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6086160" y="2085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C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6086160" y="2085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6086160" y="2085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6086160" y="2086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6086160" y="2086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3C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6086160" y="2086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6086160" y="2086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D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6086160" y="2087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6086160" y="2087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6086160" y="2088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83F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6086160" y="2088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3F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086160" y="2088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0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6086160" y="2088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6086160" y="2089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6086160" y="2089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2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6086160" y="2089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6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6086160" y="2089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6086160" y="2090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6086160" y="2090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6086160" y="2090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5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6086160" y="2091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6086160" y="2091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446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6086160" y="2091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6086160" y="2091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7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6086160" y="2092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8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6086160" y="2092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9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6086160" y="2093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6086160" y="2093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4A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6086160" y="2093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A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6086160" y="2093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B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6086160" y="2094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6086160" y="2094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6086160" y="2094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D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6086160" y="2095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4E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6086160" y="2095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E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6086160" y="2095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F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6086160" y="2095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4F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6086160" y="2096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50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6086160" y="2096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51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6086160" y="2096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6086160" y="2097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6086160" y="2097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6086160" y="2097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3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6086160" y="2098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4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6086160" y="2098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D5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6086160" y="2098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5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6086160" y="2098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5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6086160" y="2099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6086160" y="2099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7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6086160" y="2099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7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6086160" y="2100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6086160" y="2100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6086160" y="2100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6086160" y="2100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6086160" y="2101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6086160" y="2101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6086160" y="2102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6086160" y="2102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6086160" y="2102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6086160" y="2102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D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6086160" y="2103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E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6086160" y="2103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85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6086160" y="2103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5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6086160" y="2103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6086160" y="2104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6086160" y="2104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1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6086160" y="2104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6086160" y="2105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6086160" y="2105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3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6086160" y="2105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3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6086160" y="2106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4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6086160" y="2106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5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086160" y="2106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5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6086160" y="2107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466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6086160" y="2107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6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6086160" y="2107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7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6086160" y="2107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6086160" y="2108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086160" y="2108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9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086160" y="2108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6086160" y="2108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6086160" y="2109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B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6086160" y="2109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B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6086160" y="2109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C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6086160" y="2110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D2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6086160" y="2110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06D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6086160" y="2110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6086160" y="2111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6086160" y="2111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6F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6086160" y="2111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0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6086160" y="2112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F70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6086160" y="2112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1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6086160" y="2112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1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6086160" y="2112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2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6086160" y="2113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3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6086160" y="2113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3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6086160" y="2113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74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6086160" y="2113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4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6086160" y="2114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5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6086160" y="2114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6086160" y="2115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6086160" y="2115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7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6086160" y="2115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B78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6086160" y="2115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8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6086160" y="2116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6086160" y="2116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6086160" y="2116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A1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6086160" y="2117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B1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6086160" y="2117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97B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6086160" y="2117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6086160" y="2117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6086160" y="2118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D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6086160" y="2118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E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6086160" y="2118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E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6086160" y="2118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6086160" y="2119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6086160" y="2119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01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6086160" y="2120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6086160" y="2120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6086160" y="2120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2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6086160" y="2120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6086160" y="2121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6086160" y="2121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6086160" y="2121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086160" y="2122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5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6086160" y="2122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486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6086160" y="2122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6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6086160" y="2122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6086160" y="2123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6086160" y="2123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3867840" y="2020680"/>
            <a:ext cx="4456440" cy="817200"/>
          </a:xfrm>
          <a:custGeom>
            <a:avLst/>
            <a:gdLst/>
            <a:ahLst/>
            <a:rect l="0" t="0" r="r" b="b"/>
            <a:pathLst>
              <a:path w="12379" h="2270">
                <a:moveTo>
                  <a:pt x="315" y="473"/>
                </a:moveTo>
                <a:lnTo>
                  <a:pt x="315" y="1796"/>
                </a:lnTo>
                <a:cubicBezTo>
                  <a:pt x="315" y="1817"/>
                  <a:pt x="319" y="1837"/>
                  <a:pt x="327" y="1857"/>
                </a:cubicBezTo>
                <a:cubicBezTo>
                  <a:pt x="335" y="1876"/>
                  <a:pt x="347" y="1893"/>
                  <a:pt x="362" y="1908"/>
                </a:cubicBezTo>
                <a:cubicBezTo>
                  <a:pt x="376" y="1923"/>
                  <a:pt x="394" y="1934"/>
                  <a:pt x="413" y="1942"/>
                </a:cubicBezTo>
                <a:cubicBezTo>
                  <a:pt x="433" y="1951"/>
                  <a:pt x="453" y="1955"/>
                  <a:pt x="474" y="1955"/>
                </a:cubicBezTo>
                <a:lnTo>
                  <a:pt x="11905" y="1955"/>
                </a:lnTo>
                <a:cubicBezTo>
                  <a:pt x="11926" y="1955"/>
                  <a:pt x="11946" y="1951"/>
                  <a:pt x="11966" y="1942"/>
                </a:cubicBezTo>
                <a:cubicBezTo>
                  <a:pt x="11985" y="1934"/>
                  <a:pt x="12002" y="1923"/>
                  <a:pt x="12017" y="1908"/>
                </a:cubicBezTo>
                <a:cubicBezTo>
                  <a:pt x="12032" y="1893"/>
                  <a:pt x="12043" y="1876"/>
                  <a:pt x="12051" y="1857"/>
                </a:cubicBezTo>
                <a:cubicBezTo>
                  <a:pt x="12060" y="1837"/>
                  <a:pt x="12064" y="1817"/>
                  <a:pt x="12064" y="1796"/>
                </a:cubicBezTo>
                <a:lnTo>
                  <a:pt x="12064" y="473"/>
                </a:lnTo>
                <a:cubicBezTo>
                  <a:pt x="12064" y="452"/>
                  <a:pt x="12060" y="432"/>
                  <a:pt x="12051" y="412"/>
                </a:cubicBezTo>
                <a:cubicBezTo>
                  <a:pt x="12043" y="393"/>
                  <a:pt x="12032" y="376"/>
                  <a:pt x="12017" y="361"/>
                </a:cubicBezTo>
                <a:cubicBezTo>
                  <a:pt x="12002" y="346"/>
                  <a:pt x="11985" y="334"/>
                  <a:pt x="11966" y="326"/>
                </a:cubicBezTo>
                <a:cubicBezTo>
                  <a:pt x="11946" y="318"/>
                  <a:pt x="11926" y="314"/>
                  <a:pt x="11905" y="314"/>
                </a:cubicBezTo>
                <a:lnTo>
                  <a:pt x="474" y="314"/>
                </a:lnTo>
                <a:cubicBezTo>
                  <a:pt x="453" y="314"/>
                  <a:pt x="433" y="318"/>
                  <a:pt x="413" y="326"/>
                </a:cubicBezTo>
                <a:cubicBezTo>
                  <a:pt x="394" y="334"/>
                  <a:pt x="376" y="346"/>
                  <a:pt x="362" y="361"/>
                </a:cubicBezTo>
                <a:cubicBezTo>
                  <a:pt x="347" y="376"/>
                  <a:pt x="335" y="393"/>
                  <a:pt x="327" y="412"/>
                </a:cubicBezTo>
                <a:cubicBezTo>
                  <a:pt x="319" y="432"/>
                  <a:pt x="315" y="452"/>
                  <a:pt x="315" y="473"/>
                </a:cubicBezTo>
                <a:moveTo>
                  <a:pt x="0" y="0"/>
                </a:moveTo>
                <a:lnTo>
                  <a:pt x="12379" y="0"/>
                </a:lnTo>
                <a:lnTo>
                  <a:pt x="12379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FACC15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976560" y="21286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5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1"/>
                  <a:pt x="11775" y="172"/>
                </a:cubicBezTo>
                <a:lnTo>
                  <a:pt x="11775" y="1495"/>
                </a:lnTo>
                <a:cubicBezTo>
                  <a:pt x="11775" y="1506"/>
                  <a:pt x="11774" y="1517"/>
                  <a:pt x="11772" y="1528"/>
                </a:cubicBezTo>
                <a:cubicBezTo>
                  <a:pt x="11769" y="1539"/>
                  <a:pt x="11766" y="1550"/>
                  <a:pt x="11762" y="1561"/>
                </a:cubicBezTo>
                <a:cubicBezTo>
                  <a:pt x="11757" y="1571"/>
                  <a:pt x="11752" y="1581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1"/>
                  <a:pt x="17" y="1571"/>
                  <a:pt x="13" y="1561"/>
                </a:cubicBezTo>
                <a:cubicBezTo>
                  <a:pt x="9" y="1550"/>
                  <a:pt x="5" y="1539"/>
                  <a:pt x="3" y="1528"/>
                </a:cubicBezTo>
                <a:cubicBezTo>
                  <a:pt x="1" y="1517"/>
                  <a:pt x="0" y="1506"/>
                  <a:pt x="0" y="1495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3976560" y="21286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5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1"/>
                  <a:pt x="11775" y="172"/>
                </a:cubicBezTo>
                <a:lnTo>
                  <a:pt x="11775" y="1495"/>
                </a:lnTo>
                <a:cubicBezTo>
                  <a:pt x="11775" y="1506"/>
                  <a:pt x="11774" y="1517"/>
                  <a:pt x="11772" y="1528"/>
                </a:cubicBezTo>
                <a:cubicBezTo>
                  <a:pt x="11769" y="1539"/>
                  <a:pt x="11766" y="1550"/>
                  <a:pt x="11762" y="1561"/>
                </a:cubicBezTo>
                <a:cubicBezTo>
                  <a:pt x="11757" y="1571"/>
                  <a:pt x="11752" y="1581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1"/>
                  <a:pt x="17" y="1571"/>
                  <a:pt x="13" y="1561"/>
                </a:cubicBezTo>
                <a:cubicBezTo>
                  <a:pt x="9" y="1550"/>
                  <a:pt x="5" y="1539"/>
                  <a:pt x="3" y="1528"/>
                </a:cubicBezTo>
                <a:cubicBezTo>
                  <a:pt x="1" y="1517"/>
                  <a:pt x="0" y="1506"/>
                  <a:pt x="0" y="1495"/>
                </a:cubicBezTo>
                <a:close/>
              </a:path>
            </a:pathLst>
          </a:custGeom>
          <a:noFill/>
          <a:ln w="9360">
            <a:solidFill>
              <a:srgbClr val="FACC15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7200720" y="1885680"/>
            <a:ext cx="2959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S p e e c h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992120" y="23241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FACC15"/>
                </a:solidFill>
                <a:effectLst/>
                <a:uFillTx/>
                <a:latin typeface="SegoeUIEmoji"/>
                <a:ea typeface="SegoeUIEmoji"/>
              </a:rPr>
              <a:t>⚖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5164560" y="2287080"/>
            <a:ext cx="2023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FACC15"/>
                </a:solidFill>
                <a:effectLst/>
                <a:uFillTx/>
                <a:latin typeface="SegoeUI"/>
                <a:ea typeface="SegoeUI"/>
              </a:rPr>
              <a:t>  C a b i n e t   M i n i s t e r s   ( U n i o n )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5106600" y="2433240"/>
            <a:ext cx="68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F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5212440" y="2433240"/>
            <a:ext cx="2833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n a n c e ,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5573520" y="24332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5620320" y="2433240"/>
            <a:ext cx="2685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H o m e ,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5956200" y="24332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6003000" y="2433240"/>
            <a:ext cx="1890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H e a l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6249600" y="2433240"/>
            <a:ext cx="1126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t h ,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6410160" y="24332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6456960" y="2433240"/>
            <a:ext cx="2887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R o a d s ,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6821280" y="24332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4276440" y="2552400"/>
            <a:ext cx="1352880" cy="124200"/>
          </a:xfrm>
          <a:custGeom>
            <a:avLst/>
            <a:gdLst/>
            <a:ahLst/>
            <a:rect l="0" t="0" r="r" b="b"/>
            <a:pathLst>
              <a:path w="3758" h="345">
                <a:moveTo>
                  <a:pt x="13" y="106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3586" y="0"/>
                </a:lnTo>
                <a:cubicBezTo>
                  <a:pt x="3609" y="0"/>
                  <a:pt x="3631" y="5"/>
                  <a:pt x="3652" y="13"/>
                </a:cubicBezTo>
                <a:cubicBezTo>
                  <a:pt x="3673" y="22"/>
                  <a:pt x="3692" y="35"/>
                  <a:pt x="3708" y="51"/>
                </a:cubicBezTo>
                <a:cubicBezTo>
                  <a:pt x="3724" y="67"/>
                  <a:pt x="3737" y="85"/>
                  <a:pt x="3745" y="106"/>
                </a:cubicBezTo>
                <a:cubicBezTo>
                  <a:pt x="3754" y="128"/>
                  <a:pt x="3758" y="150"/>
                  <a:pt x="3758" y="172"/>
                </a:cubicBezTo>
                <a:cubicBezTo>
                  <a:pt x="3758" y="195"/>
                  <a:pt x="3754" y="217"/>
                  <a:pt x="3745" y="238"/>
                </a:cubicBezTo>
                <a:cubicBezTo>
                  <a:pt x="3737" y="259"/>
                  <a:pt x="3724" y="278"/>
                  <a:pt x="3708" y="295"/>
                </a:cubicBezTo>
                <a:cubicBezTo>
                  <a:pt x="3692" y="311"/>
                  <a:pt x="3673" y="323"/>
                  <a:pt x="3652" y="332"/>
                </a:cubicBezTo>
                <a:cubicBezTo>
                  <a:pt x="3631" y="341"/>
                  <a:pt x="3609" y="345"/>
                  <a:pt x="3586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8"/>
                  <a:pt x="22" y="259"/>
                  <a:pt x="13" y="238"/>
                </a:cubicBezTo>
                <a:cubicBezTo>
                  <a:pt x="5" y="217"/>
                  <a:pt x="0" y="195"/>
                  <a:pt x="0" y="172"/>
                </a:cubicBezTo>
                <a:cubicBezTo>
                  <a:pt x="0" y="150"/>
                  <a:pt x="5" y="128"/>
                  <a:pt x="13" y="106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4276440" y="2552400"/>
            <a:ext cx="1352880" cy="124200"/>
          </a:xfrm>
          <a:custGeom>
            <a:avLst/>
            <a:gdLst/>
            <a:ahLst/>
            <a:rect l="0" t="0" r="r" b="b"/>
            <a:pathLst>
              <a:path w="3758" h="345">
                <a:moveTo>
                  <a:pt x="0" y="172"/>
                </a:moveTo>
                <a:cubicBezTo>
                  <a:pt x="0" y="150"/>
                  <a:pt x="5" y="128"/>
                  <a:pt x="13" y="106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3586" y="0"/>
                </a:lnTo>
                <a:cubicBezTo>
                  <a:pt x="3609" y="0"/>
                  <a:pt x="3631" y="5"/>
                  <a:pt x="3652" y="13"/>
                </a:cubicBezTo>
                <a:cubicBezTo>
                  <a:pt x="3673" y="22"/>
                  <a:pt x="3692" y="35"/>
                  <a:pt x="3708" y="51"/>
                </a:cubicBezTo>
                <a:cubicBezTo>
                  <a:pt x="3724" y="67"/>
                  <a:pt x="3737" y="85"/>
                  <a:pt x="3745" y="106"/>
                </a:cubicBezTo>
                <a:cubicBezTo>
                  <a:pt x="3754" y="128"/>
                  <a:pt x="3758" y="150"/>
                  <a:pt x="3758" y="172"/>
                </a:cubicBezTo>
                <a:cubicBezTo>
                  <a:pt x="3758" y="195"/>
                  <a:pt x="3754" y="217"/>
                  <a:pt x="3745" y="238"/>
                </a:cubicBezTo>
                <a:cubicBezTo>
                  <a:pt x="3737" y="259"/>
                  <a:pt x="3724" y="278"/>
                  <a:pt x="3708" y="295"/>
                </a:cubicBezTo>
                <a:cubicBezTo>
                  <a:pt x="3692" y="311"/>
                  <a:pt x="3673" y="323"/>
                  <a:pt x="3652" y="332"/>
                </a:cubicBezTo>
                <a:cubicBezTo>
                  <a:pt x="3631" y="341"/>
                  <a:pt x="3609" y="345"/>
                  <a:pt x="3586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8"/>
                  <a:pt x="22" y="259"/>
                  <a:pt x="13" y="238"/>
                </a:cubicBezTo>
                <a:cubicBezTo>
                  <a:pt x="5" y="217"/>
                  <a:pt x="0" y="195"/>
                  <a:pt x="0" y="172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5" y="34"/>
                  <a:pt x="117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3" y="57"/>
                  <a:pt x="76" y="63"/>
                  <a:pt x="69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99"/>
                  <a:pt x="41" y="108"/>
                  <a:pt x="38" y="117"/>
                </a:cubicBezTo>
                <a:cubicBezTo>
                  <a:pt x="34" y="125"/>
                  <a:pt x="31" y="135"/>
                  <a:pt x="30" y="144"/>
                </a:cubicBezTo>
                <a:cubicBezTo>
                  <a:pt x="28" y="153"/>
                  <a:pt x="27" y="163"/>
                  <a:pt x="27" y="172"/>
                </a:cubicBezTo>
                <a:cubicBezTo>
                  <a:pt x="27" y="182"/>
                  <a:pt x="28" y="191"/>
                  <a:pt x="30" y="201"/>
                </a:cubicBezTo>
                <a:cubicBezTo>
                  <a:pt x="31" y="210"/>
                  <a:pt x="34" y="219"/>
                  <a:pt x="38" y="228"/>
                </a:cubicBezTo>
                <a:cubicBezTo>
                  <a:pt x="41" y="237"/>
                  <a:pt x="46" y="245"/>
                  <a:pt x="51" y="253"/>
                </a:cubicBezTo>
                <a:cubicBezTo>
                  <a:pt x="57" y="261"/>
                  <a:pt x="63" y="268"/>
                  <a:pt x="69" y="275"/>
                </a:cubicBezTo>
                <a:cubicBezTo>
                  <a:pt x="76" y="282"/>
                  <a:pt x="83" y="289"/>
                  <a:pt x="91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5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3586" y="319"/>
                </a:lnTo>
                <a:cubicBezTo>
                  <a:pt x="3596" y="319"/>
                  <a:pt x="3605" y="318"/>
                  <a:pt x="3615" y="316"/>
                </a:cubicBezTo>
                <a:cubicBezTo>
                  <a:pt x="3624" y="314"/>
                  <a:pt x="3633" y="311"/>
                  <a:pt x="3642" y="308"/>
                </a:cubicBezTo>
                <a:cubicBezTo>
                  <a:pt x="3651" y="304"/>
                  <a:pt x="3659" y="300"/>
                  <a:pt x="3667" y="294"/>
                </a:cubicBezTo>
                <a:cubicBezTo>
                  <a:pt x="3675" y="289"/>
                  <a:pt x="3683" y="282"/>
                  <a:pt x="3689" y="275"/>
                </a:cubicBezTo>
                <a:cubicBezTo>
                  <a:pt x="3696" y="268"/>
                  <a:pt x="3702" y="261"/>
                  <a:pt x="3707" y="253"/>
                </a:cubicBezTo>
                <a:cubicBezTo>
                  <a:pt x="3713" y="245"/>
                  <a:pt x="3717" y="237"/>
                  <a:pt x="3721" y="228"/>
                </a:cubicBezTo>
                <a:cubicBezTo>
                  <a:pt x="3724" y="219"/>
                  <a:pt x="3727" y="210"/>
                  <a:pt x="3729" y="201"/>
                </a:cubicBezTo>
                <a:cubicBezTo>
                  <a:pt x="3731" y="191"/>
                  <a:pt x="3732" y="182"/>
                  <a:pt x="3732" y="172"/>
                </a:cubicBezTo>
                <a:cubicBezTo>
                  <a:pt x="3732" y="163"/>
                  <a:pt x="3731" y="153"/>
                  <a:pt x="3729" y="144"/>
                </a:cubicBezTo>
                <a:cubicBezTo>
                  <a:pt x="3727" y="135"/>
                  <a:pt x="3724" y="125"/>
                  <a:pt x="3721" y="117"/>
                </a:cubicBezTo>
                <a:cubicBezTo>
                  <a:pt x="3717" y="108"/>
                  <a:pt x="3713" y="99"/>
                  <a:pt x="3707" y="91"/>
                </a:cubicBezTo>
                <a:cubicBezTo>
                  <a:pt x="3702" y="84"/>
                  <a:pt x="3696" y="76"/>
                  <a:pt x="3689" y="69"/>
                </a:cubicBezTo>
                <a:cubicBezTo>
                  <a:pt x="3683" y="63"/>
                  <a:pt x="3675" y="57"/>
                  <a:pt x="3667" y="51"/>
                </a:cubicBezTo>
                <a:cubicBezTo>
                  <a:pt x="3659" y="46"/>
                  <a:pt x="3651" y="42"/>
                  <a:pt x="3642" y="38"/>
                </a:cubicBezTo>
                <a:cubicBezTo>
                  <a:pt x="3633" y="34"/>
                  <a:pt x="3624" y="31"/>
                  <a:pt x="3615" y="30"/>
                </a:cubicBezTo>
                <a:cubicBezTo>
                  <a:pt x="3605" y="28"/>
                  <a:pt x="3596" y="27"/>
                  <a:pt x="3586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6868080" y="2433240"/>
            <a:ext cx="1591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e t c .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4334040" y="25714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4769640" y="25714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4815360" y="25714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4951440" y="2571480"/>
            <a:ext cx="36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S u m m a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5648040" y="2552400"/>
            <a:ext cx="1391040" cy="124200"/>
          </a:xfrm>
          <a:custGeom>
            <a:avLst/>
            <a:gdLst/>
            <a:ahLst/>
            <a:rect l="0" t="0" r="r" b="b"/>
            <a:pathLst>
              <a:path w="3864" h="345">
                <a:moveTo>
                  <a:pt x="13" y="106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3692" y="0"/>
                </a:lnTo>
                <a:cubicBezTo>
                  <a:pt x="3715" y="0"/>
                  <a:pt x="3737" y="5"/>
                  <a:pt x="3758" y="13"/>
                </a:cubicBezTo>
                <a:cubicBezTo>
                  <a:pt x="3779" y="22"/>
                  <a:pt x="3798" y="35"/>
                  <a:pt x="3814" y="51"/>
                </a:cubicBezTo>
                <a:cubicBezTo>
                  <a:pt x="3830" y="67"/>
                  <a:pt x="3842" y="85"/>
                  <a:pt x="3851" y="106"/>
                </a:cubicBezTo>
                <a:cubicBezTo>
                  <a:pt x="3860" y="128"/>
                  <a:pt x="3864" y="150"/>
                  <a:pt x="3864" y="172"/>
                </a:cubicBezTo>
                <a:cubicBezTo>
                  <a:pt x="3864" y="195"/>
                  <a:pt x="3860" y="217"/>
                  <a:pt x="3851" y="238"/>
                </a:cubicBezTo>
                <a:cubicBezTo>
                  <a:pt x="3842" y="259"/>
                  <a:pt x="3830" y="278"/>
                  <a:pt x="3814" y="295"/>
                </a:cubicBezTo>
                <a:cubicBezTo>
                  <a:pt x="3798" y="311"/>
                  <a:pt x="3779" y="323"/>
                  <a:pt x="3758" y="332"/>
                </a:cubicBezTo>
                <a:cubicBezTo>
                  <a:pt x="3737" y="341"/>
                  <a:pt x="3715" y="345"/>
                  <a:pt x="3692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8"/>
                  <a:pt x="22" y="259"/>
                  <a:pt x="13" y="238"/>
                </a:cubicBezTo>
                <a:cubicBezTo>
                  <a:pt x="5" y="217"/>
                  <a:pt x="0" y="195"/>
                  <a:pt x="0" y="172"/>
                </a:cubicBezTo>
                <a:cubicBezTo>
                  <a:pt x="0" y="150"/>
                  <a:pt x="5" y="128"/>
                  <a:pt x="13" y="106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5648040" y="2552400"/>
            <a:ext cx="1391040" cy="124200"/>
          </a:xfrm>
          <a:custGeom>
            <a:avLst/>
            <a:gdLst/>
            <a:ahLst/>
            <a:rect l="0" t="0" r="r" b="b"/>
            <a:pathLst>
              <a:path w="3864" h="345">
                <a:moveTo>
                  <a:pt x="0" y="172"/>
                </a:moveTo>
                <a:cubicBezTo>
                  <a:pt x="0" y="150"/>
                  <a:pt x="5" y="128"/>
                  <a:pt x="13" y="106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3692" y="0"/>
                </a:lnTo>
                <a:cubicBezTo>
                  <a:pt x="3715" y="0"/>
                  <a:pt x="3737" y="5"/>
                  <a:pt x="3758" y="13"/>
                </a:cubicBezTo>
                <a:cubicBezTo>
                  <a:pt x="3779" y="22"/>
                  <a:pt x="3798" y="35"/>
                  <a:pt x="3814" y="51"/>
                </a:cubicBezTo>
                <a:cubicBezTo>
                  <a:pt x="3830" y="67"/>
                  <a:pt x="3842" y="85"/>
                  <a:pt x="3851" y="106"/>
                </a:cubicBezTo>
                <a:cubicBezTo>
                  <a:pt x="3860" y="128"/>
                  <a:pt x="3864" y="150"/>
                  <a:pt x="3864" y="172"/>
                </a:cubicBezTo>
                <a:cubicBezTo>
                  <a:pt x="3864" y="195"/>
                  <a:pt x="3860" y="217"/>
                  <a:pt x="3851" y="238"/>
                </a:cubicBezTo>
                <a:cubicBezTo>
                  <a:pt x="3842" y="259"/>
                  <a:pt x="3830" y="278"/>
                  <a:pt x="3814" y="295"/>
                </a:cubicBezTo>
                <a:cubicBezTo>
                  <a:pt x="3798" y="311"/>
                  <a:pt x="3779" y="323"/>
                  <a:pt x="3758" y="332"/>
                </a:cubicBezTo>
                <a:cubicBezTo>
                  <a:pt x="3737" y="341"/>
                  <a:pt x="3715" y="345"/>
                  <a:pt x="3692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8"/>
                  <a:pt x="22" y="259"/>
                  <a:pt x="13" y="238"/>
                </a:cubicBezTo>
                <a:cubicBezTo>
                  <a:pt x="5" y="217"/>
                  <a:pt x="0" y="195"/>
                  <a:pt x="0" y="172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5" y="34"/>
                  <a:pt x="117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3" y="57"/>
                  <a:pt x="76" y="63"/>
                  <a:pt x="69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99"/>
                  <a:pt x="41" y="108"/>
                  <a:pt x="38" y="117"/>
                </a:cubicBezTo>
                <a:cubicBezTo>
                  <a:pt x="34" y="125"/>
                  <a:pt x="31" y="135"/>
                  <a:pt x="30" y="144"/>
                </a:cubicBezTo>
                <a:cubicBezTo>
                  <a:pt x="28" y="153"/>
                  <a:pt x="27" y="163"/>
                  <a:pt x="27" y="172"/>
                </a:cubicBezTo>
                <a:cubicBezTo>
                  <a:pt x="27" y="182"/>
                  <a:pt x="28" y="191"/>
                  <a:pt x="30" y="201"/>
                </a:cubicBezTo>
                <a:cubicBezTo>
                  <a:pt x="31" y="210"/>
                  <a:pt x="34" y="219"/>
                  <a:pt x="38" y="228"/>
                </a:cubicBezTo>
                <a:cubicBezTo>
                  <a:pt x="41" y="237"/>
                  <a:pt x="46" y="245"/>
                  <a:pt x="51" y="253"/>
                </a:cubicBezTo>
                <a:cubicBezTo>
                  <a:pt x="57" y="261"/>
                  <a:pt x="63" y="268"/>
                  <a:pt x="69" y="275"/>
                </a:cubicBezTo>
                <a:cubicBezTo>
                  <a:pt x="76" y="282"/>
                  <a:pt x="83" y="289"/>
                  <a:pt x="91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5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3692" y="319"/>
                </a:lnTo>
                <a:cubicBezTo>
                  <a:pt x="3702" y="319"/>
                  <a:pt x="3711" y="318"/>
                  <a:pt x="3721" y="316"/>
                </a:cubicBezTo>
                <a:cubicBezTo>
                  <a:pt x="3730" y="314"/>
                  <a:pt x="3739" y="311"/>
                  <a:pt x="3748" y="308"/>
                </a:cubicBezTo>
                <a:cubicBezTo>
                  <a:pt x="3757" y="304"/>
                  <a:pt x="3765" y="300"/>
                  <a:pt x="3773" y="294"/>
                </a:cubicBezTo>
                <a:cubicBezTo>
                  <a:pt x="3781" y="289"/>
                  <a:pt x="3788" y="282"/>
                  <a:pt x="3795" y="275"/>
                </a:cubicBezTo>
                <a:cubicBezTo>
                  <a:pt x="3802" y="268"/>
                  <a:pt x="3808" y="261"/>
                  <a:pt x="3813" y="253"/>
                </a:cubicBezTo>
                <a:cubicBezTo>
                  <a:pt x="3819" y="245"/>
                  <a:pt x="3823" y="237"/>
                  <a:pt x="3827" y="228"/>
                </a:cubicBezTo>
                <a:cubicBezTo>
                  <a:pt x="3830" y="219"/>
                  <a:pt x="3833" y="210"/>
                  <a:pt x="3835" y="201"/>
                </a:cubicBezTo>
                <a:cubicBezTo>
                  <a:pt x="3837" y="191"/>
                  <a:pt x="3838" y="182"/>
                  <a:pt x="3838" y="172"/>
                </a:cubicBezTo>
                <a:cubicBezTo>
                  <a:pt x="3838" y="163"/>
                  <a:pt x="3837" y="153"/>
                  <a:pt x="3835" y="144"/>
                </a:cubicBezTo>
                <a:cubicBezTo>
                  <a:pt x="3833" y="135"/>
                  <a:pt x="3830" y="125"/>
                  <a:pt x="3827" y="117"/>
                </a:cubicBezTo>
                <a:cubicBezTo>
                  <a:pt x="3823" y="108"/>
                  <a:pt x="3819" y="99"/>
                  <a:pt x="3813" y="91"/>
                </a:cubicBezTo>
                <a:cubicBezTo>
                  <a:pt x="3808" y="84"/>
                  <a:pt x="3802" y="76"/>
                  <a:pt x="3795" y="69"/>
                </a:cubicBezTo>
                <a:cubicBezTo>
                  <a:pt x="3788" y="63"/>
                  <a:pt x="3781" y="57"/>
                  <a:pt x="3773" y="51"/>
                </a:cubicBezTo>
                <a:cubicBezTo>
                  <a:pt x="3765" y="46"/>
                  <a:pt x="3757" y="42"/>
                  <a:pt x="3748" y="38"/>
                </a:cubicBezTo>
                <a:cubicBezTo>
                  <a:pt x="3739" y="34"/>
                  <a:pt x="3730" y="31"/>
                  <a:pt x="3721" y="30"/>
                </a:cubicBezTo>
                <a:cubicBezTo>
                  <a:pt x="3711" y="28"/>
                  <a:pt x="3702" y="27"/>
                  <a:pt x="3692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5402520" y="2571480"/>
            <a:ext cx="1238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z e r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5706000" y="25714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6141960" y="25714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6187320" y="25714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6323400" y="2571480"/>
            <a:ext cx="3488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S c h e m e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7057800" y="2552400"/>
            <a:ext cx="857520" cy="124200"/>
          </a:xfrm>
          <a:custGeom>
            <a:avLst/>
            <a:gdLst/>
            <a:ahLst/>
            <a:rect l="0" t="0" r="r" b="b"/>
            <a:pathLst>
              <a:path w="2382" h="345">
                <a:moveTo>
                  <a:pt x="13" y="106"/>
                </a:moveTo>
                <a:cubicBezTo>
                  <a:pt x="22" y="85"/>
                  <a:pt x="34" y="67"/>
                  <a:pt x="50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210" y="0"/>
                </a:lnTo>
                <a:cubicBezTo>
                  <a:pt x="2233" y="0"/>
                  <a:pt x="2255" y="5"/>
                  <a:pt x="2276" y="13"/>
                </a:cubicBezTo>
                <a:cubicBezTo>
                  <a:pt x="2297" y="22"/>
                  <a:pt x="2316" y="35"/>
                  <a:pt x="2332" y="51"/>
                </a:cubicBezTo>
                <a:cubicBezTo>
                  <a:pt x="2348" y="67"/>
                  <a:pt x="2361" y="85"/>
                  <a:pt x="2369" y="106"/>
                </a:cubicBezTo>
                <a:cubicBezTo>
                  <a:pt x="2378" y="128"/>
                  <a:pt x="2382" y="150"/>
                  <a:pt x="2382" y="172"/>
                </a:cubicBezTo>
                <a:cubicBezTo>
                  <a:pt x="2382" y="195"/>
                  <a:pt x="2378" y="217"/>
                  <a:pt x="2369" y="238"/>
                </a:cubicBezTo>
                <a:cubicBezTo>
                  <a:pt x="2361" y="259"/>
                  <a:pt x="2348" y="278"/>
                  <a:pt x="2332" y="295"/>
                </a:cubicBezTo>
                <a:cubicBezTo>
                  <a:pt x="2316" y="311"/>
                  <a:pt x="2297" y="323"/>
                  <a:pt x="2276" y="332"/>
                </a:cubicBezTo>
                <a:cubicBezTo>
                  <a:pt x="2255" y="341"/>
                  <a:pt x="2233" y="345"/>
                  <a:pt x="2210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0" y="295"/>
                </a:cubicBezTo>
                <a:cubicBezTo>
                  <a:pt x="34" y="278"/>
                  <a:pt x="22" y="259"/>
                  <a:pt x="13" y="238"/>
                </a:cubicBezTo>
                <a:cubicBezTo>
                  <a:pt x="4" y="217"/>
                  <a:pt x="0" y="195"/>
                  <a:pt x="0" y="172"/>
                </a:cubicBezTo>
                <a:cubicBezTo>
                  <a:pt x="0" y="150"/>
                  <a:pt x="4" y="128"/>
                  <a:pt x="13" y="106"/>
                </a:cubicBezTo>
                <a:close/>
              </a:path>
            </a:pathLst>
          </a:custGeom>
          <a:solidFill>
            <a:srgbClr val="0EA5E9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7057800" y="2552400"/>
            <a:ext cx="857520" cy="124200"/>
          </a:xfrm>
          <a:custGeom>
            <a:avLst/>
            <a:gdLst/>
            <a:ahLst/>
            <a:rect l="0" t="0" r="r" b="b"/>
            <a:pathLst>
              <a:path w="2382" h="345">
                <a:moveTo>
                  <a:pt x="0" y="172"/>
                </a:moveTo>
                <a:cubicBezTo>
                  <a:pt x="0" y="150"/>
                  <a:pt x="4" y="128"/>
                  <a:pt x="13" y="106"/>
                </a:cubicBezTo>
                <a:cubicBezTo>
                  <a:pt x="22" y="85"/>
                  <a:pt x="34" y="67"/>
                  <a:pt x="50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210" y="0"/>
                </a:lnTo>
                <a:cubicBezTo>
                  <a:pt x="2233" y="0"/>
                  <a:pt x="2255" y="5"/>
                  <a:pt x="2276" y="13"/>
                </a:cubicBezTo>
                <a:cubicBezTo>
                  <a:pt x="2297" y="22"/>
                  <a:pt x="2316" y="35"/>
                  <a:pt x="2332" y="51"/>
                </a:cubicBezTo>
                <a:cubicBezTo>
                  <a:pt x="2348" y="67"/>
                  <a:pt x="2361" y="85"/>
                  <a:pt x="2369" y="106"/>
                </a:cubicBezTo>
                <a:cubicBezTo>
                  <a:pt x="2378" y="128"/>
                  <a:pt x="2382" y="150"/>
                  <a:pt x="2382" y="172"/>
                </a:cubicBezTo>
                <a:cubicBezTo>
                  <a:pt x="2382" y="195"/>
                  <a:pt x="2378" y="217"/>
                  <a:pt x="2369" y="238"/>
                </a:cubicBezTo>
                <a:cubicBezTo>
                  <a:pt x="2361" y="259"/>
                  <a:pt x="2348" y="278"/>
                  <a:pt x="2332" y="295"/>
                </a:cubicBezTo>
                <a:cubicBezTo>
                  <a:pt x="2316" y="311"/>
                  <a:pt x="2297" y="323"/>
                  <a:pt x="2276" y="332"/>
                </a:cubicBezTo>
                <a:cubicBezTo>
                  <a:pt x="2255" y="341"/>
                  <a:pt x="2233" y="345"/>
                  <a:pt x="2210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0" y="295"/>
                </a:cubicBezTo>
                <a:cubicBezTo>
                  <a:pt x="34" y="278"/>
                  <a:pt x="22" y="259"/>
                  <a:pt x="13" y="238"/>
                </a:cubicBezTo>
                <a:cubicBezTo>
                  <a:pt x="4" y="217"/>
                  <a:pt x="0" y="195"/>
                  <a:pt x="0" y="172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3" y="57"/>
                  <a:pt x="76" y="63"/>
                  <a:pt x="69" y="69"/>
                </a:cubicBezTo>
                <a:cubicBezTo>
                  <a:pt x="62" y="76"/>
                  <a:pt x="56" y="84"/>
                  <a:pt x="51" y="91"/>
                </a:cubicBezTo>
                <a:cubicBezTo>
                  <a:pt x="46" y="99"/>
                  <a:pt x="41" y="108"/>
                  <a:pt x="38" y="117"/>
                </a:cubicBezTo>
                <a:cubicBezTo>
                  <a:pt x="34" y="125"/>
                  <a:pt x="31" y="135"/>
                  <a:pt x="29" y="144"/>
                </a:cubicBezTo>
                <a:cubicBezTo>
                  <a:pt x="28" y="153"/>
                  <a:pt x="27" y="163"/>
                  <a:pt x="27" y="172"/>
                </a:cubicBezTo>
                <a:cubicBezTo>
                  <a:pt x="27" y="182"/>
                  <a:pt x="28" y="191"/>
                  <a:pt x="29" y="201"/>
                </a:cubicBezTo>
                <a:cubicBezTo>
                  <a:pt x="31" y="210"/>
                  <a:pt x="34" y="219"/>
                  <a:pt x="38" y="228"/>
                </a:cubicBezTo>
                <a:cubicBezTo>
                  <a:pt x="41" y="237"/>
                  <a:pt x="46" y="245"/>
                  <a:pt x="51" y="253"/>
                </a:cubicBezTo>
                <a:cubicBezTo>
                  <a:pt x="56" y="261"/>
                  <a:pt x="62" y="268"/>
                  <a:pt x="69" y="275"/>
                </a:cubicBezTo>
                <a:cubicBezTo>
                  <a:pt x="76" y="282"/>
                  <a:pt x="83" y="289"/>
                  <a:pt x="91" y="294"/>
                </a:cubicBezTo>
                <a:cubicBezTo>
                  <a:pt x="99" y="300"/>
                  <a:pt x="108" y="304"/>
                  <a:pt x="116" y="308"/>
                </a:cubicBezTo>
                <a:cubicBezTo>
                  <a:pt x="125" y="311"/>
                  <a:pt x="134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2210" y="319"/>
                </a:lnTo>
                <a:cubicBezTo>
                  <a:pt x="2220" y="319"/>
                  <a:pt x="2229" y="318"/>
                  <a:pt x="2239" y="316"/>
                </a:cubicBezTo>
                <a:cubicBezTo>
                  <a:pt x="2248" y="314"/>
                  <a:pt x="2257" y="311"/>
                  <a:pt x="2266" y="308"/>
                </a:cubicBezTo>
                <a:cubicBezTo>
                  <a:pt x="2275" y="304"/>
                  <a:pt x="2283" y="300"/>
                  <a:pt x="2291" y="294"/>
                </a:cubicBezTo>
                <a:cubicBezTo>
                  <a:pt x="2299" y="289"/>
                  <a:pt x="2307" y="282"/>
                  <a:pt x="2313" y="275"/>
                </a:cubicBezTo>
                <a:cubicBezTo>
                  <a:pt x="2320" y="268"/>
                  <a:pt x="2326" y="261"/>
                  <a:pt x="2331" y="253"/>
                </a:cubicBezTo>
                <a:cubicBezTo>
                  <a:pt x="2337" y="245"/>
                  <a:pt x="2341" y="237"/>
                  <a:pt x="2345" y="228"/>
                </a:cubicBezTo>
                <a:cubicBezTo>
                  <a:pt x="2348" y="219"/>
                  <a:pt x="2351" y="210"/>
                  <a:pt x="2353" y="201"/>
                </a:cubicBezTo>
                <a:cubicBezTo>
                  <a:pt x="2355" y="191"/>
                  <a:pt x="2356" y="182"/>
                  <a:pt x="2356" y="172"/>
                </a:cubicBezTo>
                <a:cubicBezTo>
                  <a:pt x="2356" y="163"/>
                  <a:pt x="2355" y="153"/>
                  <a:pt x="2353" y="144"/>
                </a:cubicBezTo>
                <a:cubicBezTo>
                  <a:pt x="2351" y="135"/>
                  <a:pt x="2348" y="125"/>
                  <a:pt x="2345" y="117"/>
                </a:cubicBezTo>
                <a:cubicBezTo>
                  <a:pt x="2341" y="108"/>
                  <a:pt x="2337" y="99"/>
                  <a:pt x="2331" y="91"/>
                </a:cubicBezTo>
                <a:cubicBezTo>
                  <a:pt x="2326" y="84"/>
                  <a:pt x="2320" y="76"/>
                  <a:pt x="2313" y="69"/>
                </a:cubicBezTo>
                <a:cubicBezTo>
                  <a:pt x="2307" y="63"/>
                  <a:pt x="2299" y="57"/>
                  <a:pt x="2291" y="51"/>
                </a:cubicBezTo>
                <a:cubicBezTo>
                  <a:pt x="2283" y="46"/>
                  <a:pt x="2275" y="42"/>
                  <a:pt x="2266" y="38"/>
                </a:cubicBezTo>
                <a:cubicBezTo>
                  <a:pt x="2257" y="34"/>
                  <a:pt x="2248" y="31"/>
                  <a:pt x="2239" y="30"/>
                </a:cubicBezTo>
                <a:cubicBezTo>
                  <a:pt x="2229" y="28"/>
                  <a:pt x="2220" y="27"/>
                  <a:pt x="2210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0EA5E9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6760080" y="2571480"/>
            <a:ext cx="1796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Q &amp; A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7111800" y="2571480"/>
            <a:ext cx="218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 n t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7395840" y="2571480"/>
            <a:ext cx="124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n e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7566840" y="2571480"/>
            <a:ext cx="129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P u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6086160" y="2733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D98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6086160" y="2733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98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6086160" y="2734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97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6086160" y="2734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96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6086160" y="2734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6086160" y="2734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6086160" y="2735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94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6086160" y="2735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93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6086160" y="2736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2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6086160" y="2736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92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6086160" y="2736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9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6086160" y="2736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90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086160" y="2737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6086160" y="2737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6086160" y="2737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E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6086160" y="2737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8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6086160" y="2738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6086160" y="2738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6086160" y="2738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28B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6086160" y="2739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A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6086160" y="2739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89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6086160" y="2739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8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6086160" y="2739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88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086160" y="2740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A87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086160" y="2740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6086160" y="2741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6086160" y="2741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85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6086160" y="2741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84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6086160" y="2741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83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6086160" y="2742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83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6086160" y="2742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82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086160" y="2742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81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6086160" y="2742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81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086160" y="2743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80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6086160" y="2743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7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6086160" y="2743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6086160" y="2744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6086160" y="2744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7D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6086160" y="2744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7C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6086160" y="2745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6086160" y="2745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6086160" y="2745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7A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6086160" y="2746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79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6086160" y="2746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78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6086160" y="2746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78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6086160" y="2746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77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6086160" y="2747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76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6086160" y="2747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6086160" y="2747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6086160" y="2748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4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6086160" y="2748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3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6086160" y="2748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7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6086160" y="2748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D72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6086160" y="2749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7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086160" y="2749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70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6086160" y="2750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6086160" y="2750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6086160" y="2750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E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6086160" y="2750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D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6086160" y="2751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6086160" y="2751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6086160" y="2751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6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6086160" y="2751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6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6086160" y="2752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6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6086160" y="2752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69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6086160" y="2752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96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6086160" y="2753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6086160" y="2753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6086160" y="2753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66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6086160" y="2754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65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6086160" y="2754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6086160" y="2754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6086160" y="2755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63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6086160" y="2755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62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6086160" y="2755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61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6086160" y="2755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61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6086160" y="2756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60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086160" y="2756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5F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6086160" y="2756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6086160" y="2756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6086160" y="2757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5D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6086160" y="2757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5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6086160" y="2757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5B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6086160" y="2758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B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6086160" y="2758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5A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6086160" y="2758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59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6086160" y="2759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6086160" y="2759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6086160" y="2759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5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6086160" y="2760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5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6086160" y="2760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6086160" y="2760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6086160" y="2760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5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6086160" y="2761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6086160" y="2761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D52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6086160" y="2761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5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086160" y="2761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51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6086160" y="2762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50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6086160" y="2762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5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6086160" y="2763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4F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6086160" y="2763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4E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6086160" y="2763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6086160" y="2763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6086160" y="2764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4C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6086160" y="2764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6086160" y="2764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4A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6086160" y="2765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4A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6086160" y="2765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49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6086160" y="2765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748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6086160" y="2765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6086160" y="2766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6086160" y="2766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34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6086160" y="2766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145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6086160" y="2766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6086160" y="2767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6086160" y="2767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C43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6086160" y="2768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42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6086160" y="2768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41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6086160" y="2768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1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6086160" y="2768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40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6086160" y="2769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3F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6086160" y="2769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6086160" y="2769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2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6086160" y="2770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03D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6086160" y="2770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F3C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6086160" y="2770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D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6086160" y="2770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C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086160" y="2771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086160" y="2771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086160" y="2772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086160" y="2772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3C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6086160" y="2772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6086160" y="2772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D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6086160" y="2773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6086160" y="2773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6086160" y="2773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83F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6086160" y="2773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3F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6086160" y="2774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0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6086160" y="2774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086160" y="2774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086160" y="2775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2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086160" y="2775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6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086160" y="2775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6086160" y="2775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6086160" y="2776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6086160" y="2776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5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6086160" y="2777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6086160" y="2777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446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6086160" y="2777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6086160" y="2777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7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6086160" y="2778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8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6086160" y="2778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9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6086160" y="2778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6086160" y="2779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4A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6086160" y="2779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A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6086160" y="2779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B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6086160" y="2779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6086160" y="2780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6086160" y="2780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D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6086160" y="2781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4E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6086160" y="2781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E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6086160" y="2781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F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6086160" y="2781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4F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6086160" y="2782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50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6086160" y="2782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51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6086160" y="2782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6086160" y="2782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6086160" y="2783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6086160" y="2783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3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6086160" y="2783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4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6086160" y="2784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D5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6086160" y="2784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5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6086160" y="2784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5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6086160" y="2784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6086160" y="2785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7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086160" y="2785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7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6086160" y="2786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6086160" y="2786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6086160" y="2786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6086160" y="2786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6086160" y="2787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6086160" y="2787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6086160" y="2787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6086160" y="2787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6086160" y="2788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6086160" y="2788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D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6086160" y="2788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E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6086160" y="2789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85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6086160" y="2789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5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6086160" y="2789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6086160" y="2790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6086160" y="2790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1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6086160" y="2790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6086160" y="2791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6086160" y="2791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3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6086160" y="2791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3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6086160" y="2791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4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6086160" y="2792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5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6086160" y="2792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5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6086160" y="2792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466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6086160" y="2792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6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6086160" y="2793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7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6086160" y="2793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6086160" y="2793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6086160" y="2794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9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6086160" y="2794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6086160" y="2794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6086160" y="2795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B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6086160" y="2795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B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6086160" y="2795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C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6086160" y="2796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D2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6086160" y="2796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06D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6086160" y="2796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6086160" y="2796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6086160" y="2797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6F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6086160" y="2797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0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6086160" y="2797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F70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6086160" y="2797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1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6086160" y="2798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1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6086160" y="2798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2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6086160" y="2799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3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6086160" y="2799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3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6086160" y="2799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74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6086160" y="2799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4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6086160" y="2800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5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6086160" y="2800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6086160" y="2800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6086160" y="2801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7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6086160" y="2801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B78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6086160" y="2801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8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6086160" y="2801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6086160" y="2802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6086160" y="2802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A1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6086160" y="2802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B1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6086160" y="2803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97B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6086160" y="2803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6086160" y="2803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6086160" y="2804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D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6086160" y="2804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E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6086160" y="2804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E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6086160" y="2804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6086160" y="2805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6086160" y="2805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01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6086160" y="2805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6086160" y="2806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6086160" y="2806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2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6086160" y="2806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6086160" y="2806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6086160" y="2807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6086160" y="2807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6086160" y="2808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5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6086160" y="2808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486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6086160" y="2808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6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6086160" y="2808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6086160" y="2809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6086160" y="2809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2657520" y="2706480"/>
            <a:ext cx="3502800" cy="817200"/>
          </a:xfrm>
          <a:custGeom>
            <a:avLst/>
            <a:gdLst/>
            <a:ahLst/>
            <a:rect l="0" t="0" r="r" b="b"/>
            <a:pathLst>
              <a:path w="9730" h="2270">
                <a:moveTo>
                  <a:pt x="317" y="473"/>
                </a:moveTo>
                <a:lnTo>
                  <a:pt x="317" y="1796"/>
                </a:lnTo>
                <a:cubicBezTo>
                  <a:pt x="317" y="1817"/>
                  <a:pt x="321" y="1837"/>
                  <a:pt x="329" y="1857"/>
                </a:cubicBezTo>
                <a:cubicBezTo>
                  <a:pt x="337" y="1876"/>
                  <a:pt x="348" y="1893"/>
                  <a:pt x="363" y="1908"/>
                </a:cubicBezTo>
                <a:cubicBezTo>
                  <a:pt x="378" y="1923"/>
                  <a:pt x="395" y="1934"/>
                  <a:pt x="415" y="1942"/>
                </a:cubicBezTo>
                <a:cubicBezTo>
                  <a:pt x="434" y="1951"/>
                  <a:pt x="455" y="1955"/>
                  <a:pt x="476" y="1955"/>
                </a:cubicBezTo>
                <a:lnTo>
                  <a:pt x="9261" y="1955"/>
                </a:lnTo>
                <a:cubicBezTo>
                  <a:pt x="9282" y="1955"/>
                  <a:pt x="9302" y="1951"/>
                  <a:pt x="9322" y="1942"/>
                </a:cubicBezTo>
                <a:cubicBezTo>
                  <a:pt x="9341" y="1934"/>
                  <a:pt x="9358" y="1923"/>
                  <a:pt x="9373" y="1908"/>
                </a:cubicBezTo>
                <a:cubicBezTo>
                  <a:pt x="9388" y="1893"/>
                  <a:pt x="9399" y="1876"/>
                  <a:pt x="9407" y="1857"/>
                </a:cubicBezTo>
                <a:cubicBezTo>
                  <a:pt x="9416" y="1837"/>
                  <a:pt x="9420" y="1817"/>
                  <a:pt x="9420" y="1796"/>
                </a:cubicBezTo>
                <a:lnTo>
                  <a:pt x="9420" y="473"/>
                </a:lnTo>
                <a:cubicBezTo>
                  <a:pt x="9420" y="452"/>
                  <a:pt x="9416" y="432"/>
                  <a:pt x="9407" y="411"/>
                </a:cubicBezTo>
                <a:cubicBezTo>
                  <a:pt x="9399" y="392"/>
                  <a:pt x="9388" y="375"/>
                  <a:pt x="9373" y="360"/>
                </a:cubicBezTo>
                <a:cubicBezTo>
                  <a:pt x="9358" y="345"/>
                  <a:pt x="9341" y="333"/>
                  <a:pt x="9322" y="325"/>
                </a:cubicBezTo>
                <a:cubicBezTo>
                  <a:pt x="9302" y="317"/>
                  <a:pt x="9282" y="313"/>
                  <a:pt x="9261" y="313"/>
                </a:cubicBezTo>
                <a:lnTo>
                  <a:pt x="476" y="313"/>
                </a:lnTo>
                <a:cubicBezTo>
                  <a:pt x="455" y="313"/>
                  <a:pt x="434" y="317"/>
                  <a:pt x="415" y="325"/>
                </a:cubicBezTo>
                <a:cubicBezTo>
                  <a:pt x="395" y="333"/>
                  <a:pt x="378" y="345"/>
                  <a:pt x="363" y="360"/>
                </a:cubicBezTo>
                <a:cubicBezTo>
                  <a:pt x="348" y="375"/>
                  <a:pt x="337" y="392"/>
                  <a:pt x="329" y="411"/>
                </a:cubicBezTo>
                <a:cubicBezTo>
                  <a:pt x="321" y="432"/>
                  <a:pt x="317" y="452"/>
                  <a:pt x="317" y="473"/>
                </a:cubicBezTo>
                <a:moveTo>
                  <a:pt x="0" y="0"/>
                </a:moveTo>
                <a:lnTo>
                  <a:pt x="9730" y="0"/>
                </a:lnTo>
                <a:lnTo>
                  <a:pt x="9730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A3E635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2766960" y="2814480"/>
            <a:ext cx="3286440" cy="600480"/>
          </a:xfrm>
          <a:custGeom>
            <a:avLst/>
            <a:gdLst/>
            <a:ahLst/>
            <a:rect l="0" t="0" r="r" b="b"/>
            <a:pathLst>
              <a:path w="9129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8" y="117"/>
                  <a:pt x="13" y="106"/>
                </a:cubicBezTo>
                <a:cubicBezTo>
                  <a:pt x="17" y="96"/>
                  <a:pt x="22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3"/>
                  <a:pt x="95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0" y="0"/>
                  <a:pt x="172" y="0"/>
                </a:cubicBezTo>
                <a:lnTo>
                  <a:pt x="8957" y="0"/>
                </a:lnTo>
                <a:cubicBezTo>
                  <a:pt x="8968" y="0"/>
                  <a:pt x="8979" y="1"/>
                  <a:pt x="8990" y="3"/>
                </a:cubicBezTo>
                <a:cubicBezTo>
                  <a:pt x="9001" y="5"/>
                  <a:pt x="9012" y="9"/>
                  <a:pt x="9023" y="13"/>
                </a:cubicBezTo>
                <a:cubicBezTo>
                  <a:pt x="9033" y="17"/>
                  <a:pt x="9043" y="23"/>
                  <a:pt x="9052" y="29"/>
                </a:cubicBezTo>
                <a:cubicBezTo>
                  <a:pt x="9062" y="35"/>
                  <a:pt x="9070" y="42"/>
                  <a:pt x="9078" y="50"/>
                </a:cubicBezTo>
                <a:cubicBezTo>
                  <a:pt x="9086" y="58"/>
                  <a:pt x="9094" y="67"/>
                  <a:pt x="9100" y="76"/>
                </a:cubicBezTo>
                <a:cubicBezTo>
                  <a:pt x="9106" y="86"/>
                  <a:pt x="9111" y="96"/>
                  <a:pt x="9116" y="106"/>
                </a:cubicBezTo>
                <a:cubicBezTo>
                  <a:pt x="9120" y="117"/>
                  <a:pt x="9123" y="127"/>
                  <a:pt x="9125" y="138"/>
                </a:cubicBezTo>
                <a:cubicBezTo>
                  <a:pt x="9128" y="149"/>
                  <a:pt x="9129" y="161"/>
                  <a:pt x="9129" y="172"/>
                </a:cubicBezTo>
                <a:lnTo>
                  <a:pt x="9129" y="1496"/>
                </a:lnTo>
                <a:cubicBezTo>
                  <a:pt x="9129" y="1507"/>
                  <a:pt x="9128" y="1518"/>
                  <a:pt x="9125" y="1529"/>
                </a:cubicBezTo>
                <a:cubicBezTo>
                  <a:pt x="9123" y="1540"/>
                  <a:pt x="9120" y="1551"/>
                  <a:pt x="9116" y="1562"/>
                </a:cubicBezTo>
                <a:cubicBezTo>
                  <a:pt x="9111" y="1572"/>
                  <a:pt x="9106" y="1582"/>
                  <a:pt x="9100" y="1591"/>
                </a:cubicBezTo>
                <a:cubicBezTo>
                  <a:pt x="9094" y="1601"/>
                  <a:pt x="9086" y="1609"/>
                  <a:pt x="9078" y="1617"/>
                </a:cubicBezTo>
                <a:cubicBezTo>
                  <a:pt x="9070" y="1625"/>
                  <a:pt x="9062" y="1633"/>
                  <a:pt x="9052" y="1639"/>
                </a:cubicBezTo>
                <a:cubicBezTo>
                  <a:pt x="9043" y="1645"/>
                  <a:pt x="9033" y="1650"/>
                  <a:pt x="9023" y="1655"/>
                </a:cubicBezTo>
                <a:cubicBezTo>
                  <a:pt x="9012" y="1659"/>
                  <a:pt x="9001" y="1662"/>
                  <a:pt x="8990" y="1665"/>
                </a:cubicBezTo>
                <a:cubicBezTo>
                  <a:pt x="8979" y="1667"/>
                  <a:pt x="8968" y="1668"/>
                  <a:pt x="8957" y="1668"/>
                </a:cubicBezTo>
                <a:lnTo>
                  <a:pt x="172" y="1668"/>
                </a:lnTo>
                <a:cubicBezTo>
                  <a:pt x="160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5" y="1650"/>
                  <a:pt x="85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2" y="1582"/>
                  <a:pt x="17" y="1572"/>
                  <a:pt x="13" y="1562"/>
                </a:cubicBezTo>
                <a:cubicBezTo>
                  <a:pt x="8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2766960" y="2814480"/>
            <a:ext cx="3286440" cy="600480"/>
          </a:xfrm>
          <a:custGeom>
            <a:avLst/>
            <a:gdLst/>
            <a:ahLst/>
            <a:rect l="0" t="0" r="r" b="b"/>
            <a:pathLst>
              <a:path w="9129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8" y="117"/>
                  <a:pt x="13" y="106"/>
                </a:cubicBezTo>
                <a:cubicBezTo>
                  <a:pt x="17" y="96"/>
                  <a:pt x="22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3"/>
                  <a:pt x="95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0" y="0"/>
                  <a:pt x="172" y="0"/>
                </a:cubicBezTo>
                <a:lnTo>
                  <a:pt x="8957" y="0"/>
                </a:lnTo>
                <a:cubicBezTo>
                  <a:pt x="8968" y="0"/>
                  <a:pt x="8979" y="1"/>
                  <a:pt x="8990" y="3"/>
                </a:cubicBezTo>
                <a:cubicBezTo>
                  <a:pt x="9001" y="5"/>
                  <a:pt x="9012" y="9"/>
                  <a:pt x="9023" y="13"/>
                </a:cubicBezTo>
                <a:cubicBezTo>
                  <a:pt x="9033" y="17"/>
                  <a:pt x="9043" y="23"/>
                  <a:pt x="9052" y="29"/>
                </a:cubicBezTo>
                <a:cubicBezTo>
                  <a:pt x="9062" y="35"/>
                  <a:pt x="9070" y="42"/>
                  <a:pt x="9078" y="50"/>
                </a:cubicBezTo>
                <a:cubicBezTo>
                  <a:pt x="9086" y="58"/>
                  <a:pt x="9094" y="67"/>
                  <a:pt x="9100" y="76"/>
                </a:cubicBezTo>
                <a:cubicBezTo>
                  <a:pt x="9106" y="86"/>
                  <a:pt x="9111" y="96"/>
                  <a:pt x="9116" y="106"/>
                </a:cubicBezTo>
                <a:cubicBezTo>
                  <a:pt x="9120" y="117"/>
                  <a:pt x="9123" y="127"/>
                  <a:pt x="9125" y="138"/>
                </a:cubicBezTo>
                <a:cubicBezTo>
                  <a:pt x="9128" y="149"/>
                  <a:pt x="9129" y="161"/>
                  <a:pt x="9129" y="172"/>
                </a:cubicBezTo>
                <a:lnTo>
                  <a:pt x="9129" y="1496"/>
                </a:lnTo>
                <a:cubicBezTo>
                  <a:pt x="9129" y="1507"/>
                  <a:pt x="9128" y="1518"/>
                  <a:pt x="9125" y="1529"/>
                </a:cubicBezTo>
                <a:cubicBezTo>
                  <a:pt x="9123" y="1540"/>
                  <a:pt x="9120" y="1551"/>
                  <a:pt x="9116" y="1562"/>
                </a:cubicBezTo>
                <a:cubicBezTo>
                  <a:pt x="9111" y="1572"/>
                  <a:pt x="9106" y="1582"/>
                  <a:pt x="9100" y="1591"/>
                </a:cubicBezTo>
                <a:cubicBezTo>
                  <a:pt x="9094" y="1601"/>
                  <a:pt x="9086" y="1609"/>
                  <a:pt x="9078" y="1617"/>
                </a:cubicBezTo>
                <a:cubicBezTo>
                  <a:pt x="9070" y="1625"/>
                  <a:pt x="9062" y="1633"/>
                  <a:pt x="9052" y="1639"/>
                </a:cubicBezTo>
                <a:cubicBezTo>
                  <a:pt x="9043" y="1645"/>
                  <a:pt x="9033" y="1650"/>
                  <a:pt x="9023" y="1655"/>
                </a:cubicBezTo>
                <a:cubicBezTo>
                  <a:pt x="9012" y="1659"/>
                  <a:pt x="9001" y="1662"/>
                  <a:pt x="8990" y="1665"/>
                </a:cubicBezTo>
                <a:cubicBezTo>
                  <a:pt x="8979" y="1667"/>
                  <a:pt x="8968" y="1668"/>
                  <a:pt x="8957" y="1668"/>
                </a:cubicBezTo>
                <a:lnTo>
                  <a:pt x="172" y="1668"/>
                </a:lnTo>
                <a:cubicBezTo>
                  <a:pt x="160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5" y="1650"/>
                  <a:pt x="85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2" y="1582"/>
                  <a:pt x="17" y="1572"/>
                  <a:pt x="13" y="1562"/>
                </a:cubicBezTo>
                <a:cubicBezTo>
                  <a:pt x="8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A3E635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7741080" y="2571480"/>
            <a:ext cx="792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3842640" y="30099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A3E635"/>
                </a:solidFill>
                <a:effectLst/>
                <a:uFillTx/>
                <a:latin typeface="SegoeUIEmoji"/>
                <a:ea typeface="SegoeUIEmoji"/>
              </a:rPr>
              <a:t>🏠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4015080" y="2972880"/>
            <a:ext cx="940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A3E635"/>
                </a:solidFill>
                <a:effectLst/>
                <a:uFillTx/>
                <a:latin typeface="SegoeUI"/>
                <a:ea typeface="SegoeUI"/>
              </a:rPr>
              <a:t>  R S   M e m b e r 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3903120" y="3119040"/>
            <a:ext cx="3081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S t a t e s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4296960" y="3119040"/>
            <a:ext cx="910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&amp;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4425840" y="3119040"/>
            <a:ext cx="1839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U T s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3695400" y="3238200"/>
            <a:ext cx="552960" cy="124200"/>
          </a:xfrm>
          <a:custGeom>
            <a:avLst/>
            <a:gdLst/>
            <a:ahLst/>
            <a:rect l="0" t="0" r="r" b="b"/>
            <a:pathLst>
              <a:path w="1536" h="345">
                <a:moveTo>
                  <a:pt x="13" y="107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50" y="0"/>
                  <a:pt x="172" y="0"/>
                </a:cubicBezTo>
                <a:lnTo>
                  <a:pt x="1364" y="0"/>
                </a:lnTo>
                <a:cubicBezTo>
                  <a:pt x="1387" y="0"/>
                  <a:pt x="1409" y="5"/>
                  <a:pt x="1430" y="13"/>
                </a:cubicBezTo>
                <a:cubicBezTo>
                  <a:pt x="1451" y="22"/>
                  <a:pt x="1469" y="35"/>
                  <a:pt x="1486" y="51"/>
                </a:cubicBezTo>
                <a:cubicBezTo>
                  <a:pt x="1502" y="67"/>
                  <a:pt x="1514" y="85"/>
                  <a:pt x="1523" y="107"/>
                </a:cubicBezTo>
                <a:cubicBezTo>
                  <a:pt x="1532" y="129"/>
                  <a:pt x="1536" y="151"/>
                  <a:pt x="1536" y="173"/>
                </a:cubicBezTo>
                <a:cubicBezTo>
                  <a:pt x="1536" y="196"/>
                  <a:pt x="1532" y="218"/>
                  <a:pt x="1523" y="239"/>
                </a:cubicBezTo>
                <a:cubicBezTo>
                  <a:pt x="1514" y="260"/>
                  <a:pt x="1502" y="279"/>
                  <a:pt x="1486" y="295"/>
                </a:cubicBezTo>
                <a:cubicBezTo>
                  <a:pt x="1469" y="311"/>
                  <a:pt x="1451" y="323"/>
                  <a:pt x="1430" y="332"/>
                </a:cubicBezTo>
                <a:cubicBezTo>
                  <a:pt x="1409" y="341"/>
                  <a:pt x="1387" y="345"/>
                  <a:pt x="1364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1"/>
                  <a:pt x="5" y="129"/>
                  <a:pt x="13" y="107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3695400" y="3238200"/>
            <a:ext cx="552960" cy="124200"/>
          </a:xfrm>
          <a:custGeom>
            <a:avLst/>
            <a:gdLst/>
            <a:ahLst/>
            <a:rect l="0" t="0" r="r" b="b"/>
            <a:pathLst>
              <a:path w="1536" h="345">
                <a:moveTo>
                  <a:pt x="0" y="173"/>
                </a:moveTo>
                <a:cubicBezTo>
                  <a:pt x="0" y="151"/>
                  <a:pt x="5" y="129"/>
                  <a:pt x="13" y="107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50" y="0"/>
                  <a:pt x="172" y="0"/>
                </a:cubicBezTo>
                <a:lnTo>
                  <a:pt x="1364" y="0"/>
                </a:lnTo>
                <a:cubicBezTo>
                  <a:pt x="1387" y="0"/>
                  <a:pt x="1409" y="5"/>
                  <a:pt x="1430" y="13"/>
                </a:cubicBezTo>
                <a:cubicBezTo>
                  <a:pt x="1451" y="22"/>
                  <a:pt x="1469" y="35"/>
                  <a:pt x="1486" y="51"/>
                </a:cubicBezTo>
                <a:cubicBezTo>
                  <a:pt x="1502" y="67"/>
                  <a:pt x="1514" y="85"/>
                  <a:pt x="1523" y="107"/>
                </a:cubicBezTo>
                <a:cubicBezTo>
                  <a:pt x="1532" y="129"/>
                  <a:pt x="1536" y="151"/>
                  <a:pt x="1536" y="173"/>
                </a:cubicBezTo>
                <a:cubicBezTo>
                  <a:pt x="1536" y="196"/>
                  <a:pt x="1532" y="218"/>
                  <a:pt x="1523" y="239"/>
                </a:cubicBezTo>
                <a:cubicBezTo>
                  <a:pt x="1514" y="260"/>
                  <a:pt x="1502" y="279"/>
                  <a:pt x="1486" y="295"/>
                </a:cubicBezTo>
                <a:cubicBezTo>
                  <a:pt x="1469" y="311"/>
                  <a:pt x="1451" y="323"/>
                  <a:pt x="1430" y="332"/>
                </a:cubicBezTo>
                <a:cubicBezTo>
                  <a:pt x="1409" y="341"/>
                  <a:pt x="1387" y="345"/>
                  <a:pt x="1364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5" y="34"/>
                  <a:pt x="117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4" y="57"/>
                  <a:pt x="76" y="63"/>
                  <a:pt x="69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100"/>
                  <a:pt x="42" y="109"/>
                  <a:pt x="38" y="118"/>
                </a:cubicBezTo>
                <a:cubicBezTo>
                  <a:pt x="34" y="126"/>
                  <a:pt x="31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1" y="211"/>
                  <a:pt x="34" y="220"/>
                  <a:pt x="38" y="229"/>
                </a:cubicBezTo>
                <a:cubicBezTo>
                  <a:pt x="42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4" y="289"/>
                  <a:pt x="91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5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1364" y="319"/>
                </a:lnTo>
                <a:cubicBezTo>
                  <a:pt x="1373" y="319"/>
                  <a:pt x="1383" y="318"/>
                  <a:pt x="1392" y="316"/>
                </a:cubicBezTo>
                <a:cubicBezTo>
                  <a:pt x="1402" y="314"/>
                  <a:pt x="1411" y="311"/>
                  <a:pt x="1420" y="308"/>
                </a:cubicBezTo>
                <a:cubicBezTo>
                  <a:pt x="1428" y="304"/>
                  <a:pt x="1437" y="300"/>
                  <a:pt x="1445" y="294"/>
                </a:cubicBezTo>
                <a:cubicBezTo>
                  <a:pt x="1453" y="289"/>
                  <a:pt x="1460" y="283"/>
                  <a:pt x="1467" y="276"/>
                </a:cubicBezTo>
                <a:cubicBezTo>
                  <a:pt x="1474" y="269"/>
                  <a:pt x="1480" y="262"/>
                  <a:pt x="1485" y="254"/>
                </a:cubicBezTo>
                <a:cubicBezTo>
                  <a:pt x="1490" y="246"/>
                  <a:pt x="1495" y="238"/>
                  <a:pt x="1498" y="229"/>
                </a:cubicBezTo>
                <a:cubicBezTo>
                  <a:pt x="1502" y="220"/>
                  <a:pt x="1505" y="211"/>
                  <a:pt x="1507" y="202"/>
                </a:cubicBezTo>
                <a:cubicBezTo>
                  <a:pt x="1509" y="192"/>
                  <a:pt x="1509" y="183"/>
                  <a:pt x="1509" y="173"/>
                </a:cubicBezTo>
                <a:cubicBezTo>
                  <a:pt x="1509" y="164"/>
                  <a:pt x="1509" y="154"/>
                  <a:pt x="1507" y="145"/>
                </a:cubicBezTo>
                <a:cubicBezTo>
                  <a:pt x="1505" y="136"/>
                  <a:pt x="1502" y="126"/>
                  <a:pt x="1498" y="118"/>
                </a:cubicBezTo>
                <a:cubicBezTo>
                  <a:pt x="1495" y="109"/>
                  <a:pt x="1490" y="100"/>
                  <a:pt x="1485" y="91"/>
                </a:cubicBezTo>
                <a:cubicBezTo>
                  <a:pt x="1480" y="84"/>
                  <a:pt x="1474" y="76"/>
                  <a:pt x="1467" y="69"/>
                </a:cubicBezTo>
                <a:cubicBezTo>
                  <a:pt x="1460" y="63"/>
                  <a:pt x="1453" y="57"/>
                  <a:pt x="1445" y="51"/>
                </a:cubicBezTo>
                <a:cubicBezTo>
                  <a:pt x="1437" y="46"/>
                  <a:pt x="1428" y="42"/>
                  <a:pt x="1420" y="38"/>
                </a:cubicBezTo>
                <a:cubicBezTo>
                  <a:pt x="1411" y="34"/>
                  <a:pt x="1402" y="31"/>
                  <a:pt x="1392" y="30"/>
                </a:cubicBezTo>
                <a:cubicBezTo>
                  <a:pt x="1383" y="28"/>
                  <a:pt x="1373" y="27"/>
                  <a:pt x="1364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4662360" y="3119040"/>
            <a:ext cx="1987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R e p s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4267080" y="3238200"/>
            <a:ext cx="857520" cy="124200"/>
          </a:xfrm>
          <a:custGeom>
            <a:avLst/>
            <a:gdLst/>
            <a:ahLst/>
            <a:rect l="0" t="0" r="r" b="b"/>
            <a:pathLst>
              <a:path w="2382" h="345">
                <a:moveTo>
                  <a:pt x="13" y="107"/>
                </a:moveTo>
                <a:cubicBezTo>
                  <a:pt x="22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210" y="0"/>
                </a:lnTo>
                <a:cubicBezTo>
                  <a:pt x="2233" y="0"/>
                  <a:pt x="2255" y="5"/>
                  <a:pt x="2276" y="13"/>
                </a:cubicBezTo>
                <a:cubicBezTo>
                  <a:pt x="2297" y="22"/>
                  <a:pt x="2316" y="35"/>
                  <a:pt x="2332" y="51"/>
                </a:cubicBezTo>
                <a:cubicBezTo>
                  <a:pt x="2348" y="67"/>
                  <a:pt x="2360" y="85"/>
                  <a:pt x="2369" y="107"/>
                </a:cubicBezTo>
                <a:cubicBezTo>
                  <a:pt x="2378" y="129"/>
                  <a:pt x="2382" y="151"/>
                  <a:pt x="2382" y="173"/>
                </a:cubicBezTo>
                <a:cubicBezTo>
                  <a:pt x="2382" y="196"/>
                  <a:pt x="2378" y="218"/>
                  <a:pt x="2369" y="239"/>
                </a:cubicBezTo>
                <a:cubicBezTo>
                  <a:pt x="2360" y="260"/>
                  <a:pt x="2348" y="279"/>
                  <a:pt x="2332" y="295"/>
                </a:cubicBezTo>
                <a:cubicBezTo>
                  <a:pt x="2316" y="311"/>
                  <a:pt x="2297" y="323"/>
                  <a:pt x="2276" y="332"/>
                </a:cubicBezTo>
                <a:cubicBezTo>
                  <a:pt x="2255" y="341"/>
                  <a:pt x="2233" y="345"/>
                  <a:pt x="2210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cubicBezTo>
                  <a:pt x="0" y="151"/>
                  <a:pt x="4" y="129"/>
                  <a:pt x="13" y="107"/>
                </a:cubicBezTo>
                <a:close/>
              </a:path>
            </a:pathLst>
          </a:custGeom>
          <a:solidFill>
            <a:srgbClr val="0EA5E9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4276440" y="3247920"/>
            <a:ext cx="838800" cy="105120"/>
          </a:xfrm>
          <a:custGeom>
            <a:avLst/>
            <a:gdLst/>
            <a:ahLst/>
            <a:rect l="0" t="0" r="r" b="b"/>
            <a:pathLst>
              <a:path w="2330" h="292">
                <a:moveTo>
                  <a:pt x="146" y="0"/>
                </a:moveTo>
                <a:cubicBezTo>
                  <a:pt x="136" y="0"/>
                  <a:pt x="127" y="1"/>
                  <a:pt x="117" y="3"/>
                </a:cubicBezTo>
                <a:cubicBezTo>
                  <a:pt x="108" y="4"/>
                  <a:pt x="99" y="7"/>
                  <a:pt x="90" y="11"/>
                </a:cubicBezTo>
                <a:cubicBezTo>
                  <a:pt x="81" y="15"/>
                  <a:pt x="73" y="19"/>
                  <a:pt x="65" y="24"/>
                </a:cubicBezTo>
                <a:cubicBezTo>
                  <a:pt x="57" y="30"/>
                  <a:pt x="50" y="36"/>
                  <a:pt x="43" y="42"/>
                </a:cubicBezTo>
                <a:cubicBezTo>
                  <a:pt x="36" y="49"/>
                  <a:pt x="30" y="57"/>
                  <a:pt x="25" y="64"/>
                </a:cubicBezTo>
                <a:cubicBezTo>
                  <a:pt x="20" y="72"/>
                  <a:pt x="15" y="81"/>
                  <a:pt x="11" y="90"/>
                </a:cubicBezTo>
                <a:cubicBezTo>
                  <a:pt x="8" y="98"/>
                  <a:pt x="5" y="108"/>
                  <a:pt x="3" y="117"/>
                </a:cubicBezTo>
                <a:cubicBezTo>
                  <a:pt x="1" y="126"/>
                  <a:pt x="0" y="136"/>
                  <a:pt x="0" y="146"/>
                </a:cubicBezTo>
                <a:cubicBezTo>
                  <a:pt x="0" y="156"/>
                  <a:pt x="1" y="165"/>
                  <a:pt x="3" y="175"/>
                </a:cubicBezTo>
                <a:cubicBezTo>
                  <a:pt x="5" y="184"/>
                  <a:pt x="8" y="193"/>
                  <a:pt x="11" y="202"/>
                </a:cubicBezTo>
                <a:cubicBezTo>
                  <a:pt x="15" y="211"/>
                  <a:pt x="20" y="219"/>
                  <a:pt x="25" y="227"/>
                </a:cubicBezTo>
                <a:cubicBezTo>
                  <a:pt x="30" y="235"/>
                  <a:pt x="36" y="242"/>
                  <a:pt x="43" y="249"/>
                </a:cubicBezTo>
                <a:cubicBezTo>
                  <a:pt x="50" y="256"/>
                  <a:pt x="57" y="262"/>
                  <a:pt x="65" y="267"/>
                </a:cubicBezTo>
                <a:cubicBezTo>
                  <a:pt x="73" y="273"/>
                  <a:pt x="81" y="277"/>
                  <a:pt x="90" y="281"/>
                </a:cubicBezTo>
                <a:cubicBezTo>
                  <a:pt x="99" y="284"/>
                  <a:pt x="108" y="287"/>
                  <a:pt x="117" y="289"/>
                </a:cubicBezTo>
                <a:cubicBezTo>
                  <a:pt x="127" y="291"/>
                  <a:pt x="136" y="292"/>
                  <a:pt x="146" y="292"/>
                </a:cubicBezTo>
                <a:lnTo>
                  <a:pt x="2184" y="292"/>
                </a:lnTo>
                <a:cubicBezTo>
                  <a:pt x="2194" y="292"/>
                  <a:pt x="2203" y="291"/>
                  <a:pt x="2212" y="289"/>
                </a:cubicBezTo>
                <a:cubicBezTo>
                  <a:pt x="2222" y="287"/>
                  <a:pt x="2231" y="284"/>
                  <a:pt x="2240" y="281"/>
                </a:cubicBezTo>
                <a:cubicBezTo>
                  <a:pt x="2249" y="277"/>
                  <a:pt x="2257" y="273"/>
                  <a:pt x="2265" y="267"/>
                </a:cubicBezTo>
                <a:cubicBezTo>
                  <a:pt x="2273" y="262"/>
                  <a:pt x="2280" y="256"/>
                  <a:pt x="2287" y="249"/>
                </a:cubicBezTo>
                <a:cubicBezTo>
                  <a:pt x="2294" y="242"/>
                  <a:pt x="2300" y="235"/>
                  <a:pt x="2305" y="227"/>
                </a:cubicBezTo>
                <a:cubicBezTo>
                  <a:pt x="2310" y="219"/>
                  <a:pt x="2315" y="211"/>
                  <a:pt x="2319" y="202"/>
                </a:cubicBezTo>
                <a:cubicBezTo>
                  <a:pt x="2322" y="193"/>
                  <a:pt x="2325" y="184"/>
                  <a:pt x="2327" y="175"/>
                </a:cubicBezTo>
                <a:cubicBezTo>
                  <a:pt x="2329" y="165"/>
                  <a:pt x="2330" y="156"/>
                  <a:pt x="2330" y="146"/>
                </a:cubicBezTo>
                <a:cubicBezTo>
                  <a:pt x="2330" y="136"/>
                  <a:pt x="2329" y="126"/>
                  <a:pt x="2327" y="117"/>
                </a:cubicBezTo>
                <a:cubicBezTo>
                  <a:pt x="2325" y="108"/>
                  <a:pt x="2322" y="98"/>
                  <a:pt x="2319" y="90"/>
                </a:cubicBezTo>
                <a:cubicBezTo>
                  <a:pt x="2315" y="81"/>
                  <a:pt x="2310" y="72"/>
                  <a:pt x="2305" y="64"/>
                </a:cubicBezTo>
                <a:cubicBezTo>
                  <a:pt x="2300" y="57"/>
                  <a:pt x="2294" y="49"/>
                  <a:pt x="2287" y="42"/>
                </a:cubicBezTo>
                <a:cubicBezTo>
                  <a:pt x="2280" y="36"/>
                  <a:pt x="2273" y="30"/>
                  <a:pt x="2265" y="24"/>
                </a:cubicBezTo>
                <a:cubicBezTo>
                  <a:pt x="2257" y="19"/>
                  <a:pt x="2249" y="15"/>
                  <a:pt x="2240" y="11"/>
                </a:cubicBezTo>
                <a:cubicBezTo>
                  <a:pt x="2231" y="7"/>
                  <a:pt x="2222" y="4"/>
                  <a:pt x="2212" y="3"/>
                </a:cubicBezTo>
                <a:cubicBezTo>
                  <a:pt x="2203" y="1"/>
                  <a:pt x="2194" y="0"/>
                  <a:pt x="2184" y="0"/>
                </a:cubicBezTo>
                <a:lnTo>
                  <a:pt x="146" y="0"/>
                </a:lnTo>
                <a:close/>
              </a:path>
            </a:pathLst>
          </a:custGeom>
          <a:solidFill>
            <a:srgbClr val="0EA5E9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3752280" y="32572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4321440" y="3257280"/>
            <a:ext cx="218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 n t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4605840" y="3257280"/>
            <a:ext cx="124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n e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4776480" y="3257280"/>
            <a:ext cx="129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P u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6031800" y="2706480"/>
            <a:ext cx="3502440" cy="817200"/>
          </a:xfrm>
          <a:custGeom>
            <a:avLst/>
            <a:gdLst/>
            <a:ahLst/>
            <a:rect l="0" t="0" r="r" b="b"/>
            <a:pathLst>
              <a:path w="9729" h="2270">
                <a:moveTo>
                  <a:pt x="310" y="473"/>
                </a:moveTo>
                <a:lnTo>
                  <a:pt x="310" y="1796"/>
                </a:lnTo>
                <a:cubicBezTo>
                  <a:pt x="310" y="1817"/>
                  <a:pt x="314" y="1837"/>
                  <a:pt x="322" y="1857"/>
                </a:cubicBezTo>
                <a:cubicBezTo>
                  <a:pt x="330" y="1876"/>
                  <a:pt x="342" y="1893"/>
                  <a:pt x="357" y="1908"/>
                </a:cubicBezTo>
                <a:cubicBezTo>
                  <a:pt x="372" y="1923"/>
                  <a:pt x="389" y="1934"/>
                  <a:pt x="408" y="1942"/>
                </a:cubicBezTo>
                <a:cubicBezTo>
                  <a:pt x="428" y="1951"/>
                  <a:pt x="448" y="1955"/>
                  <a:pt x="469" y="1955"/>
                </a:cubicBezTo>
                <a:lnTo>
                  <a:pt x="9254" y="1955"/>
                </a:lnTo>
                <a:cubicBezTo>
                  <a:pt x="9275" y="1955"/>
                  <a:pt x="9295" y="1951"/>
                  <a:pt x="9315" y="1942"/>
                </a:cubicBezTo>
                <a:cubicBezTo>
                  <a:pt x="9334" y="1934"/>
                  <a:pt x="9351" y="1923"/>
                  <a:pt x="9366" y="1908"/>
                </a:cubicBezTo>
                <a:cubicBezTo>
                  <a:pt x="9381" y="1893"/>
                  <a:pt x="9393" y="1876"/>
                  <a:pt x="9401" y="1857"/>
                </a:cubicBezTo>
                <a:cubicBezTo>
                  <a:pt x="9409" y="1837"/>
                  <a:pt x="9413" y="1817"/>
                  <a:pt x="9413" y="1796"/>
                </a:cubicBezTo>
                <a:lnTo>
                  <a:pt x="9413" y="473"/>
                </a:lnTo>
                <a:cubicBezTo>
                  <a:pt x="9413" y="452"/>
                  <a:pt x="9409" y="432"/>
                  <a:pt x="9401" y="411"/>
                </a:cubicBezTo>
                <a:cubicBezTo>
                  <a:pt x="9393" y="392"/>
                  <a:pt x="9381" y="375"/>
                  <a:pt x="9366" y="360"/>
                </a:cubicBezTo>
                <a:cubicBezTo>
                  <a:pt x="9351" y="345"/>
                  <a:pt x="9334" y="333"/>
                  <a:pt x="9315" y="325"/>
                </a:cubicBezTo>
                <a:cubicBezTo>
                  <a:pt x="9295" y="317"/>
                  <a:pt x="9275" y="313"/>
                  <a:pt x="9254" y="313"/>
                </a:cubicBezTo>
                <a:lnTo>
                  <a:pt x="469" y="313"/>
                </a:lnTo>
                <a:cubicBezTo>
                  <a:pt x="448" y="313"/>
                  <a:pt x="428" y="317"/>
                  <a:pt x="408" y="325"/>
                </a:cubicBezTo>
                <a:cubicBezTo>
                  <a:pt x="389" y="333"/>
                  <a:pt x="372" y="345"/>
                  <a:pt x="357" y="360"/>
                </a:cubicBezTo>
                <a:cubicBezTo>
                  <a:pt x="342" y="375"/>
                  <a:pt x="330" y="392"/>
                  <a:pt x="322" y="411"/>
                </a:cubicBezTo>
                <a:cubicBezTo>
                  <a:pt x="314" y="432"/>
                  <a:pt x="310" y="452"/>
                  <a:pt x="310" y="473"/>
                </a:cubicBezTo>
                <a:moveTo>
                  <a:pt x="0" y="0"/>
                </a:moveTo>
                <a:lnTo>
                  <a:pt x="9729" y="0"/>
                </a:lnTo>
                <a:lnTo>
                  <a:pt x="9729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A3E635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6138720" y="2814480"/>
            <a:ext cx="3286440" cy="600480"/>
          </a:xfrm>
          <a:custGeom>
            <a:avLst/>
            <a:gdLst/>
            <a:ahLst/>
            <a:rect l="0" t="0" r="r" b="b"/>
            <a:pathLst>
              <a:path w="9129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8957" y="0"/>
                </a:lnTo>
                <a:cubicBezTo>
                  <a:pt x="8968" y="0"/>
                  <a:pt x="8980" y="1"/>
                  <a:pt x="8991" y="3"/>
                </a:cubicBezTo>
                <a:cubicBezTo>
                  <a:pt x="9002" y="5"/>
                  <a:pt x="9012" y="9"/>
                  <a:pt x="9023" y="13"/>
                </a:cubicBezTo>
                <a:cubicBezTo>
                  <a:pt x="9033" y="17"/>
                  <a:pt x="9043" y="23"/>
                  <a:pt x="9053" y="29"/>
                </a:cubicBezTo>
                <a:cubicBezTo>
                  <a:pt x="9062" y="35"/>
                  <a:pt x="9071" y="42"/>
                  <a:pt x="9079" y="50"/>
                </a:cubicBezTo>
                <a:cubicBezTo>
                  <a:pt x="9087" y="58"/>
                  <a:pt x="9094" y="67"/>
                  <a:pt x="9100" y="76"/>
                </a:cubicBezTo>
                <a:cubicBezTo>
                  <a:pt x="9106" y="86"/>
                  <a:pt x="9112" y="96"/>
                  <a:pt x="9116" y="106"/>
                </a:cubicBezTo>
                <a:cubicBezTo>
                  <a:pt x="9120" y="117"/>
                  <a:pt x="9124" y="127"/>
                  <a:pt x="9126" y="138"/>
                </a:cubicBezTo>
                <a:cubicBezTo>
                  <a:pt x="9128" y="149"/>
                  <a:pt x="9129" y="161"/>
                  <a:pt x="9129" y="172"/>
                </a:cubicBezTo>
                <a:lnTo>
                  <a:pt x="9129" y="1496"/>
                </a:lnTo>
                <a:cubicBezTo>
                  <a:pt x="9129" y="1507"/>
                  <a:pt x="9128" y="1518"/>
                  <a:pt x="9126" y="1529"/>
                </a:cubicBezTo>
                <a:cubicBezTo>
                  <a:pt x="9124" y="1540"/>
                  <a:pt x="9120" y="1551"/>
                  <a:pt x="9116" y="1562"/>
                </a:cubicBezTo>
                <a:cubicBezTo>
                  <a:pt x="9112" y="1572"/>
                  <a:pt x="9106" y="1582"/>
                  <a:pt x="9100" y="1591"/>
                </a:cubicBezTo>
                <a:cubicBezTo>
                  <a:pt x="9094" y="1601"/>
                  <a:pt x="9087" y="1609"/>
                  <a:pt x="9079" y="1617"/>
                </a:cubicBezTo>
                <a:cubicBezTo>
                  <a:pt x="9071" y="1625"/>
                  <a:pt x="9062" y="1633"/>
                  <a:pt x="9053" y="1639"/>
                </a:cubicBezTo>
                <a:cubicBezTo>
                  <a:pt x="9043" y="1645"/>
                  <a:pt x="9033" y="1650"/>
                  <a:pt x="9023" y="1655"/>
                </a:cubicBezTo>
                <a:cubicBezTo>
                  <a:pt x="9012" y="1659"/>
                  <a:pt x="9002" y="1662"/>
                  <a:pt x="8991" y="1665"/>
                </a:cubicBezTo>
                <a:cubicBezTo>
                  <a:pt x="8980" y="1667"/>
                  <a:pt x="8968" y="1668"/>
                  <a:pt x="8957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6138720" y="2814480"/>
            <a:ext cx="3286440" cy="600480"/>
          </a:xfrm>
          <a:custGeom>
            <a:avLst/>
            <a:gdLst/>
            <a:ahLst/>
            <a:rect l="0" t="0" r="r" b="b"/>
            <a:pathLst>
              <a:path w="9129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8957" y="0"/>
                </a:lnTo>
                <a:cubicBezTo>
                  <a:pt x="8968" y="0"/>
                  <a:pt x="8980" y="1"/>
                  <a:pt x="8991" y="3"/>
                </a:cubicBezTo>
                <a:cubicBezTo>
                  <a:pt x="9002" y="5"/>
                  <a:pt x="9012" y="9"/>
                  <a:pt x="9023" y="13"/>
                </a:cubicBezTo>
                <a:cubicBezTo>
                  <a:pt x="9033" y="17"/>
                  <a:pt x="9043" y="23"/>
                  <a:pt x="9053" y="29"/>
                </a:cubicBezTo>
                <a:cubicBezTo>
                  <a:pt x="9062" y="35"/>
                  <a:pt x="9071" y="42"/>
                  <a:pt x="9079" y="50"/>
                </a:cubicBezTo>
                <a:cubicBezTo>
                  <a:pt x="9087" y="58"/>
                  <a:pt x="9094" y="67"/>
                  <a:pt x="9100" y="76"/>
                </a:cubicBezTo>
                <a:cubicBezTo>
                  <a:pt x="9106" y="86"/>
                  <a:pt x="9112" y="96"/>
                  <a:pt x="9116" y="106"/>
                </a:cubicBezTo>
                <a:cubicBezTo>
                  <a:pt x="9120" y="117"/>
                  <a:pt x="9124" y="127"/>
                  <a:pt x="9126" y="138"/>
                </a:cubicBezTo>
                <a:cubicBezTo>
                  <a:pt x="9128" y="149"/>
                  <a:pt x="9129" y="161"/>
                  <a:pt x="9129" y="172"/>
                </a:cubicBezTo>
                <a:lnTo>
                  <a:pt x="9129" y="1496"/>
                </a:lnTo>
                <a:cubicBezTo>
                  <a:pt x="9129" y="1507"/>
                  <a:pt x="9128" y="1518"/>
                  <a:pt x="9126" y="1529"/>
                </a:cubicBezTo>
                <a:cubicBezTo>
                  <a:pt x="9124" y="1540"/>
                  <a:pt x="9120" y="1551"/>
                  <a:pt x="9116" y="1562"/>
                </a:cubicBezTo>
                <a:cubicBezTo>
                  <a:pt x="9112" y="1572"/>
                  <a:pt x="9106" y="1582"/>
                  <a:pt x="9100" y="1591"/>
                </a:cubicBezTo>
                <a:cubicBezTo>
                  <a:pt x="9094" y="1601"/>
                  <a:pt x="9087" y="1609"/>
                  <a:pt x="9079" y="1617"/>
                </a:cubicBezTo>
                <a:cubicBezTo>
                  <a:pt x="9071" y="1625"/>
                  <a:pt x="9062" y="1633"/>
                  <a:pt x="9053" y="1639"/>
                </a:cubicBezTo>
                <a:cubicBezTo>
                  <a:pt x="9043" y="1645"/>
                  <a:pt x="9033" y="1650"/>
                  <a:pt x="9023" y="1655"/>
                </a:cubicBezTo>
                <a:cubicBezTo>
                  <a:pt x="9012" y="1659"/>
                  <a:pt x="9002" y="1662"/>
                  <a:pt x="8991" y="1665"/>
                </a:cubicBezTo>
                <a:cubicBezTo>
                  <a:pt x="8980" y="1667"/>
                  <a:pt x="8968" y="1668"/>
                  <a:pt x="8957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A3E635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4950720" y="3257280"/>
            <a:ext cx="792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7221960" y="30099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A3E635"/>
                </a:solidFill>
                <a:effectLst/>
                <a:uFillTx/>
                <a:latin typeface="SegoeUIEmoji"/>
                <a:ea typeface="SegoeUIEmoji"/>
              </a:rPr>
              <a:t>🏛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7394400" y="2972880"/>
            <a:ext cx="925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A3E635"/>
                </a:solidFill>
                <a:effectLst/>
                <a:uFillTx/>
                <a:latin typeface="SegoeUI"/>
                <a:ea typeface="SegoeUI"/>
              </a:rPr>
              <a:t>  L S   M e m b e r 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7269120" y="3119040"/>
            <a:ext cx="2786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o n s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7625880" y="3119040"/>
            <a:ext cx="326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t u e n c y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7105320" y="3238200"/>
            <a:ext cx="552960" cy="124200"/>
          </a:xfrm>
          <a:custGeom>
            <a:avLst/>
            <a:gdLst/>
            <a:ahLst/>
            <a:rect l="0" t="0" r="r" b="b"/>
            <a:pathLst>
              <a:path w="1536" h="345">
                <a:moveTo>
                  <a:pt x="14" y="107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1364" y="0"/>
                </a:lnTo>
                <a:cubicBezTo>
                  <a:pt x="1387" y="0"/>
                  <a:pt x="1409" y="5"/>
                  <a:pt x="1430" y="13"/>
                </a:cubicBezTo>
                <a:cubicBezTo>
                  <a:pt x="1451" y="22"/>
                  <a:pt x="1469" y="35"/>
                  <a:pt x="1486" y="51"/>
                </a:cubicBezTo>
                <a:cubicBezTo>
                  <a:pt x="1502" y="67"/>
                  <a:pt x="1514" y="85"/>
                  <a:pt x="1523" y="107"/>
                </a:cubicBezTo>
                <a:cubicBezTo>
                  <a:pt x="1532" y="129"/>
                  <a:pt x="1536" y="151"/>
                  <a:pt x="1536" y="173"/>
                </a:cubicBezTo>
                <a:cubicBezTo>
                  <a:pt x="1536" y="196"/>
                  <a:pt x="1532" y="218"/>
                  <a:pt x="1523" y="239"/>
                </a:cubicBezTo>
                <a:cubicBezTo>
                  <a:pt x="1514" y="260"/>
                  <a:pt x="1502" y="279"/>
                  <a:pt x="1486" y="295"/>
                </a:cubicBezTo>
                <a:cubicBezTo>
                  <a:pt x="1469" y="311"/>
                  <a:pt x="1451" y="323"/>
                  <a:pt x="1430" y="332"/>
                </a:cubicBezTo>
                <a:cubicBezTo>
                  <a:pt x="1409" y="341"/>
                  <a:pt x="1387" y="345"/>
                  <a:pt x="1364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1"/>
                  <a:pt x="5" y="129"/>
                  <a:pt x="14" y="107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7105320" y="3238200"/>
            <a:ext cx="552960" cy="124200"/>
          </a:xfrm>
          <a:custGeom>
            <a:avLst/>
            <a:gdLst/>
            <a:ahLst/>
            <a:rect l="0" t="0" r="r" b="b"/>
            <a:pathLst>
              <a:path w="1536" h="345">
                <a:moveTo>
                  <a:pt x="0" y="173"/>
                </a:moveTo>
                <a:cubicBezTo>
                  <a:pt x="0" y="151"/>
                  <a:pt x="5" y="129"/>
                  <a:pt x="14" y="107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1364" y="0"/>
                </a:lnTo>
                <a:cubicBezTo>
                  <a:pt x="1387" y="0"/>
                  <a:pt x="1409" y="5"/>
                  <a:pt x="1430" y="13"/>
                </a:cubicBezTo>
                <a:cubicBezTo>
                  <a:pt x="1451" y="22"/>
                  <a:pt x="1469" y="35"/>
                  <a:pt x="1486" y="51"/>
                </a:cubicBezTo>
                <a:cubicBezTo>
                  <a:pt x="1502" y="67"/>
                  <a:pt x="1514" y="85"/>
                  <a:pt x="1523" y="107"/>
                </a:cubicBezTo>
                <a:cubicBezTo>
                  <a:pt x="1532" y="129"/>
                  <a:pt x="1536" y="151"/>
                  <a:pt x="1536" y="173"/>
                </a:cubicBezTo>
                <a:cubicBezTo>
                  <a:pt x="1536" y="196"/>
                  <a:pt x="1532" y="218"/>
                  <a:pt x="1523" y="239"/>
                </a:cubicBezTo>
                <a:cubicBezTo>
                  <a:pt x="1514" y="260"/>
                  <a:pt x="1502" y="279"/>
                  <a:pt x="1486" y="295"/>
                </a:cubicBezTo>
                <a:cubicBezTo>
                  <a:pt x="1469" y="311"/>
                  <a:pt x="1451" y="323"/>
                  <a:pt x="1430" y="332"/>
                </a:cubicBezTo>
                <a:cubicBezTo>
                  <a:pt x="1409" y="341"/>
                  <a:pt x="1387" y="345"/>
                  <a:pt x="1364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6" y="34"/>
                  <a:pt x="117" y="38"/>
                </a:cubicBezTo>
                <a:cubicBezTo>
                  <a:pt x="108" y="42"/>
                  <a:pt x="99" y="46"/>
                  <a:pt x="92" y="51"/>
                </a:cubicBezTo>
                <a:cubicBezTo>
                  <a:pt x="84" y="57"/>
                  <a:pt x="76" y="63"/>
                  <a:pt x="69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100"/>
                  <a:pt x="42" y="109"/>
                  <a:pt x="38" y="118"/>
                </a:cubicBezTo>
                <a:cubicBezTo>
                  <a:pt x="34" y="126"/>
                  <a:pt x="32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2" y="211"/>
                  <a:pt x="34" y="220"/>
                  <a:pt x="38" y="229"/>
                </a:cubicBezTo>
                <a:cubicBezTo>
                  <a:pt x="42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4" y="289"/>
                  <a:pt x="92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6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1364" y="319"/>
                </a:lnTo>
                <a:cubicBezTo>
                  <a:pt x="1374" y="319"/>
                  <a:pt x="1383" y="318"/>
                  <a:pt x="1392" y="316"/>
                </a:cubicBezTo>
                <a:cubicBezTo>
                  <a:pt x="1402" y="314"/>
                  <a:pt x="1411" y="311"/>
                  <a:pt x="1420" y="308"/>
                </a:cubicBezTo>
                <a:cubicBezTo>
                  <a:pt x="1429" y="304"/>
                  <a:pt x="1437" y="300"/>
                  <a:pt x="1445" y="294"/>
                </a:cubicBezTo>
                <a:cubicBezTo>
                  <a:pt x="1453" y="289"/>
                  <a:pt x="1460" y="283"/>
                  <a:pt x="1467" y="276"/>
                </a:cubicBezTo>
                <a:cubicBezTo>
                  <a:pt x="1474" y="269"/>
                  <a:pt x="1480" y="262"/>
                  <a:pt x="1485" y="254"/>
                </a:cubicBezTo>
                <a:cubicBezTo>
                  <a:pt x="1490" y="246"/>
                  <a:pt x="1495" y="238"/>
                  <a:pt x="1498" y="229"/>
                </a:cubicBezTo>
                <a:cubicBezTo>
                  <a:pt x="1502" y="220"/>
                  <a:pt x="1505" y="211"/>
                  <a:pt x="1507" y="202"/>
                </a:cubicBezTo>
                <a:cubicBezTo>
                  <a:pt x="1509" y="192"/>
                  <a:pt x="1510" y="183"/>
                  <a:pt x="1510" y="173"/>
                </a:cubicBezTo>
                <a:cubicBezTo>
                  <a:pt x="1510" y="164"/>
                  <a:pt x="1509" y="154"/>
                  <a:pt x="1507" y="145"/>
                </a:cubicBezTo>
                <a:cubicBezTo>
                  <a:pt x="1505" y="136"/>
                  <a:pt x="1502" y="126"/>
                  <a:pt x="1498" y="118"/>
                </a:cubicBezTo>
                <a:cubicBezTo>
                  <a:pt x="1495" y="109"/>
                  <a:pt x="1490" y="100"/>
                  <a:pt x="1485" y="91"/>
                </a:cubicBezTo>
                <a:cubicBezTo>
                  <a:pt x="1480" y="84"/>
                  <a:pt x="1474" y="76"/>
                  <a:pt x="1467" y="69"/>
                </a:cubicBezTo>
                <a:cubicBezTo>
                  <a:pt x="1460" y="63"/>
                  <a:pt x="1453" y="57"/>
                  <a:pt x="1445" y="51"/>
                </a:cubicBezTo>
                <a:cubicBezTo>
                  <a:pt x="1437" y="46"/>
                  <a:pt x="1429" y="42"/>
                  <a:pt x="1420" y="38"/>
                </a:cubicBezTo>
                <a:cubicBezTo>
                  <a:pt x="1411" y="34"/>
                  <a:pt x="1402" y="31"/>
                  <a:pt x="1392" y="30"/>
                </a:cubicBezTo>
                <a:cubicBezTo>
                  <a:pt x="1383" y="28"/>
                  <a:pt x="1374" y="27"/>
                  <a:pt x="1364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8039880" y="3119040"/>
            <a:ext cx="1987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R e p s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7677000" y="3238200"/>
            <a:ext cx="781200" cy="124200"/>
          </a:xfrm>
          <a:custGeom>
            <a:avLst/>
            <a:gdLst/>
            <a:ahLst/>
            <a:rect l="0" t="0" r="r" b="b"/>
            <a:pathLst>
              <a:path w="2170" h="345">
                <a:moveTo>
                  <a:pt x="13" y="107"/>
                </a:moveTo>
                <a:cubicBezTo>
                  <a:pt x="22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999" y="0"/>
                </a:lnTo>
                <a:cubicBezTo>
                  <a:pt x="2021" y="0"/>
                  <a:pt x="2043" y="5"/>
                  <a:pt x="2064" y="13"/>
                </a:cubicBezTo>
                <a:cubicBezTo>
                  <a:pt x="2085" y="22"/>
                  <a:pt x="2104" y="35"/>
                  <a:pt x="2120" y="51"/>
                </a:cubicBezTo>
                <a:cubicBezTo>
                  <a:pt x="2136" y="67"/>
                  <a:pt x="2149" y="85"/>
                  <a:pt x="2157" y="107"/>
                </a:cubicBezTo>
                <a:cubicBezTo>
                  <a:pt x="2166" y="129"/>
                  <a:pt x="2170" y="151"/>
                  <a:pt x="2170" y="173"/>
                </a:cubicBezTo>
                <a:cubicBezTo>
                  <a:pt x="2170" y="196"/>
                  <a:pt x="2166" y="218"/>
                  <a:pt x="2157" y="239"/>
                </a:cubicBezTo>
                <a:cubicBezTo>
                  <a:pt x="2149" y="260"/>
                  <a:pt x="2136" y="279"/>
                  <a:pt x="2120" y="295"/>
                </a:cubicBezTo>
                <a:cubicBezTo>
                  <a:pt x="2104" y="311"/>
                  <a:pt x="2085" y="323"/>
                  <a:pt x="2064" y="332"/>
                </a:cubicBezTo>
                <a:cubicBezTo>
                  <a:pt x="2043" y="341"/>
                  <a:pt x="2021" y="345"/>
                  <a:pt x="1999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cubicBezTo>
                  <a:pt x="0" y="151"/>
                  <a:pt x="4" y="129"/>
                  <a:pt x="13" y="107"/>
                </a:cubicBezTo>
                <a:close/>
              </a:path>
            </a:pathLst>
          </a:custGeom>
          <a:solidFill>
            <a:srgbClr val="FF6B35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7677000" y="3238200"/>
            <a:ext cx="781200" cy="124200"/>
          </a:xfrm>
          <a:custGeom>
            <a:avLst/>
            <a:gdLst/>
            <a:ahLst/>
            <a:rect l="0" t="0" r="r" b="b"/>
            <a:pathLst>
              <a:path w="2170" h="345">
                <a:moveTo>
                  <a:pt x="0" y="173"/>
                </a:moveTo>
                <a:cubicBezTo>
                  <a:pt x="0" y="151"/>
                  <a:pt x="4" y="129"/>
                  <a:pt x="13" y="107"/>
                </a:cubicBezTo>
                <a:cubicBezTo>
                  <a:pt x="22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999" y="0"/>
                </a:lnTo>
                <a:cubicBezTo>
                  <a:pt x="2021" y="0"/>
                  <a:pt x="2043" y="5"/>
                  <a:pt x="2064" y="13"/>
                </a:cubicBezTo>
                <a:cubicBezTo>
                  <a:pt x="2085" y="22"/>
                  <a:pt x="2104" y="35"/>
                  <a:pt x="2120" y="51"/>
                </a:cubicBezTo>
                <a:cubicBezTo>
                  <a:pt x="2136" y="67"/>
                  <a:pt x="2149" y="85"/>
                  <a:pt x="2157" y="107"/>
                </a:cubicBezTo>
                <a:cubicBezTo>
                  <a:pt x="2166" y="129"/>
                  <a:pt x="2170" y="151"/>
                  <a:pt x="2170" y="173"/>
                </a:cubicBezTo>
                <a:cubicBezTo>
                  <a:pt x="2170" y="196"/>
                  <a:pt x="2166" y="218"/>
                  <a:pt x="2157" y="239"/>
                </a:cubicBezTo>
                <a:cubicBezTo>
                  <a:pt x="2149" y="260"/>
                  <a:pt x="2136" y="279"/>
                  <a:pt x="2120" y="295"/>
                </a:cubicBezTo>
                <a:cubicBezTo>
                  <a:pt x="2104" y="311"/>
                  <a:pt x="2085" y="323"/>
                  <a:pt x="2064" y="332"/>
                </a:cubicBezTo>
                <a:cubicBezTo>
                  <a:pt x="2043" y="341"/>
                  <a:pt x="2021" y="345"/>
                  <a:pt x="1999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2" y="27"/>
                  <a:pt x="153" y="28"/>
                  <a:pt x="144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7" y="42"/>
                  <a:pt x="99" y="46"/>
                  <a:pt x="91" y="51"/>
                </a:cubicBezTo>
                <a:cubicBezTo>
                  <a:pt x="83" y="57"/>
                  <a:pt x="76" y="63"/>
                  <a:pt x="69" y="69"/>
                </a:cubicBezTo>
                <a:cubicBezTo>
                  <a:pt x="62" y="76"/>
                  <a:pt x="56" y="84"/>
                  <a:pt x="51" y="91"/>
                </a:cubicBezTo>
                <a:cubicBezTo>
                  <a:pt x="46" y="100"/>
                  <a:pt x="41" y="109"/>
                  <a:pt x="37" y="118"/>
                </a:cubicBezTo>
                <a:cubicBezTo>
                  <a:pt x="34" y="126"/>
                  <a:pt x="31" y="136"/>
                  <a:pt x="29" y="145"/>
                </a:cubicBezTo>
                <a:cubicBezTo>
                  <a:pt x="27" y="154"/>
                  <a:pt x="26" y="164"/>
                  <a:pt x="26" y="173"/>
                </a:cubicBezTo>
                <a:cubicBezTo>
                  <a:pt x="26" y="183"/>
                  <a:pt x="27" y="192"/>
                  <a:pt x="29" y="202"/>
                </a:cubicBezTo>
                <a:cubicBezTo>
                  <a:pt x="31" y="211"/>
                  <a:pt x="34" y="220"/>
                  <a:pt x="37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7" y="304"/>
                  <a:pt x="116" y="308"/>
                </a:cubicBezTo>
                <a:cubicBezTo>
                  <a:pt x="125" y="311"/>
                  <a:pt x="134" y="314"/>
                  <a:pt x="144" y="316"/>
                </a:cubicBezTo>
                <a:cubicBezTo>
                  <a:pt x="153" y="318"/>
                  <a:pt x="162" y="319"/>
                  <a:pt x="172" y="319"/>
                </a:cubicBezTo>
                <a:lnTo>
                  <a:pt x="1999" y="319"/>
                </a:lnTo>
                <a:cubicBezTo>
                  <a:pt x="2008" y="319"/>
                  <a:pt x="2018" y="318"/>
                  <a:pt x="2027" y="316"/>
                </a:cubicBezTo>
                <a:cubicBezTo>
                  <a:pt x="2036" y="314"/>
                  <a:pt x="2045" y="311"/>
                  <a:pt x="2054" y="308"/>
                </a:cubicBezTo>
                <a:cubicBezTo>
                  <a:pt x="2063" y="304"/>
                  <a:pt x="2071" y="300"/>
                  <a:pt x="2079" y="294"/>
                </a:cubicBezTo>
                <a:cubicBezTo>
                  <a:pt x="2087" y="289"/>
                  <a:pt x="2095" y="283"/>
                  <a:pt x="2101" y="276"/>
                </a:cubicBezTo>
                <a:cubicBezTo>
                  <a:pt x="2108" y="269"/>
                  <a:pt x="2114" y="262"/>
                  <a:pt x="2120" y="254"/>
                </a:cubicBezTo>
                <a:cubicBezTo>
                  <a:pt x="2125" y="246"/>
                  <a:pt x="2129" y="238"/>
                  <a:pt x="2133" y="229"/>
                </a:cubicBezTo>
                <a:cubicBezTo>
                  <a:pt x="2137" y="220"/>
                  <a:pt x="2139" y="211"/>
                  <a:pt x="2141" y="202"/>
                </a:cubicBezTo>
                <a:cubicBezTo>
                  <a:pt x="2143" y="192"/>
                  <a:pt x="2144" y="183"/>
                  <a:pt x="2144" y="173"/>
                </a:cubicBezTo>
                <a:cubicBezTo>
                  <a:pt x="2144" y="164"/>
                  <a:pt x="2143" y="154"/>
                  <a:pt x="2141" y="145"/>
                </a:cubicBezTo>
                <a:cubicBezTo>
                  <a:pt x="2139" y="136"/>
                  <a:pt x="2137" y="126"/>
                  <a:pt x="2133" y="118"/>
                </a:cubicBezTo>
                <a:cubicBezTo>
                  <a:pt x="2129" y="109"/>
                  <a:pt x="2125" y="100"/>
                  <a:pt x="2120" y="91"/>
                </a:cubicBezTo>
                <a:cubicBezTo>
                  <a:pt x="2114" y="84"/>
                  <a:pt x="2108" y="76"/>
                  <a:pt x="2101" y="69"/>
                </a:cubicBezTo>
                <a:cubicBezTo>
                  <a:pt x="2095" y="63"/>
                  <a:pt x="2087" y="57"/>
                  <a:pt x="2079" y="51"/>
                </a:cubicBezTo>
                <a:cubicBezTo>
                  <a:pt x="2071" y="46"/>
                  <a:pt x="2063" y="42"/>
                  <a:pt x="2054" y="38"/>
                </a:cubicBezTo>
                <a:cubicBezTo>
                  <a:pt x="2045" y="34"/>
                  <a:pt x="2036" y="31"/>
                  <a:pt x="2027" y="30"/>
                </a:cubicBezTo>
                <a:cubicBezTo>
                  <a:pt x="2018" y="28"/>
                  <a:pt x="2008" y="27"/>
                  <a:pt x="1999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FF6B3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7161840" y="32572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7731000" y="325728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6086160" y="3419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D98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6086160" y="3419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98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6086160" y="3420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97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6086160" y="3420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96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6086160" y="3420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6086160" y="3420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6086160" y="3421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94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6086160" y="3421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93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6086160" y="3421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2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6086160" y="3421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92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6086160" y="3422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9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6086160" y="3422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90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6086160" y="3422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6086160" y="3423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6086160" y="3423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E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6086160" y="3423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8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6086160" y="3423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6086160" y="3424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6086160" y="3424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28B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6086160" y="3425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A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6086160" y="3425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89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6086160" y="3425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8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6086160" y="3425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88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6086160" y="3426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A87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6086160" y="3426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6086160" y="3426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6086160" y="3427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85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6086160" y="3427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84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6086160" y="3427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83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6086160" y="3427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83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6086160" y="3428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82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6086160" y="3428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81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6086160" y="3428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81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6086160" y="3429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80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6086160" y="3429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7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6086160" y="3429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6086160" y="3430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6086160" y="3430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7D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6086160" y="3430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7C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6086160" y="3430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6086160" y="3431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6086160" y="3431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7A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6086160" y="3431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79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6086160" y="3432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78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6086160" y="3432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78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6086160" y="3432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77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6086160" y="3432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76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6086160" y="3433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6086160" y="3433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6086160" y="3434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4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6086160" y="3434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3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6086160" y="3434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7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6086160" y="3434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D72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6086160" y="3435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7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6086160" y="3435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70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6086160" y="3435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6086160" y="3435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6086160" y="3436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E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6086160" y="3436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D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6086160" y="3436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6086160" y="3437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6086160" y="3437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6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6086160" y="3437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6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6086160" y="3438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6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6086160" y="3438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69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6086160" y="3438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96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6086160" y="3439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6086160" y="3439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6086160" y="3439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66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6086160" y="3439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65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6086160" y="3440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6086160" y="3440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6086160" y="3440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63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6086160" y="3440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62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6086160" y="3441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61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6086160" y="3441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61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6086160" y="3441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60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6086160" y="3442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5F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6086160" y="3442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6086160" y="3442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6086160" y="3443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5D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6086160" y="3443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5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6086160" y="3443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5B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6086160" y="3444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B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6086160" y="3444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5A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6086160" y="3444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59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6086160" y="3444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6086160" y="3445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6086160" y="3445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5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6086160" y="3445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5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6086160" y="3445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6086160" y="3446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6086160" y="3446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5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6086160" y="3447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6086160" y="3447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D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6086160" y="3447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5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6086160" y="3447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51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6086160" y="3448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50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6086160" y="3448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5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6086160" y="3448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4F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6086160" y="3449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4E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6086160" y="3449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6086160" y="3449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6086160" y="3449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4C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6086160" y="3450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6086160" y="3450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4A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6086160" y="3450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4A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6086160" y="3451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49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6086160" y="3451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748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6086160" y="3451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6086160" y="3452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6086160" y="3452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34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6086160" y="3452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145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6086160" y="3452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6086160" y="3453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6086160" y="3453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C43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6086160" y="3453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42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6086160" y="3454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41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6086160" y="3454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1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6086160" y="3454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40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6086160" y="3454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3F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6086160" y="3455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6086160" y="3455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2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6086160" y="3456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03D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6086160" y="3456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F3C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6086160" y="3456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D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6086160" y="3456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C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6086160" y="3457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6086160" y="3457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6086160" y="3457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6086160" y="3458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3C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6086160" y="3458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6086160" y="3458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D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6086160" y="3458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6086160" y="3459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6086160" y="3459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83F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6086160" y="3459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3F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6086160" y="3459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0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6086160" y="3460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6086160" y="3460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6086160" y="3461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2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6086160" y="3461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6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6086160" y="3461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6086160" y="3461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6086160" y="3462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6086160" y="3462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5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6086160" y="3462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6086160" y="3463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446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6086160" y="3463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6086160" y="3463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7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6086160" y="3463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8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6086160" y="3464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9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6086160" y="3464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6086160" y="3465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4A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6086160" y="3465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A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6086160" y="3465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B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6086160" y="3465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6086160" y="3466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6086160" y="3466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D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6086160" y="3466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4E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6086160" y="3466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E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6086160" y="3467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F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6086160" y="3467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4F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6086160" y="3467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50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6086160" y="3468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51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6086160" y="3468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6086160" y="3468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6086160" y="3468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6086160" y="3469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3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6086160" y="3469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4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6086160" y="3470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D5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6086160" y="3470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5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6086160" y="3470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5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6086160" y="3470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6086160" y="3471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7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6086160" y="3471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7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6086160" y="3471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6086160" y="3471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6086160" y="3472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6086160" y="3472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6086160" y="3472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6086160" y="3473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6086160" y="3473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6086160" y="3473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6086160" y="3474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6086160" y="3474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D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6086160" y="3474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E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6086160" y="3475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85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6086160" y="3475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5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6086160" y="3475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6086160" y="3475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6086160" y="3476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1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6086160" y="3476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6086160" y="3476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6086160" y="3476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3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6086160" y="3477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3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6086160" y="3477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4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6086160" y="3477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5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6086160" y="3478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5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6086160" y="3478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466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6086160" y="3478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6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6086160" y="3479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7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6086160" y="3479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6086160" y="3479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6086160" y="3480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9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6086160" y="3480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6086160" y="3480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6086160" y="3480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B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6086160" y="3481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B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6086160" y="3481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C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6086160" y="3481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D2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6086160" y="3482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06D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6086160" y="3482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6086160" y="3482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6086160" y="3483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6F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6086160" y="3483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0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6086160" y="3483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F70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6086160" y="3483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1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6086160" y="3484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1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6086160" y="3484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2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6086160" y="3484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3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6086160" y="3485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3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6086160" y="3485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74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6086160" y="3485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4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6086160" y="3485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5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6086160" y="3486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6086160" y="3486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6086160" y="3486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7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6086160" y="3487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B78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6086160" y="3487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8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6086160" y="3487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6086160" y="3488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6086160" y="3488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A1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6086160" y="3488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B1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6086160" y="3489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97B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6086160" y="3489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6086160" y="3489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6086160" y="3489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D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6086160" y="3490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E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6086160" y="3490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E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6086160" y="3490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6086160" y="3490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6086160" y="3491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01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6086160" y="3491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6086160" y="3492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6086160" y="3492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2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6086160" y="3492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6086160" y="3492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6086160" y="3493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6086160" y="3493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6086160" y="3493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5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6086160" y="3494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486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6086160" y="3494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6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6086160" y="3494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6086160" y="3494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6086160" y="3495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3867840" y="3392280"/>
            <a:ext cx="4456440" cy="817200"/>
          </a:xfrm>
          <a:custGeom>
            <a:avLst/>
            <a:gdLst/>
            <a:ahLst/>
            <a:rect l="0" t="0" r="r" b="b"/>
            <a:pathLst>
              <a:path w="12379" h="2270">
                <a:moveTo>
                  <a:pt x="315" y="472"/>
                </a:moveTo>
                <a:lnTo>
                  <a:pt x="315" y="1796"/>
                </a:lnTo>
                <a:cubicBezTo>
                  <a:pt x="315" y="1817"/>
                  <a:pt x="319" y="1837"/>
                  <a:pt x="327" y="1857"/>
                </a:cubicBezTo>
                <a:cubicBezTo>
                  <a:pt x="335" y="1876"/>
                  <a:pt x="347" y="1893"/>
                  <a:pt x="362" y="1908"/>
                </a:cubicBezTo>
                <a:cubicBezTo>
                  <a:pt x="376" y="1923"/>
                  <a:pt x="394" y="1934"/>
                  <a:pt x="413" y="1942"/>
                </a:cubicBezTo>
                <a:cubicBezTo>
                  <a:pt x="433" y="1951"/>
                  <a:pt x="453" y="1955"/>
                  <a:pt x="474" y="1955"/>
                </a:cubicBezTo>
                <a:lnTo>
                  <a:pt x="11905" y="1955"/>
                </a:lnTo>
                <a:cubicBezTo>
                  <a:pt x="11926" y="1955"/>
                  <a:pt x="11946" y="1951"/>
                  <a:pt x="11966" y="1942"/>
                </a:cubicBezTo>
                <a:cubicBezTo>
                  <a:pt x="11985" y="1934"/>
                  <a:pt x="12002" y="1923"/>
                  <a:pt x="12017" y="1908"/>
                </a:cubicBezTo>
                <a:cubicBezTo>
                  <a:pt x="12032" y="1893"/>
                  <a:pt x="12043" y="1876"/>
                  <a:pt x="12051" y="1857"/>
                </a:cubicBezTo>
                <a:cubicBezTo>
                  <a:pt x="12060" y="1837"/>
                  <a:pt x="12064" y="1817"/>
                  <a:pt x="12064" y="1796"/>
                </a:cubicBezTo>
                <a:lnTo>
                  <a:pt x="12064" y="472"/>
                </a:lnTo>
                <a:cubicBezTo>
                  <a:pt x="12064" y="451"/>
                  <a:pt x="12060" y="431"/>
                  <a:pt x="12051" y="411"/>
                </a:cubicBezTo>
                <a:cubicBezTo>
                  <a:pt x="12043" y="392"/>
                  <a:pt x="12032" y="375"/>
                  <a:pt x="12017" y="360"/>
                </a:cubicBezTo>
                <a:cubicBezTo>
                  <a:pt x="12002" y="345"/>
                  <a:pt x="11985" y="333"/>
                  <a:pt x="11966" y="325"/>
                </a:cubicBezTo>
                <a:cubicBezTo>
                  <a:pt x="11946" y="317"/>
                  <a:pt x="11926" y="313"/>
                  <a:pt x="11905" y="313"/>
                </a:cubicBezTo>
                <a:lnTo>
                  <a:pt x="474" y="313"/>
                </a:lnTo>
                <a:cubicBezTo>
                  <a:pt x="453" y="313"/>
                  <a:pt x="433" y="317"/>
                  <a:pt x="413" y="325"/>
                </a:cubicBezTo>
                <a:cubicBezTo>
                  <a:pt x="394" y="333"/>
                  <a:pt x="376" y="345"/>
                  <a:pt x="362" y="360"/>
                </a:cubicBezTo>
                <a:cubicBezTo>
                  <a:pt x="347" y="375"/>
                  <a:pt x="335" y="392"/>
                  <a:pt x="327" y="411"/>
                </a:cubicBezTo>
                <a:cubicBezTo>
                  <a:pt x="319" y="431"/>
                  <a:pt x="315" y="451"/>
                  <a:pt x="315" y="472"/>
                </a:cubicBezTo>
                <a:moveTo>
                  <a:pt x="0" y="0"/>
                </a:moveTo>
                <a:lnTo>
                  <a:pt x="12379" y="0"/>
                </a:lnTo>
                <a:lnTo>
                  <a:pt x="12379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138808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3976560" y="35002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1"/>
                  <a:pt x="11775" y="172"/>
                </a:cubicBezTo>
                <a:lnTo>
                  <a:pt x="11775" y="1496"/>
                </a:lnTo>
                <a:cubicBezTo>
                  <a:pt x="11775" y="1507"/>
                  <a:pt x="11774" y="1518"/>
                  <a:pt x="11772" y="1529"/>
                </a:cubicBezTo>
                <a:cubicBezTo>
                  <a:pt x="11769" y="1540"/>
                  <a:pt x="11766" y="1551"/>
                  <a:pt x="11762" y="1562"/>
                </a:cubicBezTo>
                <a:cubicBezTo>
                  <a:pt x="11757" y="1572"/>
                  <a:pt x="11752" y="1582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3976560" y="35002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1"/>
                  <a:pt x="11775" y="172"/>
                </a:cubicBezTo>
                <a:lnTo>
                  <a:pt x="11775" y="1496"/>
                </a:lnTo>
                <a:cubicBezTo>
                  <a:pt x="11775" y="1507"/>
                  <a:pt x="11774" y="1518"/>
                  <a:pt x="11772" y="1529"/>
                </a:cubicBezTo>
                <a:cubicBezTo>
                  <a:pt x="11769" y="1540"/>
                  <a:pt x="11766" y="1551"/>
                  <a:pt x="11762" y="1562"/>
                </a:cubicBezTo>
                <a:cubicBezTo>
                  <a:pt x="11757" y="1572"/>
                  <a:pt x="11752" y="1582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13880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7899120" y="3257280"/>
            <a:ext cx="4068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e v a n c e O S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5635800" y="36957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22DD22"/>
                </a:solidFill>
                <a:effectLst/>
                <a:uFillTx/>
                <a:latin typeface="SegoeUIEmoji"/>
                <a:ea typeface="SegoeUIEmoji"/>
              </a:rPr>
              <a:t>🏰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5808240" y="3658680"/>
            <a:ext cx="726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22DD22"/>
                </a:solidFill>
                <a:effectLst/>
                <a:uFillTx/>
                <a:latin typeface="SegoeUI"/>
                <a:ea typeface="SegoeUI"/>
              </a:rPr>
              <a:t>  G o v e r n o 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4860720" y="3804840"/>
            <a:ext cx="127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R a j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5036400" y="38048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5083200" y="3804840"/>
            <a:ext cx="3441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B h a v a n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5514840" y="38048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·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5558040" y="38048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5604840" y="3804840"/>
            <a:ext cx="2613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S t a t e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5941800" y="3804840"/>
            <a:ext cx="2786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o n s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6298560" y="3804840"/>
            <a:ext cx="155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t u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6511680" y="3804840"/>
            <a:ext cx="1836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o n a l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6752880" y="38048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6799680" y="3804840"/>
            <a:ext cx="3315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A u t h o r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5381280" y="3924000"/>
            <a:ext cx="857880" cy="124200"/>
          </a:xfrm>
          <a:custGeom>
            <a:avLst/>
            <a:gdLst/>
            <a:ahLst/>
            <a:rect l="0" t="0" r="r" b="b"/>
            <a:pathLst>
              <a:path w="2383" h="345">
                <a:moveTo>
                  <a:pt x="14" y="106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2211" y="0"/>
                </a:lnTo>
                <a:cubicBezTo>
                  <a:pt x="2234" y="0"/>
                  <a:pt x="2255" y="5"/>
                  <a:pt x="2277" y="13"/>
                </a:cubicBezTo>
                <a:cubicBezTo>
                  <a:pt x="2298" y="22"/>
                  <a:pt x="2316" y="35"/>
                  <a:pt x="2332" y="51"/>
                </a:cubicBezTo>
                <a:cubicBezTo>
                  <a:pt x="2348" y="67"/>
                  <a:pt x="2361" y="85"/>
                  <a:pt x="2370" y="106"/>
                </a:cubicBezTo>
                <a:cubicBezTo>
                  <a:pt x="2378" y="128"/>
                  <a:pt x="2383" y="150"/>
                  <a:pt x="2383" y="172"/>
                </a:cubicBezTo>
                <a:cubicBezTo>
                  <a:pt x="2383" y="195"/>
                  <a:pt x="2378" y="217"/>
                  <a:pt x="2370" y="238"/>
                </a:cubicBezTo>
                <a:cubicBezTo>
                  <a:pt x="2361" y="260"/>
                  <a:pt x="2348" y="279"/>
                  <a:pt x="2332" y="295"/>
                </a:cubicBezTo>
                <a:cubicBezTo>
                  <a:pt x="2316" y="311"/>
                  <a:pt x="2298" y="323"/>
                  <a:pt x="2277" y="332"/>
                </a:cubicBezTo>
                <a:cubicBezTo>
                  <a:pt x="2255" y="341"/>
                  <a:pt x="2234" y="345"/>
                  <a:pt x="2211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8"/>
                </a:cubicBezTo>
                <a:cubicBezTo>
                  <a:pt x="5" y="217"/>
                  <a:pt x="0" y="195"/>
                  <a:pt x="0" y="172"/>
                </a:cubicBezTo>
                <a:cubicBezTo>
                  <a:pt x="0" y="150"/>
                  <a:pt x="5" y="128"/>
                  <a:pt x="14" y="106"/>
                </a:cubicBezTo>
                <a:close/>
              </a:path>
            </a:pathLst>
          </a:custGeom>
          <a:solidFill>
            <a:srgbClr val="0EA5E9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5381280" y="3924000"/>
            <a:ext cx="857880" cy="124200"/>
          </a:xfrm>
          <a:custGeom>
            <a:avLst/>
            <a:gdLst/>
            <a:ahLst/>
            <a:rect l="0" t="0" r="r" b="b"/>
            <a:pathLst>
              <a:path w="2383" h="345">
                <a:moveTo>
                  <a:pt x="0" y="172"/>
                </a:moveTo>
                <a:cubicBezTo>
                  <a:pt x="0" y="150"/>
                  <a:pt x="5" y="128"/>
                  <a:pt x="14" y="106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2211" y="0"/>
                </a:lnTo>
                <a:cubicBezTo>
                  <a:pt x="2234" y="0"/>
                  <a:pt x="2255" y="5"/>
                  <a:pt x="2277" y="13"/>
                </a:cubicBezTo>
                <a:cubicBezTo>
                  <a:pt x="2298" y="22"/>
                  <a:pt x="2316" y="35"/>
                  <a:pt x="2332" y="51"/>
                </a:cubicBezTo>
                <a:cubicBezTo>
                  <a:pt x="2348" y="67"/>
                  <a:pt x="2361" y="85"/>
                  <a:pt x="2370" y="106"/>
                </a:cubicBezTo>
                <a:cubicBezTo>
                  <a:pt x="2378" y="128"/>
                  <a:pt x="2383" y="150"/>
                  <a:pt x="2383" y="172"/>
                </a:cubicBezTo>
                <a:cubicBezTo>
                  <a:pt x="2383" y="195"/>
                  <a:pt x="2378" y="217"/>
                  <a:pt x="2370" y="238"/>
                </a:cubicBezTo>
                <a:cubicBezTo>
                  <a:pt x="2361" y="260"/>
                  <a:pt x="2348" y="279"/>
                  <a:pt x="2332" y="295"/>
                </a:cubicBezTo>
                <a:cubicBezTo>
                  <a:pt x="2316" y="311"/>
                  <a:pt x="2298" y="323"/>
                  <a:pt x="2277" y="332"/>
                </a:cubicBezTo>
                <a:cubicBezTo>
                  <a:pt x="2255" y="341"/>
                  <a:pt x="2234" y="345"/>
                  <a:pt x="2211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8"/>
                </a:cubicBezTo>
                <a:cubicBezTo>
                  <a:pt x="5" y="217"/>
                  <a:pt x="0" y="195"/>
                  <a:pt x="0" y="172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6" y="34"/>
                  <a:pt x="117" y="38"/>
                </a:cubicBezTo>
                <a:cubicBezTo>
                  <a:pt x="108" y="42"/>
                  <a:pt x="100" y="46"/>
                  <a:pt x="92" y="51"/>
                </a:cubicBezTo>
                <a:cubicBezTo>
                  <a:pt x="84" y="57"/>
                  <a:pt x="76" y="63"/>
                  <a:pt x="70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99"/>
                  <a:pt x="42" y="108"/>
                  <a:pt x="38" y="117"/>
                </a:cubicBezTo>
                <a:cubicBezTo>
                  <a:pt x="34" y="125"/>
                  <a:pt x="32" y="135"/>
                  <a:pt x="30" y="144"/>
                </a:cubicBezTo>
                <a:cubicBezTo>
                  <a:pt x="28" y="153"/>
                  <a:pt x="27" y="163"/>
                  <a:pt x="27" y="172"/>
                </a:cubicBezTo>
                <a:cubicBezTo>
                  <a:pt x="27" y="182"/>
                  <a:pt x="28" y="191"/>
                  <a:pt x="30" y="201"/>
                </a:cubicBezTo>
                <a:cubicBezTo>
                  <a:pt x="32" y="210"/>
                  <a:pt x="34" y="219"/>
                  <a:pt x="38" y="228"/>
                </a:cubicBezTo>
                <a:cubicBezTo>
                  <a:pt x="42" y="237"/>
                  <a:pt x="46" y="245"/>
                  <a:pt x="51" y="254"/>
                </a:cubicBezTo>
                <a:cubicBezTo>
                  <a:pt x="57" y="262"/>
                  <a:pt x="63" y="269"/>
                  <a:pt x="70" y="276"/>
                </a:cubicBezTo>
                <a:cubicBezTo>
                  <a:pt x="76" y="283"/>
                  <a:pt x="84" y="289"/>
                  <a:pt x="92" y="294"/>
                </a:cubicBezTo>
                <a:cubicBezTo>
                  <a:pt x="100" y="300"/>
                  <a:pt x="108" y="304"/>
                  <a:pt x="117" y="308"/>
                </a:cubicBezTo>
                <a:cubicBezTo>
                  <a:pt x="126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2211" y="319"/>
                </a:lnTo>
                <a:cubicBezTo>
                  <a:pt x="2220" y="319"/>
                  <a:pt x="2230" y="318"/>
                  <a:pt x="2239" y="316"/>
                </a:cubicBezTo>
                <a:cubicBezTo>
                  <a:pt x="2248" y="314"/>
                  <a:pt x="2258" y="311"/>
                  <a:pt x="2266" y="308"/>
                </a:cubicBezTo>
                <a:cubicBezTo>
                  <a:pt x="2275" y="304"/>
                  <a:pt x="2284" y="300"/>
                  <a:pt x="2292" y="294"/>
                </a:cubicBezTo>
                <a:cubicBezTo>
                  <a:pt x="2300" y="289"/>
                  <a:pt x="2307" y="283"/>
                  <a:pt x="2314" y="276"/>
                </a:cubicBezTo>
                <a:cubicBezTo>
                  <a:pt x="2320" y="269"/>
                  <a:pt x="2326" y="262"/>
                  <a:pt x="2332" y="254"/>
                </a:cubicBezTo>
                <a:cubicBezTo>
                  <a:pt x="2337" y="245"/>
                  <a:pt x="2342" y="237"/>
                  <a:pt x="2345" y="228"/>
                </a:cubicBezTo>
                <a:cubicBezTo>
                  <a:pt x="2349" y="219"/>
                  <a:pt x="2352" y="210"/>
                  <a:pt x="2353" y="201"/>
                </a:cubicBezTo>
                <a:cubicBezTo>
                  <a:pt x="2355" y="191"/>
                  <a:pt x="2356" y="182"/>
                  <a:pt x="2356" y="172"/>
                </a:cubicBezTo>
                <a:cubicBezTo>
                  <a:pt x="2356" y="163"/>
                  <a:pt x="2355" y="153"/>
                  <a:pt x="2353" y="144"/>
                </a:cubicBezTo>
                <a:cubicBezTo>
                  <a:pt x="2352" y="135"/>
                  <a:pt x="2349" y="125"/>
                  <a:pt x="2345" y="117"/>
                </a:cubicBezTo>
                <a:cubicBezTo>
                  <a:pt x="2342" y="108"/>
                  <a:pt x="2337" y="99"/>
                  <a:pt x="2332" y="91"/>
                </a:cubicBezTo>
                <a:cubicBezTo>
                  <a:pt x="2326" y="84"/>
                  <a:pt x="2320" y="76"/>
                  <a:pt x="2314" y="69"/>
                </a:cubicBezTo>
                <a:cubicBezTo>
                  <a:pt x="2307" y="63"/>
                  <a:pt x="2300" y="57"/>
                  <a:pt x="2292" y="51"/>
                </a:cubicBezTo>
                <a:cubicBezTo>
                  <a:pt x="2284" y="46"/>
                  <a:pt x="2275" y="42"/>
                  <a:pt x="2266" y="38"/>
                </a:cubicBezTo>
                <a:cubicBezTo>
                  <a:pt x="2258" y="34"/>
                  <a:pt x="2248" y="31"/>
                  <a:pt x="2239" y="30"/>
                </a:cubicBezTo>
                <a:cubicBezTo>
                  <a:pt x="2230" y="28"/>
                  <a:pt x="2220" y="27"/>
                  <a:pt x="2211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0EA5E9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7219440" y="3804840"/>
            <a:ext cx="741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t y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5438160" y="3943080"/>
            <a:ext cx="218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 n t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5722560" y="3943080"/>
            <a:ext cx="124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n e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5893560" y="3943080"/>
            <a:ext cx="129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P u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6257880" y="3924000"/>
            <a:ext cx="552600" cy="124200"/>
          </a:xfrm>
          <a:custGeom>
            <a:avLst/>
            <a:gdLst/>
            <a:ahLst/>
            <a:rect l="0" t="0" r="r" b="b"/>
            <a:pathLst>
              <a:path w="1535" h="345">
                <a:moveTo>
                  <a:pt x="13" y="106"/>
                </a:moveTo>
                <a:cubicBezTo>
                  <a:pt x="21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363" y="0"/>
                </a:lnTo>
                <a:cubicBezTo>
                  <a:pt x="1386" y="0"/>
                  <a:pt x="1408" y="5"/>
                  <a:pt x="1429" y="13"/>
                </a:cubicBezTo>
                <a:cubicBezTo>
                  <a:pt x="1450" y="22"/>
                  <a:pt x="1469" y="35"/>
                  <a:pt x="1485" y="51"/>
                </a:cubicBezTo>
                <a:cubicBezTo>
                  <a:pt x="1501" y="67"/>
                  <a:pt x="1513" y="85"/>
                  <a:pt x="1522" y="106"/>
                </a:cubicBezTo>
                <a:cubicBezTo>
                  <a:pt x="1531" y="128"/>
                  <a:pt x="1535" y="150"/>
                  <a:pt x="1535" y="172"/>
                </a:cubicBezTo>
                <a:cubicBezTo>
                  <a:pt x="1535" y="195"/>
                  <a:pt x="1531" y="217"/>
                  <a:pt x="1522" y="238"/>
                </a:cubicBezTo>
                <a:cubicBezTo>
                  <a:pt x="1513" y="260"/>
                  <a:pt x="1501" y="279"/>
                  <a:pt x="1485" y="295"/>
                </a:cubicBezTo>
                <a:cubicBezTo>
                  <a:pt x="1469" y="311"/>
                  <a:pt x="1450" y="323"/>
                  <a:pt x="1429" y="332"/>
                </a:cubicBezTo>
                <a:cubicBezTo>
                  <a:pt x="1408" y="341"/>
                  <a:pt x="1386" y="345"/>
                  <a:pt x="1363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1" y="260"/>
                  <a:pt x="13" y="238"/>
                </a:cubicBezTo>
                <a:cubicBezTo>
                  <a:pt x="4" y="217"/>
                  <a:pt x="0" y="195"/>
                  <a:pt x="0" y="172"/>
                </a:cubicBezTo>
                <a:cubicBezTo>
                  <a:pt x="0" y="150"/>
                  <a:pt x="4" y="128"/>
                  <a:pt x="13" y="106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6257880" y="3924000"/>
            <a:ext cx="552600" cy="124200"/>
          </a:xfrm>
          <a:custGeom>
            <a:avLst/>
            <a:gdLst/>
            <a:ahLst/>
            <a:rect l="0" t="0" r="r" b="b"/>
            <a:pathLst>
              <a:path w="1535" h="345">
                <a:moveTo>
                  <a:pt x="0" y="172"/>
                </a:moveTo>
                <a:cubicBezTo>
                  <a:pt x="0" y="150"/>
                  <a:pt x="4" y="128"/>
                  <a:pt x="13" y="106"/>
                </a:cubicBezTo>
                <a:cubicBezTo>
                  <a:pt x="21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363" y="0"/>
                </a:lnTo>
                <a:cubicBezTo>
                  <a:pt x="1386" y="0"/>
                  <a:pt x="1408" y="5"/>
                  <a:pt x="1429" y="13"/>
                </a:cubicBezTo>
                <a:cubicBezTo>
                  <a:pt x="1450" y="22"/>
                  <a:pt x="1469" y="35"/>
                  <a:pt x="1485" y="51"/>
                </a:cubicBezTo>
                <a:cubicBezTo>
                  <a:pt x="1501" y="67"/>
                  <a:pt x="1513" y="85"/>
                  <a:pt x="1522" y="106"/>
                </a:cubicBezTo>
                <a:cubicBezTo>
                  <a:pt x="1531" y="128"/>
                  <a:pt x="1535" y="150"/>
                  <a:pt x="1535" y="172"/>
                </a:cubicBezTo>
                <a:cubicBezTo>
                  <a:pt x="1535" y="195"/>
                  <a:pt x="1531" y="217"/>
                  <a:pt x="1522" y="238"/>
                </a:cubicBezTo>
                <a:cubicBezTo>
                  <a:pt x="1513" y="260"/>
                  <a:pt x="1501" y="279"/>
                  <a:pt x="1485" y="295"/>
                </a:cubicBezTo>
                <a:cubicBezTo>
                  <a:pt x="1469" y="311"/>
                  <a:pt x="1450" y="323"/>
                  <a:pt x="1429" y="332"/>
                </a:cubicBezTo>
                <a:cubicBezTo>
                  <a:pt x="1408" y="341"/>
                  <a:pt x="1386" y="345"/>
                  <a:pt x="1363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1" y="260"/>
                  <a:pt x="13" y="238"/>
                </a:cubicBezTo>
                <a:cubicBezTo>
                  <a:pt x="4" y="217"/>
                  <a:pt x="0" y="195"/>
                  <a:pt x="0" y="172"/>
                </a:cubicBezTo>
                <a:moveTo>
                  <a:pt x="172" y="27"/>
                </a:moveTo>
                <a:cubicBezTo>
                  <a:pt x="162" y="27"/>
                  <a:pt x="153" y="28"/>
                  <a:pt x="143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7" y="42"/>
                  <a:pt x="99" y="46"/>
                  <a:pt x="91" y="51"/>
                </a:cubicBezTo>
                <a:cubicBezTo>
                  <a:pt x="83" y="57"/>
                  <a:pt x="75" y="63"/>
                  <a:pt x="69" y="69"/>
                </a:cubicBezTo>
                <a:cubicBezTo>
                  <a:pt x="62" y="76"/>
                  <a:pt x="56" y="84"/>
                  <a:pt x="51" y="91"/>
                </a:cubicBezTo>
                <a:cubicBezTo>
                  <a:pt x="45" y="99"/>
                  <a:pt x="41" y="108"/>
                  <a:pt x="37" y="117"/>
                </a:cubicBezTo>
                <a:cubicBezTo>
                  <a:pt x="34" y="125"/>
                  <a:pt x="31" y="135"/>
                  <a:pt x="29" y="144"/>
                </a:cubicBezTo>
                <a:cubicBezTo>
                  <a:pt x="27" y="153"/>
                  <a:pt x="26" y="163"/>
                  <a:pt x="26" y="172"/>
                </a:cubicBezTo>
                <a:cubicBezTo>
                  <a:pt x="26" y="182"/>
                  <a:pt x="27" y="191"/>
                  <a:pt x="29" y="201"/>
                </a:cubicBezTo>
                <a:cubicBezTo>
                  <a:pt x="31" y="210"/>
                  <a:pt x="34" y="219"/>
                  <a:pt x="37" y="228"/>
                </a:cubicBezTo>
                <a:cubicBezTo>
                  <a:pt x="41" y="237"/>
                  <a:pt x="45" y="245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5" y="283"/>
                  <a:pt x="83" y="289"/>
                  <a:pt x="91" y="294"/>
                </a:cubicBezTo>
                <a:cubicBezTo>
                  <a:pt x="99" y="300"/>
                  <a:pt x="107" y="304"/>
                  <a:pt x="116" y="308"/>
                </a:cubicBezTo>
                <a:cubicBezTo>
                  <a:pt x="125" y="311"/>
                  <a:pt x="134" y="314"/>
                  <a:pt x="143" y="316"/>
                </a:cubicBezTo>
                <a:cubicBezTo>
                  <a:pt x="153" y="318"/>
                  <a:pt x="162" y="319"/>
                  <a:pt x="172" y="319"/>
                </a:cubicBezTo>
                <a:lnTo>
                  <a:pt x="1363" y="319"/>
                </a:lnTo>
                <a:cubicBezTo>
                  <a:pt x="1373" y="319"/>
                  <a:pt x="1382" y="318"/>
                  <a:pt x="1392" y="316"/>
                </a:cubicBezTo>
                <a:cubicBezTo>
                  <a:pt x="1401" y="314"/>
                  <a:pt x="1410" y="311"/>
                  <a:pt x="1419" y="308"/>
                </a:cubicBezTo>
                <a:cubicBezTo>
                  <a:pt x="1428" y="304"/>
                  <a:pt x="1436" y="300"/>
                  <a:pt x="1444" y="294"/>
                </a:cubicBezTo>
                <a:cubicBezTo>
                  <a:pt x="1452" y="289"/>
                  <a:pt x="1459" y="283"/>
                  <a:pt x="1466" y="276"/>
                </a:cubicBezTo>
                <a:cubicBezTo>
                  <a:pt x="1473" y="269"/>
                  <a:pt x="1479" y="262"/>
                  <a:pt x="1484" y="254"/>
                </a:cubicBezTo>
                <a:cubicBezTo>
                  <a:pt x="1490" y="245"/>
                  <a:pt x="1494" y="237"/>
                  <a:pt x="1498" y="228"/>
                </a:cubicBezTo>
                <a:cubicBezTo>
                  <a:pt x="1501" y="219"/>
                  <a:pt x="1504" y="210"/>
                  <a:pt x="1506" y="201"/>
                </a:cubicBezTo>
                <a:cubicBezTo>
                  <a:pt x="1508" y="191"/>
                  <a:pt x="1509" y="182"/>
                  <a:pt x="1509" y="172"/>
                </a:cubicBezTo>
                <a:cubicBezTo>
                  <a:pt x="1509" y="163"/>
                  <a:pt x="1508" y="153"/>
                  <a:pt x="1506" y="144"/>
                </a:cubicBezTo>
                <a:cubicBezTo>
                  <a:pt x="1504" y="135"/>
                  <a:pt x="1501" y="125"/>
                  <a:pt x="1498" y="117"/>
                </a:cubicBezTo>
                <a:cubicBezTo>
                  <a:pt x="1494" y="108"/>
                  <a:pt x="1490" y="99"/>
                  <a:pt x="1484" y="91"/>
                </a:cubicBezTo>
                <a:cubicBezTo>
                  <a:pt x="1479" y="84"/>
                  <a:pt x="1473" y="76"/>
                  <a:pt x="1466" y="69"/>
                </a:cubicBezTo>
                <a:cubicBezTo>
                  <a:pt x="1459" y="63"/>
                  <a:pt x="1452" y="57"/>
                  <a:pt x="1444" y="51"/>
                </a:cubicBezTo>
                <a:cubicBezTo>
                  <a:pt x="1436" y="46"/>
                  <a:pt x="1428" y="42"/>
                  <a:pt x="1419" y="38"/>
                </a:cubicBezTo>
                <a:cubicBezTo>
                  <a:pt x="1410" y="34"/>
                  <a:pt x="1401" y="31"/>
                  <a:pt x="1392" y="30"/>
                </a:cubicBezTo>
                <a:cubicBezTo>
                  <a:pt x="1382" y="28"/>
                  <a:pt x="1373" y="27"/>
                  <a:pt x="1363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6067440" y="3943080"/>
            <a:ext cx="792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6086160" y="4105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D98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6086160" y="4105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98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6086160" y="4105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97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6086160" y="4106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96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6086160" y="4106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6086160" y="4106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6086160" y="4106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94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6086160" y="4107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93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6086160" y="4107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2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6086160" y="4107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92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6086160" y="4107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9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6086160" y="4108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90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6086160" y="4108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6086160" y="4109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6086160" y="4109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E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6086160" y="4109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8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6086160" y="4109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6086160" y="4110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6086160" y="4110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28B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6086160" y="4110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A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6086160" y="4111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89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6086160" y="4111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8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6086160" y="4111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88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6086160" y="4111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A87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6086160" y="4112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6086160" y="4112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6086160" y="4113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85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6086160" y="4113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84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6086160" y="4113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83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6086160" y="4113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83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6086160" y="4114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82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6086160" y="4114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81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6086160" y="4114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81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6086160" y="4114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80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6086160" y="4115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7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6086160" y="4115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6086160" y="4115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6086160" y="4116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7D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6086160" y="4116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7C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6086160" y="4116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6086160" y="4116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6086160" y="4117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7A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6086160" y="4117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79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6086160" y="4118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78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6086160" y="4118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78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6086160" y="4118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77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6086160" y="4118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76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6086160" y="4119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6086160" y="4119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6086160" y="4119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4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6086160" y="4119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3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6086160" y="4120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7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6086160" y="4120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D72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6086160" y="4120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7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6086160" y="4121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70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6086160" y="4121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6086160" y="4121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6086160" y="4122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E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6086160" y="4122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D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6086160" y="4122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6086160" y="4123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6086160" y="4123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6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6086160" y="4123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6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6086160" y="4123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6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6086160" y="4124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69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6086160" y="4124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96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6086160" y="4124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6086160" y="4124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6086160" y="4125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66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6086160" y="4125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65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6086160" y="4125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6086160" y="4126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6086160" y="4126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63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6086160" y="4126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62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6086160" y="4127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61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6086160" y="4127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61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6086160" y="4127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60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6086160" y="4128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5F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6086160" y="4128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6086160" y="4128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6086160" y="4128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5D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6086160" y="4129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5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6086160" y="4129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5B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6086160" y="4129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B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6086160" y="4129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5A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6086160" y="4130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59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6086160" y="4130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6086160" y="4131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6086160" y="4131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5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6086160" y="4131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5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6086160" y="4131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6086160" y="4132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6086160" y="4132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5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6086160" y="4132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6086160" y="4133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D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6086160" y="4133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5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6086160" y="4133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51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6086160" y="4133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50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6086160" y="4134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5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6086160" y="4134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4F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6086160" y="4134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4E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6086160" y="4135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6086160" y="4135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6086160" y="4135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4C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6086160" y="4136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6086160" y="4136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4A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6086160" y="4136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4A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6086160" y="4137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49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6086160" y="4137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748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6086160" y="4137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6086160" y="4137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6086160" y="4138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34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6086160" y="4138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145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6086160" y="4138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6086160" y="4138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6086160" y="4139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C43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6086160" y="4139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42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6086160" y="4140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41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6086160" y="4140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1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6086160" y="4140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40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6086160" y="4140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3F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6086160" y="4141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6086160" y="4141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2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6086160" y="4141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03D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6086160" y="4142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F3C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6086160" y="4142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D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6086160" y="4142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C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6086160" y="4142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6086160" y="4143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6086160" y="4143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6086160" y="4143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3C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6086160" y="4143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6086160" y="4144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D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6086160" y="4144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6086160" y="4145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6086160" y="4145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83F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6086160" y="4145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3F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6086160" y="4145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0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6086160" y="4146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6086160" y="4146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6086160" y="4146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2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6086160" y="4147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6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6086160" y="4147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6086160" y="4147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6086160" y="4147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6086160" y="4148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5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6086160" y="4148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6086160" y="4149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446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6086160" y="4149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6086160" y="4149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7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6086160" y="4149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8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6086160" y="4150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9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6086160" y="4150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6086160" y="4150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4A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6086160" y="4150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A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6086160" y="4151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B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6086160" y="4151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6086160" y="4151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6086160" y="4152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D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6086160" y="4152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4E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6086160" y="4152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E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6086160" y="4152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F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6086160" y="4153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4F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6086160" y="4153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50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6086160" y="4154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51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6086160" y="4154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6086160" y="4154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6086160" y="4154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6086160" y="4155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3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6086160" y="4155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4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6086160" y="4155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D5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6086160" y="4155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5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6086160" y="4156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5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6086160" y="4156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6086160" y="4156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7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6086160" y="4157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7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6086160" y="4157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6086160" y="4157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6086160" y="4158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6086160" y="4158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6086160" y="4158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6086160" y="4159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6086160" y="4159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6086160" y="4159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6086160" y="4159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6086160" y="4160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D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6086160" y="4160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E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6086160" y="4160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85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6086160" y="4160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5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6086160" y="4161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6086160" y="4161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6086160" y="4161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1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6086160" y="4162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6086160" y="4162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6086160" y="4162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3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6086160" y="4163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3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6086160" y="4163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4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6086160" y="4163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5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6086160" y="4164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5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6086160" y="4164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466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6086160" y="4164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6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6086160" y="4164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7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6086160" y="4165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6086160" y="4165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6086160" y="4165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9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6086160" y="4166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6086160" y="4166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6086160" y="4166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B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6086160" y="4167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B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6086160" y="4167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C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6086160" y="4167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D2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6086160" y="4168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06D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6086160" y="4168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6086160" y="4168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6086160" y="4168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6F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6086160" y="4169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0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6086160" y="4169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F70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6086160" y="4169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1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6086160" y="4169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1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6086160" y="4170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2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6086160" y="4170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3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6086160" y="4170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3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6086160" y="4171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74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6086160" y="4171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4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6086160" y="4171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5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6086160" y="4172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6086160" y="4172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6086160" y="4172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7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6086160" y="4173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B78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6086160" y="4173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8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6086160" y="4173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6086160" y="4173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6086160" y="4174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A1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6086160" y="4174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B1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6086160" y="4174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97B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6086160" y="4174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6086160" y="4175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6086160" y="4175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D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6086160" y="4176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E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6086160" y="4176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E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6086160" y="4176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6086160" y="4176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6086160" y="4177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01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6086160" y="4177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6086160" y="4177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6086160" y="4178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2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6086160" y="4178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6086160" y="4178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6086160" y="4178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6086160" y="4179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6086160" y="4179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5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6086160" y="4179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486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6086160" y="4179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6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6086160" y="4180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6086160" y="4180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6086160" y="4181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3867840" y="4078080"/>
            <a:ext cx="4456440" cy="817200"/>
          </a:xfrm>
          <a:custGeom>
            <a:avLst/>
            <a:gdLst/>
            <a:ahLst/>
            <a:rect l="0" t="0" r="r" b="b"/>
            <a:pathLst>
              <a:path w="12379" h="2270">
                <a:moveTo>
                  <a:pt x="315" y="472"/>
                </a:moveTo>
                <a:lnTo>
                  <a:pt x="315" y="1796"/>
                </a:lnTo>
                <a:cubicBezTo>
                  <a:pt x="315" y="1817"/>
                  <a:pt x="319" y="1837"/>
                  <a:pt x="327" y="1857"/>
                </a:cubicBezTo>
                <a:cubicBezTo>
                  <a:pt x="335" y="1876"/>
                  <a:pt x="347" y="1893"/>
                  <a:pt x="362" y="1908"/>
                </a:cubicBezTo>
                <a:cubicBezTo>
                  <a:pt x="376" y="1923"/>
                  <a:pt x="394" y="1934"/>
                  <a:pt x="413" y="1942"/>
                </a:cubicBezTo>
                <a:cubicBezTo>
                  <a:pt x="433" y="1951"/>
                  <a:pt x="453" y="1955"/>
                  <a:pt x="474" y="1955"/>
                </a:cubicBezTo>
                <a:lnTo>
                  <a:pt x="11905" y="1955"/>
                </a:lnTo>
                <a:cubicBezTo>
                  <a:pt x="11926" y="1955"/>
                  <a:pt x="11946" y="1951"/>
                  <a:pt x="11966" y="1942"/>
                </a:cubicBezTo>
                <a:cubicBezTo>
                  <a:pt x="11985" y="1934"/>
                  <a:pt x="12002" y="1923"/>
                  <a:pt x="12017" y="1908"/>
                </a:cubicBezTo>
                <a:cubicBezTo>
                  <a:pt x="12032" y="1893"/>
                  <a:pt x="12043" y="1876"/>
                  <a:pt x="12051" y="1857"/>
                </a:cubicBezTo>
                <a:cubicBezTo>
                  <a:pt x="12060" y="1837"/>
                  <a:pt x="12064" y="1817"/>
                  <a:pt x="12064" y="1796"/>
                </a:cubicBezTo>
                <a:lnTo>
                  <a:pt x="12064" y="472"/>
                </a:lnTo>
                <a:cubicBezTo>
                  <a:pt x="12064" y="451"/>
                  <a:pt x="12060" y="431"/>
                  <a:pt x="12051" y="411"/>
                </a:cubicBezTo>
                <a:cubicBezTo>
                  <a:pt x="12043" y="392"/>
                  <a:pt x="12032" y="375"/>
                  <a:pt x="12017" y="360"/>
                </a:cubicBezTo>
                <a:cubicBezTo>
                  <a:pt x="12002" y="345"/>
                  <a:pt x="11985" y="333"/>
                  <a:pt x="11966" y="325"/>
                </a:cubicBezTo>
                <a:cubicBezTo>
                  <a:pt x="11946" y="317"/>
                  <a:pt x="11926" y="313"/>
                  <a:pt x="11905" y="313"/>
                </a:cubicBezTo>
                <a:lnTo>
                  <a:pt x="474" y="313"/>
                </a:lnTo>
                <a:cubicBezTo>
                  <a:pt x="453" y="313"/>
                  <a:pt x="433" y="317"/>
                  <a:pt x="413" y="325"/>
                </a:cubicBezTo>
                <a:cubicBezTo>
                  <a:pt x="394" y="333"/>
                  <a:pt x="376" y="345"/>
                  <a:pt x="362" y="360"/>
                </a:cubicBezTo>
                <a:cubicBezTo>
                  <a:pt x="347" y="375"/>
                  <a:pt x="335" y="392"/>
                  <a:pt x="327" y="411"/>
                </a:cubicBezTo>
                <a:cubicBezTo>
                  <a:pt x="319" y="431"/>
                  <a:pt x="315" y="451"/>
                  <a:pt x="315" y="472"/>
                </a:cubicBezTo>
                <a:moveTo>
                  <a:pt x="0" y="0"/>
                </a:moveTo>
                <a:lnTo>
                  <a:pt x="12379" y="0"/>
                </a:lnTo>
                <a:lnTo>
                  <a:pt x="12379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0EA5E9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3976560" y="41860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1"/>
                  <a:pt x="11775" y="172"/>
                </a:cubicBezTo>
                <a:lnTo>
                  <a:pt x="11775" y="1496"/>
                </a:lnTo>
                <a:cubicBezTo>
                  <a:pt x="11775" y="1507"/>
                  <a:pt x="11774" y="1518"/>
                  <a:pt x="11772" y="1529"/>
                </a:cubicBezTo>
                <a:cubicBezTo>
                  <a:pt x="11769" y="1540"/>
                  <a:pt x="11766" y="1551"/>
                  <a:pt x="11762" y="1562"/>
                </a:cubicBezTo>
                <a:cubicBezTo>
                  <a:pt x="11757" y="1572"/>
                  <a:pt x="11752" y="1582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3976560" y="4186080"/>
            <a:ext cx="4239000" cy="600480"/>
          </a:xfrm>
          <a:custGeom>
            <a:avLst/>
            <a:gdLst/>
            <a:ahLst/>
            <a:rect l="0" t="0" r="r" b="b"/>
            <a:pathLst>
              <a:path w="11775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11603" y="0"/>
                </a:lnTo>
                <a:cubicBezTo>
                  <a:pt x="11614" y="0"/>
                  <a:pt x="11625" y="1"/>
                  <a:pt x="11636" y="3"/>
                </a:cubicBezTo>
                <a:cubicBezTo>
                  <a:pt x="11647" y="5"/>
                  <a:pt x="11658" y="9"/>
                  <a:pt x="11669" y="13"/>
                </a:cubicBezTo>
                <a:cubicBezTo>
                  <a:pt x="11679" y="17"/>
                  <a:pt x="11689" y="23"/>
                  <a:pt x="11698" y="29"/>
                </a:cubicBezTo>
                <a:cubicBezTo>
                  <a:pt x="11708" y="35"/>
                  <a:pt x="11716" y="42"/>
                  <a:pt x="11724" y="50"/>
                </a:cubicBezTo>
                <a:cubicBezTo>
                  <a:pt x="11732" y="58"/>
                  <a:pt x="11740" y="67"/>
                  <a:pt x="11746" y="76"/>
                </a:cubicBezTo>
                <a:cubicBezTo>
                  <a:pt x="11752" y="86"/>
                  <a:pt x="11757" y="96"/>
                  <a:pt x="11762" y="106"/>
                </a:cubicBezTo>
                <a:cubicBezTo>
                  <a:pt x="11766" y="117"/>
                  <a:pt x="11769" y="127"/>
                  <a:pt x="11772" y="138"/>
                </a:cubicBezTo>
                <a:cubicBezTo>
                  <a:pt x="11774" y="149"/>
                  <a:pt x="11775" y="161"/>
                  <a:pt x="11775" y="172"/>
                </a:cubicBezTo>
                <a:lnTo>
                  <a:pt x="11775" y="1496"/>
                </a:lnTo>
                <a:cubicBezTo>
                  <a:pt x="11775" y="1507"/>
                  <a:pt x="11774" y="1518"/>
                  <a:pt x="11772" y="1529"/>
                </a:cubicBezTo>
                <a:cubicBezTo>
                  <a:pt x="11769" y="1540"/>
                  <a:pt x="11766" y="1551"/>
                  <a:pt x="11762" y="1562"/>
                </a:cubicBezTo>
                <a:cubicBezTo>
                  <a:pt x="11757" y="1572"/>
                  <a:pt x="11752" y="1582"/>
                  <a:pt x="11746" y="1591"/>
                </a:cubicBezTo>
                <a:cubicBezTo>
                  <a:pt x="11740" y="1601"/>
                  <a:pt x="11732" y="1609"/>
                  <a:pt x="11724" y="1617"/>
                </a:cubicBezTo>
                <a:cubicBezTo>
                  <a:pt x="11716" y="1625"/>
                  <a:pt x="11708" y="1633"/>
                  <a:pt x="11698" y="1639"/>
                </a:cubicBezTo>
                <a:cubicBezTo>
                  <a:pt x="11689" y="1645"/>
                  <a:pt x="11679" y="1650"/>
                  <a:pt x="11669" y="1655"/>
                </a:cubicBezTo>
                <a:cubicBezTo>
                  <a:pt x="11658" y="1659"/>
                  <a:pt x="11647" y="1662"/>
                  <a:pt x="11636" y="1665"/>
                </a:cubicBezTo>
                <a:cubicBezTo>
                  <a:pt x="11625" y="1667"/>
                  <a:pt x="11614" y="1668"/>
                  <a:pt x="11603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0EA5E9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6317640" y="39430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 txBox="1"/>
          <p:nvPr/>
        </p:nvSpPr>
        <p:spPr>
          <a:xfrm>
            <a:off x="5434920" y="43815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38BDF8"/>
                </a:solidFill>
                <a:effectLst/>
                <a:uFillTx/>
                <a:latin typeface="SegoeUIEmoji"/>
                <a:ea typeface="SegoeUIEmoji"/>
              </a:rPr>
              <a:t>🌟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 txBox="1"/>
          <p:nvPr/>
        </p:nvSpPr>
        <p:spPr>
          <a:xfrm>
            <a:off x="5607360" y="4344480"/>
            <a:ext cx="1130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38BDF8"/>
                </a:solidFill>
                <a:effectLst/>
                <a:uFillTx/>
                <a:latin typeface="SegoeUI"/>
                <a:ea typeface="SegoeUI"/>
              </a:rPr>
              <a:t>  C h i e f   M i n i s t e 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4834440" y="4490640"/>
            <a:ext cx="2613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S t a t e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5171400" y="4490640"/>
            <a:ext cx="1872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a b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5416200" y="4490640"/>
            <a:ext cx="1699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n e t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5644080" y="4490640"/>
            <a:ext cx="3279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L e a d e r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6059880" y="44906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·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6103080" y="44906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6149880" y="4490640"/>
            <a:ext cx="114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P r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6312240" y="4490640"/>
            <a:ext cx="2401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m a r y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6620040" y="4490640"/>
            <a:ext cx="356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7063920" y="44906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4190760" y="4609800"/>
            <a:ext cx="1000440" cy="124200"/>
          </a:xfrm>
          <a:custGeom>
            <a:avLst/>
            <a:gdLst/>
            <a:ahLst/>
            <a:rect l="0" t="0" r="r" b="b"/>
            <a:pathLst>
              <a:path w="2779" h="345">
                <a:moveTo>
                  <a:pt x="13" y="107"/>
                </a:moveTo>
                <a:cubicBezTo>
                  <a:pt x="22" y="86"/>
                  <a:pt x="34" y="68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607" y="0"/>
                </a:lnTo>
                <a:cubicBezTo>
                  <a:pt x="2630" y="0"/>
                  <a:pt x="2652" y="5"/>
                  <a:pt x="2673" y="13"/>
                </a:cubicBezTo>
                <a:cubicBezTo>
                  <a:pt x="2694" y="22"/>
                  <a:pt x="2713" y="35"/>
                  <a:pt x="2729" y="51"/>
                </a:cubicBezTo>
                <a:cubicBezTo>
                  <a:pt x="2745" y="68"/>
                  <a:pt x="2757" y="86"/>
                  <a:pt x="2766" y="107"/>
                </a:cubicBezTo>
                <a:cubicBezTo>
                  <a:pt x="2775" y="129"/>
                  <a:pt x="2779" y="151"/>
                  <a:pt x="2779" y="173"/>
                </a:cubicBezTo>
                <a:cubicBezTo>
                  <a:pt x="2779" y="196"/>
                  <a:pt x="2775" y="218"/>
                  <a:pt x="2766" y="239"/>
                </a:cubicBezTo>
                <a:cubicBezTo>
                  <a:pt x="2757" y="260"/>
                  <a:pt x="2745" y="279"/>
                  <a:pt x="2729" y="295"/>
                </a:cubicBezTo>
                <a:cubicBezTo>
                  <a:pt x="2713" y="311"/>
                  <a:pt x="2694" y="323"/>
                  <a:pt x="2673" y="332"/>
                </a:cubicBezTo>
                <a:cubicBezTo>
                  <a:pt x="2652" y="341"/>
                  <a:pt x="2630" y="345"/>
                  <a:pt x="2607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1"/>
                  <a:pt x="5" y="129"/>
                  <a:pt x="13" y="107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4200480" y="4619520"/>
            <a:ext cx="981360" cy="105120"/>
          </a:xfrm>
          <a:custGeom>
            <a:avLst/>
            <a:gdLst/>
            <a:ahLst/>
            <a:rect l="0" t="0" r="r" b="b"/>
            <a:pathLst>
              <a:path w="2726" h="292">
                <a:moveTo>
                  <a:pt x="145" y="0"/>
                </a:moveTo>
                <a:cubicBezTo>
                  <a:pt x="136" y="0"/>
                  <a:pt x="126" y="1"/>
                  <a:pt x="117" y="3"/>
                </a:cubicBezTo>
                <a:cubicBezTo>
                  <a:pt x="107" y="4"/>
                  <a:pt x="98" y="7"/>
                  <a:pt x="89" y="11"/>
                </a:cubicBezTo>
                <a:cubicBezTo>
                  <a:pt x="81" y="15"/>
                  <a:pt x="72" y="19"/>
                  <a:pt x="64" y="24"/>
                </a:cubicBezTo>
                <a:cubicBezTo>
                  <a:pt x="56" y="30"/>
                  <a:pt x="49" y="36"/>
                  <a:pt x="42" y="42"/>
                </a:cubicBezTo>
                <a:cubicBezTo>
                  <a:pt x="35" y="49"/>
                  <a:pt x="29" y="57"/>
                  <a:pt x="24" y="64"/>
                </a:cubicBezTo>
                <a:cubicBezTo>
                  <a:pt x="19" y="72"/>
                  <a:pt x="14" y="81"/>
                  <a:pt x="11" y="90"/>
                </a:cubicBezTo>
                <a:cubicBezTo>
                  <a:pt x="7" y="98"/>
                  <a:pt x="4" y="108"/>
                  <a:pt x="2" y="117"/>
                </a:cubicBezTo>
                <a:cubicBezTo>
                  <a:pt x="1" y="127"/>
                  <a:pt x="0" y="137"/>
                  <a:pt x="0" y="146"/>
                </a:cubicBezTo>
                <a:cubicBezTo>
                  <a:pt x="0" y="156"/>
                  <a:pt x="1" y="165"/>
                  <a:pt x="2" y="175"/>
                </a:cubicBezTo>
                <a:cubicBezTo>
                  <a:pt x="4" y="184"/>
                  <a:pt x="7" y="193"/>
                  <a:pt x="11" y="202"/>
                </a:cubicBezTo>
                <a:cubicBezTo>
                  <a:pt x="14" y="211"/>
                  <a:pt x="19" y="219"/>
                  <a:pt x="24" y="227"/>
                </a:cubicBezTo>
                <a:cubicBezTo>
                  <a:pt x="29" y="235"/>
                  <a:pt x="35" y="242"/>
                  <a:pt x="42" y="249"/>
                </a:cubicBezTo>
                <a:cubicBezTo>
                  <a:pt x="49" y="256"/>
                  <a:pt x="56" y="262"/>
                  <a:pt x="64" y="267"/>
                </a:cubicBezTo>
                <a:cubicBezTo>
                  <a:pt x="72" y="273"/>
                  <a:pt x="81" y="277"/>
                  <a:pt x="89" y="281"/>
                </a:cubicBezTo>
                <a:cubicBezTo>
                  <a:pt x="98" y="284"/>
                  <a:pt x="107" y="287"/>
                  <a:pt x="117" y="289"/>
                </a:cubicBezTo>
                <a:cubicBezTo>
                  <a:pt x="126" y="291"/>
                  <a:pt x="136" y="292"/>
                  <a:pt x="145" y="292"/>
                </a:cubicBezTo>
                <a:lnTo>
                  <a:pt x="2580" y="292"/>
                </a:lnTo>
                <a:cubicBezTo>
                  <a:pt x="2590" y="292"/>
                  <a:pt x="2599" y="291"/>
                  <a:pt x="2609" y="289"/>
                </a:cubicBezTo>
                <a:cubicBezTo>
                  <a:pt x="2618" y="287"/>
                  <a:pt x="2627" y="284"/>
                  <a:pt x="2636" y="281"/>
                </a:cubicBezTo>
                <a:cubicBezTo>
                  <a:pt x="2645" y="277"/>
                  <a:pt x="2653" y="273"/>
                  <a:pt x="2661" y="267"/>
                </a:cubicBezTo>
                <a:cubicBezTo>
                  <a:pt x="2669" y="262"/>
                  <a:pt x="2676" y="256"/>
                  <a:pt x="2683" y="249"/>
                </a:cubicBezTo>
                <a:cubicBezTo>
                  <a:pt x="2690" y="242"/>
                  <a:pt x="2696" y="235"/>
                  <a:pt x="2701" y="227"/>
                </a:cubicBezTo>
                <a:cubicBezTo>
                  <a:pt x="2707" y="219"/>
                  <a:pt x="2711" y="211"/>
                  <a:pt x="2715" y="202"/>
                </a:cubicBezTo>
                <a:cubicBezTo>
                  <a:pt x="2718" y="193"/>
                  <a:pt x="2721" y="184"/>
                  <a:pt x="2723" y="175"/>
                </a:cubicBezTo>
                <a:cubicBezTo>
                  <a:pt x="2725" y="165"/>
                  <a:pt x="2726" y="156"/>
                  <a:pt x="2726" y="146"/>
                </a:cubicBezTo>
                <a:cubicBezTo>
                  <a:pt x="2726" y="137"/>
                  <a:pt x="2725" y="127"/>
                  <a:pt x="2723" y="117"/>
                </a:cubicBezTo>
                <a:cubicBezTo>
                  <a:pt x="2721" y="108"/>
                  <a:pt x="2718" y="98"/>
                  <a:pt x="2715" y="90"/>
                </a:cubicBezTo>
                <a:cubicBezTo>
                  <a:pt x="2711" y="81"/>
                  <a:pt x="2707" y="72"/>
                  <a:pt x="2701" y="64"/>
                </a:cubicBezTo>
                <a:cubicBezTo>
                  <a:pt x="2696" y="57"/>
                  <a:pt x="2690" y="49"/>
                  <a:pt x="2683" y="42"/>
                </a:cubicBezTo>
                <a:cubicBezTo>
                  <a:pt x="2676" y="36"/>
                  <a:pt x="2669" y="30"/>
                  <a:pt x="2661" y="24"/>
                </a:cubicBezTo>
                <a:cubicBezTo>
                  <a:pt x="2653" y="19"/>
                  <a:pt x="2645" y="15"/>
                  <a:pt x="2636" y="11"/>
                </a:cubicBezTo>
                <a:cubicBezTo>
                  <a:pt x="2627" y="7"/>
                  <a:pt x="2618" y="4"/>
                  <a:pt x="2609" y="3"/>
                </a:cubicBezTo>
                <a:cubicBezTo>
                  <a:pt x="2599" y="1"/>
                  <a:pt x="2590" y="0"/>
                  <a:pt x="2580" y="0"/>
                </a:cubicBezTo>
                <a:lnTo>
                  <a:pt x="145" y="0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7110720" y="4490640"/>
            <a:ext cx="1886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U s e r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4246560" y="46288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4682160" y="46288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4727880" y="46288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4863960" y="4628880"/>
            <a:ext cx="1177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B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5209920" y="4609800"/>
            <a:ext cx="1105200" cy="124200"/>
          </a:xfrm>
          <a:custGeom>
            <a:avLst/>
            <a:gdLst/>
            <a:ahLst/>
            <a:rect l="0" t="0" r="r" b="b"/>
            <a:pathLst>
              <a:path w="3070" h="345">
                <a:moveTo>
                  <a:pt x="13" y="107"/>
                </a:moveTo>
                <a:cubicBezTo>
                  <a:pt x="22" y="86"/>
                  <a:pt x="34" y="68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898" y="0"/>
                </a:lnTo>
                <a:cubicBezTo>
                  <a:pt x="2921" y="0"/>
                  <a:pt x="2943" y="5"/>
                  <a:pt x="2964" y="13"/>
                </a:cubicBezTo>
                <a:cubicBezTo>
                  <a:pt x="2985" y="22"/>
                  <a:pt x="3004" y="35"/>
                  <a:pt x="3020" y="51"/>
                </a:cubicBezTo>
                <a:cubicBezTo>
                  <a:pt x="3036" y="68"/>
                  <a:pt x="3049" y="86"/>
                  <a:pt x="3057" y="107"/>
                </a:cubicBezTo>
                <a:cubicBezTo>
                  <a:pt x="3066" y="129"/>
                  <a:pt x="3070" y="151"/>
                  <a:pt x="3070" y="173"/>
                </a:cubicBezTo>
                <a:cubicBezTo>
                  <a:pt x="3070" y="196"/>
                  <a:pt x="3066" y="218"/>
                  <a:pt x="3057" y="239"/>
                </a:cubicBezTo>
                <a:cubicBezTo>
                  <a:pt x="3049" y="260"/>
                  <a:pt x="3036" y="279"/>
                  <a:pt x="3020" y="295"/>
                </a:cubicBezTo>
                <a:cubicBezTo>
                  <a:pt x="3004" y="311"/>
                  <a:pt x="2985" y="323"/>
                  <a:pt x="2964" y="332"/>
                </a:cubicBezTo>
                <a:cubicBezTo>
                  <a:pt x="2943" y="341"/>
                  <a:pt x="2921" y="345"/>
                  <a:pt x="2898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1"/>
                  <a:pt x="5" y="129"/>
                  <a:pt x="13" y="107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5209920" y="4609800"/>
            <a:ext cx="1105200" cy="124200"/>
          </a:xfrm>
          <a:custGeom>
            <a:avLst/>
            <a:gdLst/>
            <a:ahLst/>
            <a:rect l="0" t="0" r="r" b="b"/>
            <a:pathLst>
              <a:path w="3070" h="345">
                <a:moveTo>
                  <a:pt x="0" y="173"/>
                </a:moveTo>
                <a:cubicBezTo>
                  <a:pt x="0" y="151"/>
                  <a:pt x="5" y="129"/>
                  <a:pt x="13" y="107"/>
                </a:cubicBezTo>
                <a:cubicBezTo>
                  <a:pt x="22" y="86"/>
                  <a:pt x="34" y="68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898" y="0"/>
                </a:lnTo>
                <a:cubicBezTo>
                  <a:pt x="2921" y="0"/>
                  <a:pt x="2943" y="5"/>
                  <a:pt x="2964" y="13"/>
                </a:cubicBezTo>
                <a:cubicBezTo>
                  <a:pt x="2985" y="22"/>
                  <a:pt x="3004" y="35"/>
                  <a:pt x="3020" y="51"/>
                </a:cubicBezTo>
                <a:cubicBezTo>
                  <a:pt x="3036" y="68"/>
                  <a:pt x="3049" y="86"/>
                  <a:pt x="3057" y="107"/>
                </a:cubicBezTo>
                <a:cubicBezTo>
                  <a:pt x="3066" y="129"/>
                  <a:pt x="3070" y="151"/>
                  <a:pt x="3070" y="173"/>
                </a:cubicBezTo>
                <a:cubicBezTo>
                  <a:pt x="3070" y="196"/>
                  <a:pt x="3066" y="218"/>
                  <a:pt x="3057" y="239"/>
                </a:cubicBezTo>
                <a:cubicBezTo>
                  <a:pt x="3049" y="260"/>
                  <a:pt x="3036" y="279"/>
                  <a:pt x="3020" y="295"/>
                </a:cubicBezTo>
                <a:cubicBezTo>
                  <a:pt x="3004" y="311"/>
                  <a:pt x="2985" y="323"/>
                  <a:pt x="2964" y="332"/>
                </a:cubicBezTo>
                <a:cubicBezTo>
                  <a:pt x="2943" y="341"/>
                  <a:pt x="2921" y="345"/>
                  <a:pt x="2898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3" y="57"/>
                  <a:pt x="76" y="64"/>
                  <a:pt x="69" y="70"/>
                </a:cubicBezTo>
                <a:cubicBezTo>
                  <a:pt x="63" y="77"/>
                  <a:pt x="56" y="85"/>
                  <a:pt x="51" y="92"/>
                </a:cubicBezTo>
                <a:cubicBezTo>
                  <a:pt x="46" y="100"/>
                  <a:pt x="41" y="109"/>
                  <a:pt x="38" y="118"/>
                </a:cubicBezTo>
                <a:cubicBezTo>
                  <a:pt x="34" y="126"/>
                  <a:pt x="31" y="136"/>
                  <a:pt x="29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29" y="202"/>
                </a:cubicBezTo>
                <a:cubicBezTo>
                  <a:pt x="31" y="211"/>
                  <a:pt x="34" y="220"/>
                  <a:pt x="38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6" y="262"/>
                  <a:pt x="63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8" y="304"/>
                  <a:pt x="116" y="308"/>
                </a:cubicBezTo>
                <a:cubicBezTo>
                  <a:pt x="125" y="311"/>
                  <a:pt x="134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2898" y="319"/>
                </a:lnTo>
                <a:cubicBezTo>
                  <a:pt x="2908" y="319"/>
                  <a:pt x="2917" y="318"/>
                  <a:pt x="2927" y="316"/>
                </a:cubicBezTo>
                <a:cubicBezTo>
                  <a:pt x="2936" y="314"/>
                  <a:pt x="2945" y="311"/>
                  <a:pt x="2954" y="308"/>
                </a:cubicBezTo>
                <a:cubicBezTo>
                  <a:pt x="2963" y="304"/>
                  <a:pt x="2971" y="300"/>
                  <a:pt x="2979" y="294"/>
                </a:cubicBezTo>
                <a:cubicBezTo>
                  <a:pt x="2987" y="289"/>
                  <a:pt x="2995" y="283"/>
                  <a:pt x="3001" y="276"/>
                </a:cubicBezTo>
                <a:cubicBezTo>
                  <a:pt x="3008" y="269"/>
                  <a:pt x="3014" y="262"/>
                  <a:pt x="3019" y="254"/>
                </a:cubicBezTo>
                <a:cubicBezTo>
                  <a:pt x="3025" y="246"/>
                  <a:pt x="3029" y="238"/>
                  <a:pt x="3033" y="229"/>
                </a:cubicBezTo>
                <a:cubicBezTo>
                  <a:pt x="3036" y="220"/>
                  <a:pt x="3039" y="211"/>
                  <a:pt x="3041" y="202"/>
                </a:cubicBezTo>
                <a:cubicBezTo>
                  <a:pt x="3043" y="192"/>
                  <a:pt x="3044" y="183"/>
                  <a:pt x="3044" y="173"/>
                </a:cubicBezTo>
                <a:cubicBezTo>
                  <a:pt x="3044" y="164"/>
                  <a:pt x="3043" y="154"/>
                  <a:pt x="3041" y="145"/>
                </a:cubicBezTo>
                <a:cubicBezTo>
                  <a:pt x="3039" y="136"/>
                  <a:pt x="3036" y="126"/>
                  <a:pt x="3033" y="118"/>
                </a:cubicBezTo>
                <a:cubicBezTo>
                  <a:pt x="3029" y="109"/>
                  <a:pt x="3025" y="100"/>
                  <a:pt x="3019" y="92"/>
                </a:cubicBezTo>
                <a:cubicBezTo>
                  <a:pt x="3014" y="85"/>
                  <a:pt x="3008" y="77"/>
                  <a:pt x="3001" y="70"/>
                </a:cubicBezTo>
                <a:cubicBezTo>
                  <a:pt x="2995" y="64"/>
                  <a:pt x="2987" y="57"/>
                  <a:pt x="2979" y="51"/>
                </a:cubicBezTo>
                <a:cubicBezTo>
                  <a:pt x="2971" y="46"/>
                  <a:pt x="2963" y="42"/>
                  <a:pt x="2954" y="38"/>
                </a:cubicBezTo>
                <a:cubicBezTo>
                  <a:pt x="2945" y="34"/>
                  <a:pt x="2936" y="31"/>
                  <a:pt x="2927" y="30"/>
                </a:cubicBezTo>
                <a:cubicBezTo>
                  <a:pt x="2917" y="28"/>
                  <a:pt x="2908" y="27"/>
                  <a:pt x="2898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5025960" y="4628880"/>
            <a:ext cx="756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e f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 txBox="1"/>
          <p:nvPr/>
        </p:nvSpPr>
        <p:spPr>
          <a:xfrm>
            <a:off x="5270760" y="46288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5706720" y="46288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5752080" y="46288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6333840" y="4609800"/>
            <a:ext cx="867240" cy="124200"/>
          </a:xfrm>
          <a:custGeom>
            <a:avLst/>
            <a:gdLst/>
            <a:ahLst/>
            <a:rect l="0" t="0" r="r" b="b"/>
            <a:pathLst>
              <a:path w="2409" h="345">
                <a:moveTo>
                  <a:pt x="13" y="107"/>
                </a:moveTo>
                <a:cubicBezTo>
                  <a:pt x="22" y="86"/>
                  <a:pt x="35" y="68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2237" y="0"/>
                </a:lnTo>
                <a:cubicBezTo>
                  <a:pt x="2260" y="0"/>
                  <a:pt x="2282" y="5"/>
                  <a:pt x="2303" y="13"/>
                </a:cubicBezTo>
                <a:cubicBezTo>
                  <a:pt x="2324" y="22"/>
                  <a:pt x="2343" y="35"/>
                  <a:pt x="2359" y="51"/>
                </a:cubicBezTo>
                <a:cubicBezTo>
                  <a:pt x="2375" y="68"/>
                  <a:pt x="2387" y="86"/>
                  <a:pt x="2396" y="107"/>
                </a:cubicBezTo>
                <a:cubicBezTo>
                  <a:pt x="2405" y="129"/>
                  <a:pt x="2409" y="151"/>
                  <a:pt x="2409" y="173"/>
                </a:cubicBezTo>
                <a:cubicBezTo>
                  <a:pt x="2409" y="196"/>
                  <a:pt x="2405" y="218"/>
                  <a:pt x="2396" y="239"/>
                </a:cubicBezTo>
                <a:cubicBezTo>
                  <a:pt x="2387" y="260"/>
                  <a:pt x="2375" y="279"/>
                  <a:pt x="2359" y="295"/>
                </a:cubicBezTo>
                <a:cubicBezTo>
                  <a:pt x="2343" y="311"/>
                  <a:pt x="2324" y="323"/>
                  <a:pt x="2303" y="332"/>
                </a:cubicBezTo>
                <a:cubicBezTo>
                  <a:pt x="2282" y="341"/>
                  <a:pt x="2260" y="345"/>
                  <a:pt x="2237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0"/>
                  <a:pt x="5" y="129"/>
                  <a:pt x="13" y="107"/>
                </a:cubicBezTo>
                <a:close/>
              </a:path>
            </a:pathLst>
          </a:custGeom>
          <a:solidFill>
            <a:srgbClr val="0EA5E9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6333840" y="4609800"/>
            <a:ext cx="867240" cy="124200"/>
          </a:xfrm>
          <a:custGeom>
            <a:avLst/>
            <a:gdLst/>
            <a:ahLst/>
            <a:rect l="0" t="0" r="r" b="b"/>
            <a:pathLst>
              <a:path w="2409" h="345">
                <a:moveTo>
                  <a:pt x="0" y="173"/>
                </a:moveTo>
                <a:cubicBezTo>
                  <a:pt x="0" y="151"/>
                  <a:pt x="5" y="129"/>
                  <a:pt x="13" y="107"/>
                </a:cubicBezTo>
                <a:cubicBezTo>
                  <a:pt x="22" y="86"/>
                  <a:pt x="35" y="68"/>
                  <a:pt x="51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2237" y="0"/>
                </a:lnTo>
                <a:cubicBezTo>
                  <a:pt x="2260" y="0"/>
                  <a:pt x="2282" y="5"/>
                  <a:pt x="2303" y="13"/>
                </a:cubicBezTo>
                <a:cubicBezTo>
                  <a:pt x="2324" y="22"/>
                  <a:pt x="2343" y="35"/>
                  <a:pt x="2359" y="51"/>
                </a:cubicBezTo>
                <a:cubicBezTo>
                  <a:pt x="2375" y="68"/>
                  <a:pt x="2387" y="86"/>
                  <a:pt x="2396" y="107"/>
                </a:cubicBezTo>
                <a:cubicBezTo>
                  <a:pt x="2405" y="129"/>
                  <a:pt x="2409" y="151"/>
                  <a:pt x="2409" y="173"/>
                </a:cubicBezTo>
                <a:cubicBezTo>
                  <a:pt x="2409" y="196"/>
                  <a:pt x="2405" y="218"/>
                  <a:pt x="2396" y="239"/>
                </a:cubicBezTo>
                <a:cubicBezTo>
                  <a:pt x="2387" y="260"/>
                  <a:pt x="2375" y="279"/>
                  <a:pt x="2359" y="295"/>
                </a:cubicBezTo>
                <a:cubicBezTo>
                  <a:pt x="2343" y="311"/>
                  <a:pt x="2324" y="323"/>
                  <a:pt x="2303" y="332"/>
                </a:cubicBezTo>
                <a:cubicBezTo>
                  <a:pt x="2282" y="341"/>
                  <a:pt x="2260" y="345"/>
                  <a:pt x="2237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5" y="34"/>
                  <a:pt x="117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3" y="57"/>
                  <a:pt x="76" y="64"/>
                  <a:pt x="69" y="70"/>
                </a:cubicBezTo>
                <a:cubicBezTo>
                  <a:pt x="63" y="77"/>
                  <a:pt x="57" y="85"/>
                  <a:pt x="51" y="92"/>
                </a:cubicBezTo>
                <a:cubicBezTo>
                  <a:pt x="46" y="100"/>
                  <a:pt x="41" y="109"/>
                  <a:pt x="38" y="118"/>
                </a:cubicBezTo>
                <a:cubicBezTo>
                  <a:pt x="34" y="126"/>
                  <a:pt x="31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1" y="211"/>
                  <a:pt x="34" y="220"/>
                  <a:pt x="38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5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2237" y="319"/>
                </a:lnTo>
                <a:cubicBezTo>
                  <a:pt x="2247" y="319"/>
                  <a:pt x="2256" y="318"/>
                  <a:pt x="2265" y="316"/>
                </a:cubicBezTo>
                <a:cubicBezTo>
                  <a:pt x="2275" y="314"/>
                  <a:pt x="2284" y="311"/>
                  <a:pt x="2293" y="308"/>
                </a:cubicBezTo>
                <a:cubicBezTo>
                  <a:pt x="2302" y="304"/>
                  <a:pt x="2310" y="300"/>
                  <a:pt x="2318" y="294"/>
                </a:cubicBezTo>
                <a:cubicBezTo>
                  <a:pt x="2326" y="289"/>
                  <a:pt x="2333" y="283"/>
                  <a:pt x="2340" y="276"/>
                </a:cubicBezTo>
                <a:cubicBezTo>
                  <a:pt x="2347" y="269"/>
                  <a:pt x="2353" y="262"/>
                  <a:pt x="2358" y="254"/>
                </a:cubicBezTo>
                <a:cubicBezTo>
                  <a:pt x="2363" y="246"/>
                  <a:pt x="2368" y="238"/>
                  <a:pt x="2371" y="229"/>
                </a:cubicBezTo>
                <a:cubicBezTo>
                  <a:pt x="2375" y="220"/>
                  <a:pt x="2378" y="211"/>
                  <a:pt x="2380" y="202"/>
                </a:cubicBezTo>
                <a:cubicBezTo>
                  <a:pt x="2382" y="192"/>
                  <a:pt x="2383" y="183"/>
                  <a:pt x="2383" y="173"/>
                </a:cubicBezTo>
                <a:cubicBezTo>
                  <a:pt x="2383" y="164"/>
                  <a:pt x="2382" y="154"/>
                  <a:pt x="2380" y="145"/>
                </a:cubicBezTo>
                <a:cubicBezTo>
                  <a:pt x="2378" y="136"/>
                  <a:pt x="2375" y="126"/>
                  <a:pt x="2371" y="118"/>
                </a:cubicBezTo>
                <a:cubicBezTo>
                  <a:pt x="2368" y="109"/>
                  <a:pt x="2363" y="100"/>
                  <a:pt x="2358" y="92"/>
                </a:cubicBezTo>
                <a:cubicBezTo>
                  <a:pt x="2353" y="85"/>
                  <a:pt x="2347" y="77"/>
                  <a:pt x="2340" y="70"/>
                </a:cubicBezTo>
                <a:cubicBezTo>
                  <a:pt x="2333" y="64"/>
                  <a:pt x="2326" y="57"/>
                  <a:pt x="2318" y="51"/>
                </a:cubicBezTo>
                <a:cubicBezTo>
                  <a:pt x="2310" y="46"/>
                  <a:pt x="2302" y="42"/>
                  <a:pt x="2293" y="38"/>
                </a:cubicBezTo>
                <a:cubicBezTo>
                  <a:pt x="2284" y="34"/>
                  <a:pt x="2275" y="31"/>
                  <a:pt x="2265" y="30"/>
                </a:cubicBezTo>
                <a:cubicBezTo>
                  <a:pt x="2256" y="28"/>
                  <a:pt x="2247" y="27"/>
                  <a:pt x="2237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0EA5E9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5888160" y="4628880"/>
            <a:ext cx="2959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S p e e c h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6395040" y="4628880"/>
            <a:ext cx="218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 n t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6679440" y="4628880"/>
            <a:ext cx="124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n e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 txBox="1"/>
          <p:nvPr/>
        </p:nvSpPr>
        <p:spPr>
          <a:xfrm>
            <a:off x="6850080" y="4628880"/>
            <a:ext cx="129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P u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7219800" y="4609800"/>
            <a:ext cx="781200" cy="124200"/>
          </a:xfrm>
          <a:custGeom>
            <a:avLst/>
            <a:gdLst/>
            <a:ahLst/>
            <a:rect l="0" t="0" r="r" b="b"/>
            <a:pathLst>
              <a:path w="2170" h="345">
                <a:moveTo>
                  <a:pt x="13" y="107"/>
                </a:moveTo>
                <a:cubicBezTo>
                  <a:pt x="22" y="86"/>
                  <a:pt x="34" y="68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999" y="0"/>
                </a:lnTo>
                <a:cubicBezTo>
                  <a:pt x="2021" y="0"/>
                  <a:pt x="2043" y="5"/>
                  <a:pt x="2064" y="13"/>
                </a:cubicBezTo>
                <a:cubicBezTo>
                  <a:pt x="2085" y="22"/>
                  <a:pt x="2104" y="35"/>
                  <a:pt x="2120" y="51"/>
                </a:cubicBezTo>
                <a:cubicBezTo>
                  <a:pt x="2136" y="68"/>
                  <a:pt x="2149" y="86"/>
                  <a:pt x="2157" y="107"/>
                </a:cubicBezTo>
                <a:cubicBezTo>
                  <a:pt x="2166" y="129"/>
                  <a:pt x="2170" y="151"/>
                  <a:pt x="2170" y="173"/>
                </a:cubicBezTo>
                <a:cubicBezTo>
                  <a:pt x="2170" y="196"/>
                  <a:pt x="2166" y="218"/>
                  <a:pt x="2157" y="239"/>
                </a:cubicBezTo>
                <a:cubicBezTo>
                  <a:pt x="2149" y="260"/>
                  <a:pt x="2136" y="279"/>
                  <a:pt x="2120" y="295"/>
                </a:cubicBezTo>
                <a:cubicBezTo>
                  <a:pt x="2104" y="311"/>
                  <a:pt x="2085" y="323"/>
                  <a:pt x="2064" y="332"/>
                </a:cubicBezTo>
                <a:cubicBezTo>
                  <a:pt x="2043" y="341"/>
                  <a:pt x="2021" y="345"/>
                  <a:pt x="1999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cubicBezTo>
                  <a:pt x="0" y="150"/>
                  <a:pt x="4" y="129"/>
                  <a:pt x="13" y="107"/>
                </a:cubicBezTo>
                <a:close/>
              </a:path>
            </a:pathLst>
          </a:custGeom>
          <a:solidFill>
            <a:srgbClr val="FF6B35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219800" y="4609800"/>
            <a:ext cx="781200" cy="124200"/>
          </a:xfrm>
          <a:custGeom>
            <a:avLst/>
            <a:gdLst/>
            <a:ahLst/>
            <a:rect l="0" t="0" r="r" b="b"/>
            <a:pathLst>
              <a:path w="2170" h="345">
                <a:moveTo>
                  <a:pt x="0" y="173"/>
                </a:moveTo>
                <a:cubicBezTo>
                  <a:pt x="0" y="151"/>
                  <a:pt x="4" y="129"/>
                  <a:pt x="13" y="107"/>
                </a:cubicBezTo>
                <a:cubicBezTo>
                  <a:pt x="22" y="86"/>
                  <a:pt x="34" y="68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999" y="0"/>
                </a:lnTo>
                <a:cubicBezTo>
                  <a:pt x="2021" y="0"/>
                  <a:pt x="2043" y="5"/>
                  <a:pt x="2064" y="13"/>
                </a:cubicBezTo>
                <a:cubicBezTo>
                  <a:pt x="2085" y="22"/>
                  <a:pt x="2104" y="35"/>
                  <a:pt x="2120" y="51"/>
                </a:cubicBezTo>
                <a:cubicBezTo>
                  <a:pt x="2136" y="68"/>
                  <a:pt x="2149" y="86"/>
                  <a:pt x="2157" y="107"/>
                </a:cubicBezTo>
                <a:cubicBezTo>
                  <a:pt x="2166" y="129"/>
                  <a:pt x="2170" y="151"/>
                  <a:pt x="2170" y="173"/>
                </a:cubicBezTo>
                <a:cubicBezTo>
                  <a:pt x="2170" y="196"/>
                  <a:pt x="2166" y="218"/>
                  <a:pt x="2157" y="239"/>
                </a:cubicBezTo>
                <a:cubicBezTo>
                  <a:pt x="2149" y="260"/>
                  <a:pt x="2136" y="279"/>
                  <a:pt x="2120" y="295"/>
                </a:cubicBezTo>
                <a:cubicBezTo>
                  <a:pt x="2104" y="311"/>
                  <a:pt x="2085" y="323"/>
                  <a:pt x="2064" y="332"/>
                </a:cubicBezTo>
                <a:cubicBezTo>
                  <a:pt x="2043" y="341"/>
                  <a:pt x="2021" y="345"/>
                  <a:pt x="1999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moveTo>
                  <a:pt x="172" y="27"/>
                </a:moveTo>
                <a:cubicBezTo>
                  <a:pt x="162" y="27"/>
                  <a:pt x="153" y="28"/>
                  <a:pt x="144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7" y="42"/>
                  <a:pt x="99" y="46"/>
                  <a:pt x="91" y="51"/>
                </a:cubicBezTo>
                <a:cubicBezTo>
                  <a:pt x="83" y="57"/>
                  <a:pt x="76" y="64"/>
                  <a:pt x="69" y="70"/>
                </a:cubicBezTo>
                <a:cubicBezTo>
                  <a:pt x="62" y="77"/>
                  <a:pt x="56" y="85"/>
                  <a:pt x="51" y="92"/>
                </a:cubicBezTo>
                <a:cubicBezTo>
                  <a:pt x="46" y="100"/>
                  <a:pt x="41" y="109"/>
                  <a:pt x="37" y="118"/>
                </a:cubicBezTo>
                <a:cubicBezTo>
                  <a:pt x="34" y="126"/>
                  <a:pt x="31" y="136"/>
                  <a:pt x="29" y="145"/>
                </a:cubicBezTo>
                <a:cubicBezTo>
                  <a:pt x="27" y="154"/>
                  <a:pt x="26" y="164"/>
                  <a:pt x="26" y="173"/>
                </a:cubicBezTo>
                <a:cubicBezTo>
                  <a:pt x="26" y="183"/>
                  <a:pt x="27" y="192"/>
                  <a:pt x="29" y="202"/>
                </a:cubicBezTo>
                <a:cubicBezTo>
                  <a:pt x="31" y="211"/>
                  <a:pt x="34" y="220"/>
                  <a:pt x="37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7" y="304"/>
                  <a:pt x="116" y="308"/>
                </a:cubicBezTo>
                <a:cubicBezTo>
                  <a:pt x="125" y="311"/>
                  <a:pt x="134" y="314"/>
                  <a:pt x="144" y="316"/>
                </a:cubicBezTo>
                <a:cubicBezTo>
                  <a:pt x="153" y="318"/>
                  <a:pt x="162" y="319"/>
                  <a:pt x="172" y="319"/>
                </a:cubicBezTo>
                <a:lnTo>
                  <a:pt x="1999" y="319"/>
                </a:lnTo>
                <a:cubicBezTo>
                  <a:pt x="2008" y="319"/>
                  <a:pt x="2018" y="318"/>
                  <a:pt x="2027" y="316"/>
                </a:cubicBezTo>
                <a:cubicBezTo>
                  <a:pt x="2036" y="314"/>
                  <a:pt x="2045" y="311"/>
                  <a:pt x="2054" y="308"/>
                </a:cubicBezTo>
                <a:cubicBezTo>
                  <a:pt x="2063" y="304"/>
                  <a:pt x="2071" y="300"/>
                  <a:pt x="2079" y="294"/>
                </a:cubicBezTo>
                <a:cubicBezTo>
                  <a:pt x="2087" y="289"/>
                  <a:pt x="2095" y="283"/>
                  <a:pt x="2101" y="276"/>
                </a:cubicBezTo>
                <a:cubicBezTo>
                  <a:pt x="2108" y="269"/>
                  <a:pt x="2114" y="262"/>
                  <a:pt x="2120" y="254"/>
                </a:cubicBezTo>
                <a:cubicBezTo>
                  <a:pt x="2125" y="246"/>
                  <a:pt x="2129" y="238"/>
                  <a:pt x="2133" y="229"/>
                </a:cubicBezTo>
                <a:cubicBezTo>
                  <a:pt x="2137" y="220"/>
                  <a:pt x="2139" y="211"/>
                  <a:pt x="2141" y="202"/>
                </a:cubicBezTo>
                <a:cubicBezTo>
                  <a:pt x="2143" y="192"/>
                  <a:pt x="2144" y="183"/>
                  <a:pt x="2144" y="173"/>
                </a:cubicBezTo>
                <a:cubicBezTo>
                  <a:pt x="2144" y="164"/>
                  <a:pt x="2143" y="154"/>
                  <a:pt x="2141" y="145"/>
                </a:cubicBezTo>
                <a:cubicBezTo>
                  <a:pt x="2139" y="136"/>
                  <a:pt x="2137" y="126"/>
                  <a:pt x="2133" y="118"/>
                </a:cubicBezTo>
                <a:cubicBezTo>
                  <a:pt x="2129" y="109"/>
                  <a:pt x="2125" y="100"/>
                  <a:pt x="2120" y="92"/>
                </a:cubicBezTo>
                <a:cubicBezTo>
                  <a:pt x="2114" y="85"/>
                  <a:pt x="2108" y="77"/>
                  <a:pt x="2101" y="70"/>
                </a:cubicBezTo>
                <a:cubicBezTo>
                  <a:pt x="2095" y="64"/>
                  <a:pt x="2087" y="57"/>
                  <a:pt x="2079" y="51"/>
                </a:cubicBezTo>
                <a:cubicBezTo>
                  <a:pt x="2071" y="46"/>
                  <a:pt x="2063" y="42"/>
                  <a:pt x="2054" y="38"/>
                </a:cubicBezTo>
                <a:cubicBezTo>
                  <a:pt x="2045" y="34"/>
                  <a:pt x="2036" y="31"/>
                  <a:pt x="2027" y="30"/>
                </a:cubicBezTo>
                <a:cubicBezTo>
                  <a:pt x="2018" y="28"/>
                  <a:pt x="2008" y="27"/>
                  <a:pt x="1999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FF6B3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7024320" y="4628880"/>
            <a:ext cx="792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7274520" y="462888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6086160" y="4790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D98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6086160" y="4791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98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6086160" y="4791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97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6086160" y="4791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96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6086160" y="4791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6086160" y="4792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6086160" y="4792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94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6086160" y="4793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93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6086160" y="4793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2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6086160" y="4793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92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6086160" y="4793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9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6086160" y="4794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90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6086160" y="4794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6086160" y="4794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6086160" y="4795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E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6086160" y="4795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8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6086160" y="4795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6086160" y="4795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6086160" y="4796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28B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6086160" y="4796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A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6086160" y="4797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89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6086160" y="4797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8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6086160" y="4797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88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6086160" y="4797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A87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6086160" y="4798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6086160" y="4798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6086160" y="4798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85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6086160" y="4798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84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6086160" y="4799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83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6086160" y="4799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83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6086160" y="4799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82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6086160" y="4800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81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6086160" y="4800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81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6086160" y="4800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80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6086160" y="4800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7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6086160" y="4801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6086160" y="4801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6086160" y="4802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7D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6086160" y="4802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7C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6086160" y="4802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6086160" y="4802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6086160" y="4803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7A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6086160" y="4803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79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6086160" y="4803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78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6086160" y="4803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78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6086160" y="4804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77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6086160" y="4804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76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6086160" y="4804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6086160" y="4805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6086160" y="4805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4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6086160" y="4805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3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6086160" y="4806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7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6086160" y="4806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D72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6086160" y="4806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7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6086160" y="4807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70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6086160" y="4807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6086160" y="4807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6086160" y="4807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E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6086160" y="4808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D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6086160" y="4808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6086160" y="4808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6086160" y="4808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6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6086160" y="4809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6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6086160" y="4809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6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6086160" y="4809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69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6086160" y="4810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96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6086160" y="4810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6086160" y="4810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6086160" y="4811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66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6086160" y="4811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65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6086160" y="4811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6086160" y="4812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6086160" y="4812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63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6086160" y="4812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62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6086160" y="4812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61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6086160" y="4813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61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6086160" y="4813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60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6086160" y="4813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5F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6086160" y="4814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6086160" y="4814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6086160" y="4814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5D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6086160" y="4815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5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6086160" y="4815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5B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6086160" y="4815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B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6086160" y="4815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5A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6086160" y="4816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59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6086160" y="4816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6086160" y="4816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6086160" y="4817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5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6086160" y="4817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5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6086160" y="4817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6086160" y="4817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6086160" y="4818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5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6086160" y="4818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6086160" y="4818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D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6086160" y="4819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5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6086160" y="4819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51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6086160" y="4819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50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6086160" y="4820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5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6086160" y="4820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4F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6086160" y="4820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4E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6086160" y="4821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6086160" y="4821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6086160" y="4821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4C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6086160" y="4821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6086160" y="4822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4A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6086160" y="4822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4A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6086160" y="4822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49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6086160" y="4822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748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6086160" y="4823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6086160" y="4823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6086160" y="4824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34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6086160" y="48243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145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6086160" y="4824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6086160" y="4824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6086160" y="4825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C43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6086160" y="4825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42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6086160" y="4825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41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6086160" y="4826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1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6086160" y="4826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40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6086160" y="4826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3F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6086160" y="4826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6086160" y="4827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2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6086160" y="4827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03D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6086160" y="4827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F3C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6086160" y="4827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D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6086160" y="4828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C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6086160" y="4828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6086160" y="4829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6086160" y="4829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6086160" y="4829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3C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6086160" y="4829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6086160" y="4830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D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6086160" y="4830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6086160" y="4830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6086160" y="4831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83F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6086160" y="4831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3F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6086160" y="4831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0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6086160" y="4831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6086160" y="4832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6086160" y="4832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2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6086160" y="4833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6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6086160" y="4833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6086160" y="4833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6086160" y="4833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6086160" y="4834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5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6086160" y="4834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6086160" y="4834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446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6086160" y="4834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6086160" y="4835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7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6086160" y="4835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8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6086160" y="4835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9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6086160" y="4836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6086160" y="4836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4A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6086160" y="4836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A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6086160" y="4836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B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6086160" y="4837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6086160" y="4837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6086160" y="4838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D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6086160" y="4838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4E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6086160" y="4838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E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6086160" y="4838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F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6086160" y="4839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4F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6086160" y="4839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50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6086160" y="4839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51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6086160" y="4839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6086160" y="4840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6086160" y="4840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6086160" y="4840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3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6086160" y="4841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4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6086160" y="4841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D5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6086160" y="4841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5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6086160" y="4842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5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6086160" y="4842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6086160" y="4842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7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6086160" y="4843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7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6086160" y="4843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6086160" y="4843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6086160" y="4843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6086160" y="4844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6086160" y="4844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6086160" y="4844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6086160" y="4845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6086160" y="4845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6086160" y="4845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6086160" y="4845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D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6086160" y="4846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E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6086160" y="4846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85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6086160" y="4846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5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6086160" y="4847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6086160" y="4847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6086160" y="4847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1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6086160" y="4848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6086160" y="4848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6086160" y="4848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3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6086160" y="4848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3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6086160" y="4849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4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6086160" y="4849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5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6086160" y="4849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5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6086160" y="4850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466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6086160" y="4850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6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6086160" y="4850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7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6086160" y="4851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6086160" y="4851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6086160" y="4851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9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6086160" y="4852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6086160" y="4852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6086160" y="4852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B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6086160" y="4852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B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6086160" y="4853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C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6086160" y="4853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D2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6086160" y="4853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06D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6086160" y="4853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6086160" y="4854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6086160" y="4854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6F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6086160" y="4854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0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6086160" y="4855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F70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6086160" y="4855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1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6086160" y="4855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1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6086160" y="4856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2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6086160" y="4856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3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6086160" y="4856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3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6086160" y="4857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74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6086160" y="4857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4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6086160" y="4857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5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6086160" y="4857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6086160" y="4858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6086160" y="4858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7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6086160" y="4858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B78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6086160" y="4858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8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6086160" y="4859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6086160" y="4859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6086160" y="4860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A1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6086160" y="4860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B1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6086160" y="4860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97B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6086160" y="4860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6086160" y="4861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6086160" y="4861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D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6086160" y="4861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E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6086160" y="4862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E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6086160" y="4862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6086160" y="4862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6086160" y="4862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01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6086160" y="4863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6086160" y="4863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6086160" y="4863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2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6086160" y="4863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6086160" y="4864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6086160" y="4864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6086160" y="4865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6086160" y="4865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5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6086160" y="4865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486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6086160" y="4865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6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6086160" y="4866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6086160" y="4866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6086160" y="4866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2657520" y="4763880"/>
            <a:ext cx="3502800" cy="817200"/>
          </a:xfrm>
          <a:custGeom>
            <a:avLst/>
            <a:gdLst/>
            <a:ahLst/>
            <a:rect l="0" t="0" r="r" b="b"/>
            <a:pathLst>
              <a:path w="9730" h="2270">
                <a:moveTo>
                  <a:pt x="317" y="472"/>
                </a:moveTo>
                <a:lnTo>
                  <a:pt x="317" y="1796"/>
                </a:lnTo>
                <a:cubicBezTo>
                  <a:pt x="317" y="1817"/>
                  <a:pt x="321" y="1837"/>
                  <a:pt x="329" y="1857"/>
                </a:cubicBezTo>
                <a:cubicBezTo>
                  <a:pt x="337" y="1876"/>
                  <a:pt x="348" y="1893"/>
                  <a:pt x="363" y="1908"/>
                </a:cubicBezTo>
                <a:cubicBezTo>
                  <a:pt x="378" y="1923"/>
                  <a:pt x="395" y="1934"/>
                  <a:pt x="415" y="1942"/>
                </a:cubicBezTo>
                <a:cubicBezTo>
                  <a:pt x="434" y="1951"/>
                  <a:pt x="455" y="1955"/>
                  <a:pt x="476" y="1955"/>
                </a:cubicBezTo>
                <a:lnTo>
                  <a:pt x="9261" y="1955"/>
                </a:lnTo>
                <a:cubicBezTo>
                  <a:pt x="9282" y="1955"/>
                  <a:pt x="9302" y="1951"/>
                  <a:pt x="9322" y="1942"/>
                </a:cubicBezTo>
                <a:cubicBezTo>
                  <a:pt x="9341" y="1934"/>
                  <a:pt x="9358" y="1923"/>
                  <a:pt x="9373" y="1908"/>
                </a:cubicBezTo>
                <a:cubicBezTo>
                  <a:pt x="9388" y="1893"/>
                  <a:pt x="9399" y="1876"/>
                  <a:pt x="9407" y="1857"/>
                </a:cubicBezTo>
                <a:cubicBezTo>
                  <a:pt x="9416" y="1837"/>
                  <a:pt x="9420" y="1817"/>
                  <a:pt x="9420" y="1796"/>
                </a:cubicBezTo>
                <a:lnTo>
                  <a:pt x="9420" y="472"/>
                </a:lnTo>
                <a:cubicBezTo>
                  <a:pt x="9420" y="451"/>
                  <a:pt x="9416" y="431"/>
                  <a:pt x="9407" y="411"/>
                </a:cubicBezTo>
                <a:cubicBezTo>
                  <a:pt x="9399" y="392"/>
                  <a:pt x="9388" y="375"/>
                  <a:pt x="9373" y="360"/>
                </a:cubicBezTo>
                <a:cubicBezTo>
                  <a:pt x="9358" y="345"/>
                  <a:pt x="9341" y="333"/>
                  <a:pt x="9322" y="325"/>
                </a:cubicBezTo>
                <a:cubicBezTo>
                  <a:pt x="9302" y="317"/>
                  <a:pt x="9282" y="313"/>
                  <a:pt x="9261" y="313"/>
                </a:cubicBezTo>
                <a:lnTo>
                  <a:pt x="476" y="313"/>
                </a:lnTo>
                <a:cubicBezTo>
                  <a:pt x="455" y="313"/>
                  <a:pt x="434" y="317"/>
                  <a:pt x="415" y="325"/>
                </a:cubicBezTo>
                <a:cubicBezTo>
                  <a:pt x="395" y="333"/>
                  <a:pt x="378" y="345"/>
                  <a:pt x="363" y="360"/>
                </a:cubicBezTo>
                <a:cubicBezTo>
                  <a:pt x="348" y="375"/>
                  <a:pt x="337" y="392"/>
                  <a:pt x="329" y="411"/>
                </a:cubicBezTo>
                <a:cubicBezTo>
                  <a:pt x="321" y="431"/>
                  <a:pt x="317" y="451"/>
                  <a:pt x="317" y="472"/>
                </a:cubicBezTo>
                <a:moveTo>
                  <a:pt x="0" y="0"/>
                </a:moveTo>
                <a:lnTo>
                  <a:pt x="9730" y="0"/>
                </a:lnTo>
                <a:lnTo>
                  <a:pt x="9730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2766960" y="4871880"/>
            <a:ext cx="3286440" cy="600480"/>
          </a:xfrm>
          <a:custGeom>
            <a:avLst/>
            <a:gdLst/>
            <a:ahLst/>
            <a:rect l="0" t="0" r="r" b="b"/>
            <a:pathLst>
              <a:path w="9129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8" y="117"/>
                  <a:pt x="13" y="106"/>
                </a:cubicBezTo>
                <a:cubicBezTo>
                  <a:pt x="17" y="96"/>
                  <a:pt x="22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3"/>
                  <a:pt x="95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0" y="0"/>
                  <a:pt x="172" y="0"/>
                </a:cubicBezTo>
                <a:lnTo>
                  <a:pt x="8957" y="0"/>
                </a:lnTo>
                <a:cubicBezTo>
                  <a:pt x="8968" y="0"/>
                  <a:pt x="8979" y="1"/>
                  <a:pt x="8990" y="3"/>
                </a:cubicBezTo>
                <a:cubicBezTo>
                  <a:pt x="9001" y="5"/>
                  <a:pt x="9012" y="9"/>
                  <a:pt x="9023" y="13"/>
                </a:cubicBezTo>
                <a:cubicBezTo>
                  <a:pt x="9033" y="17"/>
                  <a:pt x="9043" y="23"/>
                  <a:pt x="9052" y="29"/>
                </a:cubicBezTo>
                <a:cubicBezTo>
                  <a:pt x="9062" y="35"/>
                  <a:pt x="9070" y="42"/>
                  <a:pt x="9078" y="50"/>
                </a:cubicBezTo>
                <a:cubicBezTo>
                  <a:pt x="9086" y="58"/>
                  <a:pt x="9094" y="67"/>
                  <a:pt x="9100" y="76"/>
                </a:cubicBezTo>
                <a:cubicBezTo>
                  <a:pt x="9106" y="86"/>
                  <a:pt x="9111" y="96"/>
                  <a:pt x="9116" y="106"/>
                </a:cubicBezTo>
                <a:cubicBezTo>
                  <a:pt x="9120" y="117"/>
                  <a:pt x="9123" y="127"/>
                  <a:pt x="9125" y="138"/>
                </a:cubicBezTo>
                <a:cubicBezTo>
                  <a:pt x="9128" y="149"/>
                  <a:pt x="9129" y="161"/>
                  <a:pt x="9129" y="172"/>
                </a:cubicBezTo>
                <a:lnTo>
                  <a:pt x="9129" y="1496"/>
                </a:lnTo>
                <a:cubicBezTo>
                  <a:pt x="9129" y="1507"/>
                  <a:pt x="9128" y="1518"/>
                  <a:pt x="9125" y="1529"/>
                </a:cubicBezTo>
                <a:cubicBezTo>
                  <a:pt x="9123" y="1540"/>
                  <a:pt x="9120" y="1551"/>
                  <a:pt x="9116" y="1562"/>
                </a:cubicBezTo>
                <a:cubicBezTo>
                  <a:pt x="9111" y="1572"/>
                  <a:pt x="9106" y="1582"/>
                  <a:pt x="9100" y="1591"/>
                </a:cubicBezTo>
                <a:cubicBezTo>
                  <a:pt x="9094" y="1601"/>
                  <a:pt x="9086" y="1609"/>
                  <a:pt x="9078" y="1617"/>
                </a:cubicBezTo>
                <a:cubicBezTo>
                  <a:pt x="9070" y="1625"/>
                  <a:pt x="9062" y="1633"/>
                  <a:pt x="9052" y="1639"/>
                </a:cubicBezTo>
                <a:cubicBezTo>
                  <a:pt x="9043" y="1645"/>
                  <a:pt x="9033" y="1650"/>
                  <a:pt x="9023" y="1655"/>
                </a:cubicBezTo>
                <a:cubicBezTo>
                  <a:pt x="9012" y="1659"/>
                  <a:pt x="9001" y="1662"/>
                  <a:pt x="8990" y="1665"/>
                </a:cubicBezTo>
                <a:cubicBezTo>
                  <a:pt x="8979" y="1667"/>
                  <a:pt x="8968" y="1668"/>
                  <a:pt x="8957" y="1668"/>
                </a:cubicBezTo>
                <a:lnTo>
                  <a:pt x="172" y="1668"/>
                </a:lnTo>
                <a:cubicBezTo>
                  <a:pt x="160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5" y="1650"/>
                  <a:pt x="85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2" y="1582"/>
                  <a:pt x="17" y="1572"/>
                  <a:pt x="13" y="1562"/>
                </a:cubicBezTo>
                <a:cubicBezTo>
                  <a:pt x="8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2766960" y="4871880"/>
            <a:ext cx="3286440" cy="600480"/>
          </a:xfrm>
          <a:custGeom>
            <a:avLst/>
            <a:gdLst/>
            <a:ahLst/>
            <a:rect l="0" t="0" r="r" b="b"/>
            <a:pathLst>
              <a:path w="9129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8" y="117"/>
                  <a:pt x="13" y="106"/>
                </a:cubicBezTo>
                <a:cubicBezTo>
                  <a:pt x="17" y="96"/>
                  <a:pt x="22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3"/>
                  <a:pt x="95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0" y="0"/>
                  <a:pt x="172" y="0"/>
                </a:cubicBezTo>
                <a:lnTo>
                  <a:pt x="8957" y="0"/>
                </a:lnTo>
                <a:cubicBezTo>
                  <a:pt x="8968" y="0"/>
                  <a:pt x="8979" y="1"/>
                  <a:pt x="8990" y="3"/>
                </a:cubicBezTo>
                <a:cubicBezTo>
                  <a:pt x="9001" y="5"/>
                  <a:pt x="9012" y="9"/>
                  <a:pt x="9023" y="13"/>
                </a:cubicBezTo>
                <a:cubicBezTo>
                  <a:pt x="9033" y="17"/>
                  <a:pt x="9043" y="23"/>
                  <a:pt x="9052" y="29"/>
                </a:cubicBezTo>
                <a:cubicBezTo>
                  <a:pt x="9062" y="35"/>
                  <a:pt x="9070" y="42"/>
                  <a:pt x="9078" y="50"/>
                </a:cubicBezTo>
                <a:cubicBezTo>
                  <a:pt x="9086" y="58"/>
                  <a:pt x="9094" y="67"/>
                  <a:pt x="9100" y="76"/>
                </a:cubicBezTo>
                <a:cubicBezTo>
                  <a:pt x="9106" y="86"/>
                  <a:pt x="9111" y="96"/>
                  <a:pt x="9116" y="106"/>
                </a:cubicBezTo>
                <a:cubicBezTo>
                  <a:pt x="9120" y="117"/>
                  <a:pt x="9123" y="127"/>
                  <a:pt x="9125" y="138"/>
                </a:cubicBezTo>
                <a:cubicBezTo>
                  <a:pt x="9128" y="149"/>
                  <a:pt x="9129" y="161"/>
                  <a:pt x="9129" y="172"/>
                </a:cubicBezTo>
                <a:lnTo>
                  <a:pt x="9129" y="1496"/>
                </a:lnTo>
                <a:cubicBezTo>
                  <a:pt x="9129" y="1507"/>
                  <a:pt x="9128" y="1518"/>
                  <a:pt x="9125" y="1529"/>
                </a:cubicBezTo>
                <a:cubicBezTo>
                  <a:pt x="9123" y="1540"/>
                  <a:pt x="9120" y="1551"/>
                  <a:pt x="9116" y="1562"/>
                </a:cubicBezTo>
                <a:cubicBezTo>
                  <a:pt x="9111" y="1572"/>
                  <a:pt x="9106" y="1582"/>
                  <a:pt x="9100" y="1591"/>
                </a:cubicBezTo>
                <a:cubicBezTo>
                  <a:pt x="9094" y="1601"/>
                  <a:pt x="9086" y="1609"/>
                  <a:pt x="9078" y="1617"/>
                </a:cubicBezTo>
                <a:cubicBezTo>
                  <a:pt x="9070" y="1625"/>
                  <a:pt x="9062" y="1633"/>
                  <a:pt x="9052" y="1639"/>
                </a:cubicBezTo>
                <a:cubicBezTo>
                  <a:pt x="9043" y="1645"/>
                  <a:pt x="9033" y="1650"/>
                  <a:pt x="9023" y="1655"/>
                </a:cubicBezTo>
                <a:cubicBezTo>
                  <a:pt x="9012" y="1659"/>
                  <a:pt x="9001" y="1662"/>
                  <a:pt x="8990" y="1665"/>
                </a:cubicBezTo>
                <a:cubicBezTo>
                  <a:pt x="8979" y="1667"/>
                  <a:pt x="8968" y="1668"/>
                  <a:pt x="8957" y="1668"/>
                </a:cubicBezTo>
                <a:lnTo>
                  <a:pt x="172" y="1668"/>
                </a:lnTo>
                <a:cubicBezTo>
                  <a:pt x="160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5" y="1650"/>
                  <a:pt x="85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2" y="1582"/>
                  <a:pt x="17" y="1572"/>
                  <a:pt x="13" y="1562"/>
                </a:cubicBezTo>
                <a:cubicBezTo>
                  <a:pt x="8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8B5CF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 txBox="1"/>
          <p:nvPr/>
        </p:nvSpPr>
        <p:spPr>
          <a:xfrm>
            <a:off x="7442640" y="4628880"/>
            <a:ext cx="4068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e v a n c e O S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 txBox="1"/>
          <p:nvPr/>
        </p:nvSpPr>
        <p:spPr>
          <a:xfrm>
            <a:off x="3713760" y="50673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A78BFA"/>
                </a:solidFill>
                <a:effectLst/>
                <a:uFillTx/>
                <a:latin typeface="SegoeUIEmoji"/>
                <a:ea typeface="SegoeUIEmoji"/>
              </a:rPr>
              <a:t>📋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 txBox="1"/>
          <p:nvPr/>
        </p:nvSpPr>
        <p:spPr>
          <a:xfrm>
            <a:off x="3886200" y="5030280"/>
            <a:ext cx="1204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A78BFA"/>
                </a:solidFill>
                <a:effectLst/>
                <a:uFillTx/>
                <a:latin typeface="SegoeUI"/>
                <a:ea typeface="SegoeUI"/>
              </a:rPr>
              <a:t>  S t a t e   M i n i s t e r s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 txBox="1"/>
          <p:nvPr/>
        </p:nvSpPr>
        <p:spPr>
          <a:xfrm>
            <a:off x="3747960" y="5176440"/>
            <a:ext cx="2174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P W D ,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 txBox="1"/>
          <p:nvPr/>
        </p:nvSpPr>
        <p:spPr>
          <a:xfrm>
            <a:off x="4023000" y="51764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 txBox="1"/>
          <p:nvPr/>
        </p:nvSpPr>
        <p:spPr>
          <a:xfrm>
            <a:off x="4069800" y="5176440"/>
            <a:ext cx="1890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H e a l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 txBox="1"/>
          <p:nvPr/>
        </p:nvSpPr>
        <p:spPr>
          <a:xfrm>
            <a:off x="4316400" y="5176440"/>
            <a:ext cx="1126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t h ,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 txBox="1"/>
          <p:nvPr/>
        </p:nvSpPr>
        <p:spPr>
          <a:xfrm>
            <a:off x="4476960" y="51764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 txBox="1"/>
          <p:nvPr/>
        </p:nvSpPr>
        <p:spPr>
          <a:xfrm>
            <a:off x="4523760" y="5176440"/>
            <a:ext cx="326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E d u c a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3514680" y="5295600"/>
            <a:ext cx="552600" cy="124200"/>
          </a:xfrm>
          <a:custGeom>
            <a:avLst/>
            <a:gdLst/>
            <a:ahLst/>
            <a:rect l="0" t="0" r="r" b="b"/>
            <a:pathLst>
              <a:path w="1535" h="345">
                <a:moveTo>
                  <a:pt x="13" y="106"/>
                </a:moveTo>
                <a:cubicBezTo>
                  <a:pt x="21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363" y="0"/>
                </a:lnTo>
                <a:cubicBezTo>
                  <a:pt x="1386" y="0"/>
                  <a:pt x="1408" y="5"/>
                  <a:pt x="1429" y="13"/>
                </a:cubicBezTo>
                <a:cubicBezTo>
                  <a:pt x="1450" y="22"/>
                  <a:pt x="1469" y="35"/>
                  <a:pt x="1485" y="51"/>
                </a:cubicBezTo>
                <a:cubicBezTo>
                  <a:pt x="1501" y="67"/>
                  <a:pt x="1513" y="85"/>
                  <a:pt x="1522" y="106"/>
                </a:cubicBezTo>
                <a:cubicBezTo>
                  <a:pt x="1531" y="128"/>
                  <a:pt x="1535" y="150"/>
                  <a:pt x="1535" y="172"/>
                </a:cubicBezTo>
                <a:cubicBezTo>
                  <a:pt x="1535" y="195"/>
                  <a:pt x="1531" y="218"/>
                  <a:pt x="1522" y="239"/>
                </a:cubicBezTo>
                <a:cubicBezTo>
                  <a:pt x="1513" y="260"/>
                  <a:pt x="1501" y="279"/>
                  <a:pt x="1485" y="295"/>
                </a:cubicBezTo>
                <a:cubicBezTo>
                  <a:pt x="1469" y="311"/>
                  <a:pt x="1450" y="323"/>
                  <a:pt x="1429" y="332"/>
                </a:cubicBezTo>
                <a:cubicBezTo>
                  <a:pt x="1408" y="341"/>
                  <a:pt x="1386" y="345"/>
                  <a:pt x="1363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1" y="260"/>
                  <a:pt x="13" y="239"/>
                </a:cubicBezTo>
                <a:cubicBezTo>
                  <a:pt x="4" y="218"/>
                  <a:pt x="0" y="195"/>
                  <a:pt x="0" y="172"/>
                </a:cubicBezTo>
                <a:cubicBezTo>
                  <a:pt x="0" y="150"/>
                  <a:pt x="4" y="128"/>
                  <a:pt x="13" y="106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3514680" y="5295600"/>
            <a:ext cx="552600" cy="124200"/>
          </a:xfrm>
          <a:custGeom>
            <a:avLst/>
            <a:gdLst/>
            <a:ahLst/>
            <a:rect l="0" t="0" r="r" b="b"/>
            <a:pathLst>
              <a:path w="1535" h="345">
                <a:moveTo>
                  <a:pt x="0" y="172"/>
                </a:moveTo>
                <a:cubicBezTo>
                  <a:pt x="0" y="150"/>
                  <a:pt x="4" y="128"/>
                  <a:pt x="13" y="106"/>
                </a:cubicBezTo>
                <a:cubicBezTo>
                  <a:pt x="21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363" y="0"/>
                </a:lnTo>
                <a:cubicBezTo>
                  <a:pt x="1386" y="0"/>
                  <a:pt x="1408" y="5"/>
                  <a:pt x="1429" y="13"/>
                </a:cubicBezTo>
                <a:cubicBezTo>
                  <a:pt x="1450" y="22"/>
                  <a:pt x="1469" y="35"/>
                  <a:pt x="1485" y="51"/>
                </a:cubicBezTo>
                <a:cubicBezTo>
                  <a:pt x="1501" y="67"/>
                  <a:pt x="1513" y="85"/>
                  <a:pt x="1522" y="106"/>
                </a:cubicBezTo>
                <a:cubicBezTo>
                  <a:pt x="1531" y="128"/>
                  <a:pt x="1535" y="150"/>
                  <a:pt x="1535" y="172"/>
                </a:cubicBezTo>
                <a:cubicBezTo>
                  <a:pt x="1535" y="195"/>
                  <a:pt x="1531" y="218"/>
                  <a:pt x="1522" y="239"/>
                </a:cubicBezTo>
                <a:cubicBezTo>
                  <a:pt x="1513" y="260"/>
                  <a:pt x="1501" y="279"/>
                  <a:pt x="1485" y="295"/>
                </a:cubicBezTo>
                <a:cubicBezTo>
                  <a:pt x="1469" y="311"/>
                  <a:pt x="1450" y="323"/>
                  <a:pt x="1429" y="332"/>
                </a:cubicBezTo>
                <a:cubicBezTo>
                  <a:pt x="1408" y="341"/>
                  <a:pt x="1386" y="345"/>
                  <a:pt x="1363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1" y="260"/>
                  <a:pt x="13" y="239"/>
                </a:cubicBezTo>
                <a:cubicBezTo>
                  <a:pt x="4" y="218"/>
                  <a:pt x="0" y="195"/>
                  <a:pt x="0" y="172"/>
                </a:cubicBezTo>
                <a:moveTo>
                  <a:pt x="172" y="27"/>
                </a:moveTo>
                <a:cubicBezTo>
                  <a:pt x="162" y="27"/>
                  <a:pt x="153" y="28"/>
                  <a:pt x="143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7" y="42"/>
                  <a:pt x="99" y="46"/>
                  <a:pt x="91" y="51"/>
                </a:cubicBezTo>
                <a:cubicBezTo>
                  <a:pt x="83" y="57"/>
                  <a:pt x="75" y="63"/>
                  <a:pt x="69" y="69"/>
                </a:cubicBezTo>
                <a:cubicBezTo>
                  <a:pt x="62" y="76"/>
                  <a:pt x="56" y="84"/>
                  <a:pt x="51" y="91"/>
                </a:cubicBezTo>
                <a:cubicBezTo>
                  <a:pt x="45" y="99"/>
                  <a:pt x="41" y="108"/>
                  <a:pt x="37" y="117"/>
                </a:cubicBezTo>
                <a:cubicBezTo>
                  <a:pt x="34" y="125"/>
                  <a:pt x="31" y="135"/>
                  <a:pt x="29" y="144"/>
                </a:cubicBezTo>
                <a:cubicBezTo>
                  <a:pt x="27" y="153"/>
                  <a:pt x="26" y="163"/>
                  <a:pt x="26" y="172"/>
                </a:cubicBezTo>
                <a:cubicBezTo>
                  <a:pt x="26" y="182"/>
                  <a:pt x="27" y="191"/>
                  <a:pt x="29" y="201"/>
                </a:cubicBezTo>
                <a:cubicBezTo>
                  <a:pt x="31" y="210"/>
                  <a:pt x="34" y="220"/>
                  <a:pt x="37" y="229"/>
                </a:cubicBezTo>
                <a:cubicBezTo>
                  <a:pt x="41" y="238"/>
                  <a:pt x="45" y="246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5" y="283"/>
                  <a:pt x="83" y="289"/>
                  <a:pt x="91" y="294"/>
                </a:cubicBezTo>
                <a:cubicBezTo>
                  <a:pt x="99" y="300"/>
                  <a:pt x="107" y="304"/>
                  <a:pt x="116" y="308"/>
                </a:cubicBezTo>
                <a:cubicBezTo>
                  <a:pt x="125" y="311"/>
                  <a:pt x="134" y="314"/>
                  <a:pt x="143" y="316"/>
                </a:cubicBezTo>
                <a:cubicBezTo>
                  <a:pt x="153" y="318"/>
                  <a:pt x="162" y="319"/>
                  <a:pt x="172" y="319"/>
                </a:cubicBezTo>
                <a:lnTo>
                  <a:pt x="1363" y="319"/>
                </a:lnTo>
                <a:cubicBezTo>
                  <a:pt x="1373" y="319"/>
                  <a:pt x="1382" y="318"/>
                  <a:pt x="1392" y="316"/>
                </a:cubicBezTo>
                <a:cubicBezTo>
                  <a:pt x="1401" y="314"/>
                  <a:pt x="1410" y="311"/>
                  <a:pt x="1419" y="308"/>
                </a:cubicBezTo>
                <a:cubicBezTo>
                  <a:pt x="1428" y="304"/>
                  <a:pt x="1436" y="300"/>
                  <a:pt x="1444" y="294"/>
                </a:cubicBezTo>
                <a:cubicBezTo>
                  <a:pt x="1452" y="289"/>
                  <a:pt x="1459" y="283"/>
                  <a:pt x="1466" y="276"/>
                </a:cubicBezTo>
                <a:cubicBezTo>
                  <a:pt x="1473" y="269"/>
                  <a:pt x="1479" y="262"/>
                  <a:pt x="1484" y="254"/>
                </a:cubicBezTo>
                <a:cubicBezTo>
                  <a:pt x="1490" y="246"/>
                  <a:pt x="1494" y="238"/>
                  <a:pt x="1498" y="229"/>
                </a:cubicBezTo>
                <a:cubicBezTo>
                  <a:pt x="1501" y="220"/>
                  <a:pt x="1504" y="210"/>
                  <a:pt x="1506" y="201"/>
                </a:cubicBezTo>
                <a:cubicBezTo>
                  <a:pt x="1508" y="191"/>
                  <a:pt x="1509" y="182"/>
                  <a:pt x="1509" y="172"/>
                </a:cubicBezTo>
                <a:cubicBezTo>
                  <a:pt x="1509" y="163"/>
                  <a:pt x="1508" y="153"/>
                  <a:pt x="1506" y="144"/>
                </a:cubicBezTo>
                <a:cubicBezTo>
                  <a:pt x="1504" y="135"/>
                  <a:pt x="1501" y="125"/>
                  <a:pt x="1498" y="117"/>
                </a:cubicBezTo>
                <a:cubicBezTo>
                  <a:pt x="1494" y="108"/>
                  <a:pt x="1490" y="99"/>
                  <a:pt x="1484" y="91"/>
                </a:cubicBezTo>
                <a:cubicBezTo>
                  <a:pt x="1479" y="84"/>
                  <a:pt x="1473" y="76"/>
                  <a:pt x="1466" y="69"/>
                </a:cubicBezTo>
                <a:cubicBezTo>
                  <a:pt x="1459" y="63"/>
                  <a:pt x="1452" y="57"/>
                  <a:pt x="1444" y="51"/>
                </a:cubicBezTo>
                <a:cubicBezTo>
                  <a:pt x="1436" y="46"/>
                  <a:pt x="1428" y="42"/>
                  <a:pt x="1419" y="38"/>
                </a:cubicBezTo>
                <a:cubicBezTo>
                  <a:pt x="1410" y="34"/>
                  <a:pt x="1401" y="31"/>
                  <a:pt x="1392" y="30"/>
                </a:cubicBezTo>
                <a:cubicBezTo>
                  <a:pt x="1382" y="28"/>
                  <a:pt x="1373" y="27"/>
                  <a:pt x="1363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4938120" y="5176440"/>
            <a:ext cx="96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o n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4086000" y="5295600"/>
            <a:ext cx="1219680" cy="124200"/>
          </a:xfrm>
          <a:custGeom>
            <a:avLst/>
            <a:gdLst/>
            <a:ahLst/>
            <a:rect l="0" t="0" r="r" b="b"/>
            <a:pathLst>
              <a:path w="3388" h="345">
                <a:moveTo>
                  <a:pt x="13" y="106"/>
                </a:moveTo>
                <a:cubicBezTo>
                  <a:pt x="22" y="85"/>
                  <a:pt x="34" y="67"/>
                  <a:pt x="50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3216" y="0"/>
                </a:lnTo>
                <a:cubicBezTo>
                  <a:pt x="3239" y="0"/>
                  <a:pt x="3261" y="5"/>
                  <a:pt x="3282" y="13"/>
                </a:cubicBezTo>
                <a:cubicBezTo>
                  <a:pt x="3303" y="22"/>
                  <a:pt x="3321" y="35"/>
                  <a:pt x="3337" y="51"/>
                </a:cubicBezTo>
                <a:cubicBezTo>
                  <a:pt x="3354" y="67"/>
                  <a:pt x="3366" y="85"/>
                  <a:pt x="3375" y="106"/>
                </a:cubicBezTo>
                <a:cubicBezTo>
                  <a:pt x="3383" y="128"/>
                  <a:pt x="3388" y="150"/>
                  <a:pt x="3388" y="172"/>
                </a:cubicBezTo>
                <a:cubicBezTo>
                  <a:pt x="3388" y="195"/>
                  <a:pt x="3383" y="218"/>
                  <a:pt x="3375" y="239"/>
                </a:cubicBezTo>
                <a:cubicBezTo>
                  <a:pt x="3366" y="260"/>
                  <a:pt x="3354" y="279"/>
                  <a:pt x="3337" y="295"/>
                </a:cubicBezTo>
                <a:cubicBezTo>
                  <a:pt x="3321" y="311"/>
                  <a:pt x="3303" y="323"/>
                  <a:pt x="3282" y="332"/>
                </a:cubicBezTo>
                <a:cubicBezTo>
                  <a:pt x="3261" y="341"/>
                  <a:pt x="3239" y="345"/>
                  <a:pt x="3216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5"/>
                  <a:pt x="0" y="172"/>
                </a:cubicBezTo>
                <a:cubicBezTo>
                  <a:pt x="0" y="150"/>
                  <a:pt x="4" y="128"/>
                  <a:pt x="13" y="106"/>
                </a:cubicBezTo>
                <a:close/>
              </a:path>
            </a:pathLst>
          </a:custGeom>
          <a:solidFill>
            <a:srgbClr val="10B981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4086000" y="5295600"/>
            <a:ext cx="1219680" cy="124200"/>
          </a:xfrm>
          <a:custGeom>
            <a:avLst/>
            <a:gdLst/>
            <a:ahLst/>
            <a:rect l="0" t="0" r="r" b="b"/>
            <a:pathLst>
              <a:path w="3388" h="345">
                <a:moveTo>
                  <a:pt x="0" y="172"/>
                </a:moveTo>
                <a:cubicBezTo>
                  <a:pt x="0" y="150"/>
                  <a:pt x="4" y="128"/>
                  <a:pt x="13" y="106"/>
                </a:cubicBezTo>
                <a:cubicBezTo>
                  <a:pt x="22" y="85"/>
                  <a:pt x="34" y="67"/>
                  <a:pt x="50" y="51"/>
                </a:cubicBezTo>
                <a:cubicBezTo>
                  <a:pt x="67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3216" y="0"/>
                </a:lnTo>
                <a:cubicBezTo>
                  <a:pt x="3239" y="0"/>
                  <a:pt x="3261" y="5"/>
                  <a:pt x="3282" y="13"/>
                </a:cubicBezTo>
                <a:cubicBezTo>
                  <a:pt x="3303" y="22"/>
                  <a:pt x="3321" y="35"/>
                  <a:pt x="3337" y="51"/>
                </a:cubicBezTo>
                <a:cubicBezTo>
                  <a:pt x="3354" y="67"/>
                  <a:pt x="3366" y="85"/>
                  <a:pt x="3375" y="106"/>
                </a:cubicBezTo>
                <a:cubicBezTo>
                  <a:pt x="3383" y="128"/>
                  <a:pt x="3388" y="150"/>
                  <a:pt x="3388" y="172"/>
                </a:cubicBezTo>
                <a:cubicBezTo>
                  <a:pt x="3388" y="195"/>
                  <a:pt x="3383" y="218"/>
                  <a:pt x="3375" y="239"/>
                </a:cubicBezTo>
                <a:cubicBezTo>
                  <a:pt x="3366" y="260"/>
                  <a:pt x="3354" y="279"/>
                  <a:pt x="3337" y="295"/>
                </a:cubicBezTo>
                <a:cubicBezTo>
                  <a:pt x="3321" y="311"/>
                  <a:pt x="3303" y="323"/>
                  <a:pt x="3282" y="332"/>
                </a:cubicBezTo>
                <a:cubicBezTo>
                  <a:pt x="3261" y="341"/>
                  <a:pt x="3239" y="345"/>
                  <a:pt x="3216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5"/>
                  <a:pt x="0" y="172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8" y="42"/>
                  <a:pt x="99" y="46"/>
                  <a:pt x="91" y="51"/>
                </a:cubicBezTo>
                <a:cubicBezTo>
                  <a:pt x="83" y="57"/>
                  <a:pt x="76" y="63"/>
                  <a:pt x="69" y="69"/>
                </a:cubicBezTo>
                <a:cubicBezTo>
                  <a:pt x="62" y="76"/>
                  <a:pt x="56" y="84"/>
                  <a:pt x="51" y="91"/>
                </a:cubicBezTo>
                <a:cubicBezTo>
                  <a:pt x="46" y="99"/>
                  <a:pt x="41" y="108"/>
                  <a:pt x="38" y="117"/>
                </a:cubicBezTo>
                <a:cubicBezTo>
                  <a:pt x="34" y="125"/>
                  <a:pt x="31" y="135"/>
                  <a:pt x="29" y="144"/>
                </a:cubicBezTo>
                <a:cubicBezTo>
                  <a:pt x="28" y="153"/>
                  <a:pt x="27" y="163"/>
                  <a:pt x="27" y="172"/>
                </a:cubicBezTo>
                <a:cubicBezTo>
                  <a:pt x="27" y="182"/>
                  <a:pt x="28" y="191"/>
                  <a:pt x="29" y="201"/>
                </a:cubicBezTo>
                <a:cubicBezTo>
                  <a:pt x="31" y="210"/>
                  <a:pt x="34" y="220"/>
                  <a:pt x="38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8" y="304"/>
                  <a:pt x="116" y="308"/>
                </a:cubicBezTo>
                <a:cubicBezTo>
                  <a:pt x="125" y="311"/>
                  <a:pt x="134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3216" y="319"/>
                </a:lnTo>
                <a:cubicBezTo>
                  <a:pt x="3225" y="319"/>
                  <a:pt x="3235" y="318"/>
                  <a:pt x="3244" y="316"/>
                </a:cubicBezTo>
                <a:cubicBezTo>
                  <a:pt x="3254" y="314"/>
                  <a:pt x="3263" y="311"/>
                  <a:pt x="3271" y="308"/>
                </a:cubicBezTo>
                <a:cubicBezTo>
                  <a:pt x="3280" y="304"/>
                  <a:pt x="3289" y="300"/>
                  <a:pt x="3297" y="294"/>
                </a:cubicBezTo>
                <a:cubicBezTo>
                  <a:pt x="3305" y="289"/>
                  <a:pt x="3312" y="283"/>
                  <a:pt x="3319" y="276"/>
                </a:cubicBezTo>
                <a:cubicBezTo>
                  <a:pt x="3325" y="269"/>
                  <a:pt x="3331" y="262"/>
                  <a:pt x="3337" y="254"/>
                </a:cubicBezTo>
                <a:cubicBezTo>
                  <a:pt x="3342" y="246"/>
                  <a:pt x="3347" y="238"/>
                  <a:pt x="3350" y="229"/>
                </a:cubicBezTo>
                <a:cubicBezTo>
                  <a:pt x="3354" y="220"/>
                  <a:pt x="3357" y="210"/>
                  <a:pt x="3359" y="201"/>
                </a:cubicBezTo>
                <a:cubicBezTo>
                  <a:pt x="3360" y="191"/>
                  <a:pt x="3361" y="182"/>
                  <a:pt x="3361" y="172"/>
                </a:cubicBezTo>
                <a:cubicBezTo>
                  <a:pt x="3361" y="163"/>
                  <a:pt x="3360" y="153"/>
                  <a:pt x="3359" y="144"/>
                </a:cubicBezTo>
                <a:cubicBezTo>
                  <a:pt x="3357" y="135"/>
                  <a:pt x="3354" y="125"/>
                  <a:pt x="3350" y="117"/>
                </a:cubicBezTo>
                <a:cubicBezTo>
                  <a:pt x="3347" y="108"/>
                  <a:pt x="3342" y="99"/>
                  <a:pt x="3337" y="91"/>
                </a:cubicBezTo>
                <a:cubicBezTo>
                  <a:pt x="3331" y="84"/>
                  <a:pt x="3325" y="76"/>
                  <a:pt x="3319" y="69"/>
                </a:cubicBezTo>
                <a:cubicBezTo>
                  <a:pt x="3312" y="63"/>
                  <a:pt x="3305" y="57"/>
                  <a:pt x="3297" y="51"/>
                </a:cubicBezTo>
                <a:cubicBezTo>
                  <a:pt x="3289" y="46"/>
                  <a:pt x="3280" y="42"/>
                  <a:pt x="3271" y="38"/>
                </a:cubicBezTo>
                <a:cubicBezTo>
                  <a:pt x="3263" y="34"/>
                  <a:pt x="3254" y="31"/>
                  <a:pt x="3244" y="30"/>
                </a:cubicBezTo>
                <a:cubicBezTo>
                  <a:pt x="3235" y="28"/>
                  <a:pt x="3225" y="27"/>
                  <a:pt x="3216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10B981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 txBox="1"/>
          <p:nvPr/>
        </p:nvSpPr>
        <p:spPr>
          <a:xfrm>
            <a:off x="3573360" y="53146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 txBox="1"/>
          <p:nvPr/>
        </p:nvSpPr>
        <p:spPr>
          <a:xfrm>
            <a:off x="4142520" y="531468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 txBox="1"/>
          <p:nvPr/>
        </p:nvSpPr>
        <p:spPr>
          <a:xfrm>
            <a:off x="4310640" y="5314680"/>
            <a:ext cx="4410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e v a n c e O S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 txBox="1"/>
          <p:nvPr/>
        </p:nvSpPr>
        <p:spPr>
          <a:xfrm>
            <a:off x="4858920" y="53146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6031800" y="4763880"/>
            <a:ext cx="3502440" cy="817200"/>
          </a:xfrm>
          <a:custGeom>
            <a:avLst/>
            <a:gdLst/>
            <a:ahLst/>
            <a:rect l="0" t="0" r="r" b="b"/>
            <a:pathLst>
              <a:path w="9729" h="2270">
                <a:moveTo>
                  <a:pt x="310" y="472"/>
                </a:moveTo>
                <a:lnTo>
                  <a:pt x="310" y="1796"/>
                </a:lnTo>
                <a:cubicBezTo>
                  <a:pt x="310" y="1817"/>
                  <a:pt x="314" y="1837"/>
                  <a:pt x="322" y="1857"/>
                </a:cubicBezTo>
                <a:cubicBezTo>
                  <a:pt x="330" y="1876"/>
                  <a:pt x="342" y="1893"/>
                  <a:pt x="357" y="1908"/>
                </a:cubicBezTo>
                <a:cubicBezTo>
                  <a:pt x="372" y="1923"/>
                  <a:pt x="389" y="1934"/>
                  <a:pt x="408" y="1942"/>
                </a:cubicBezTo>
                <a:cubicBezTo>
                  <a:pt x="428" y="1951"/>
                  <a:pt x="448" y="1955"/>
                  <a:pt x="469" y="1955"/>
                </a:cubicBezTo>
                <a:lnTo>
                  <a:pt x="9254" y="1955"/>
                </a:lnTo>
                <a:cubicBezTo>
                  <a:pt x="9275" y="1955"/>
                  <a:pt x="9295" y="1951"/>
                  <a:pt x="9315" y="1942"/>
                </a:cubicBezTo>
                <a:cubicBezTo>
                  <a:pt x="9334" y="1934"/>
                  <a:pt x="9351" y="1923"/>
                  <a:pt x="9366" y="1908"/>
                </a:cubicBezTo>
                <a:cubicBezTo>
                  <a:pt x="9381" y="1893"/>
                  <a:pt x="9393" y="1876"/>
                  <a:pt x="9401" y="1857"/>
                </a:cubicBezTo>
                <a:cubicBezTo>
                  <a:pt x="9409" y="1837"/>
                  <a:pt x="9413" y="1817"/>
                  <a:pt x="9413" y="1796"/>
                </a:cubicBezTo>
                <a:lnTo>
                  <a:pt x="9413" y="472"/>
                </a:lnTo>
                <a:cubicBezTo>
                  <a:pt x="9413" y="451"/>
                  <a:pt x="9409" y="431"/>
                  <a:pt x="9401" y="411"/>
                </a:cubicBezTo>
                <a:cubicBezTo>
                  <a:pt x="9393" y="392"/>
                  <a:pt x="9381" y="375"/>
                  <a:pt x="9366" y="360"/>
                </a:cubicBezTo>
                <a:cubicBezTo>
                  <a:pt x="9351" y="345"/>
                  <a:pt x="9334" y="333"/>
                  <a:pt x="9315" y="325"/>
                </a:cubicBezTo>
                <a:cubicBezTo>
                  <a:pt x="9295" y="317"/>
                  <a:pt x="9275" y="313"/>
                  <a:pt x="9254" y="313"/>
                </a:cubicBezTo>
                <a:lnTo>
                  <a:pt x="469" y="313"/>
                </a:lnTo>
                <a:cubicBezTo>
                  <a:pt x="448" y="313"/>
                  <a:pt x="428" y="317"/>
                  <a:pt x="408" y="325"/>
                </a:cubicBezTo>
                <a:cubicBezTo>
                  <a:pt x="389" y="333"/>
                  <a:pt x="372" y="345"/>
                  <a:pt x="357" y="360"/>
                </a:cubicBezTo>
                <a:cubicBezTo>
                  <a:pt x="342" y="375"/>
                  <a:pt x="330" y="392"/>
                  <a:pt x="322" y="411"/>
                </a:cubicBezTo>
                <a:cubicBezTo>
                  <a:pt x="314" y="431"/>
                  <a:pt x="310" y="451"/>
                  <a:pt x="310" y="472"/>
                </a:cubicBezTo>
                <a:moveTo>
                  <a:pt x="0" y="0"/>
                </a:moveTo>
                <a:lnTo>
                  <a:pt x="9729" y="0"/>
                </a:lnTo>
                <a:lnTo>
                  <a:pt x="9729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6138720" y="4871880"/>
            <a:ext cx="3286440" cy="600480"/>
          </a:xfrm>
          <a:custGeom>
            <a:avLst/>
            <a:gdLst/>
            <a:ahLst/>
            <a:rect l="0" t="0" r="r" b="b"/>
            <a:pathLst>
              <a:path w="9129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8957" y="0"/>
                </a:lnTo>
                <a:cubicBezTo>
                  <a:pt x="8968" y="0"/>
                  <a:pt x="8980" y="1"/>
                  <a:pt x="8991" y="3"/>
                </a:cubicBezTo>
                <a:cubicBezTo>
                  <a:pt x="9002" y="5"/>
                  <a:pt x="9012" y="9"/>
                  <a:pt x="9023" y="13"/>
                </a:cubicBezTo>
                <a:cubicBezTo>
                  <a:pt x="9033" y="17"/>
                  <a:pt x="9043" y="23"/>
                  <a:pt x="9053" y="29"/>
                </a:cubicBezTo>
                <a:cubicBezTo>
                  <a:pt x="9062" y="35"/>
                  <a:pt x="9071" y="42"/>
                  <a:pt x="9079" y="50"/>
                </a:cubicBezTo>
                <a:cubicBezTo>
                  <a:pt x="9087" y="58"/>
                  <a:pt x="9094" y="67"/>
                  <a:pt x="9100" y="76"/>
                </a:cubicBezTo>
                <a:cubicBezTo>
                  <a:pt x="9106" y="86"/>
                  <a:pt x="9112" y="96"/>
                  <a:pt x="9116" y="106"/>
                </a:cubicBezTo>
                <a:cubicBezTo>
                  <a:pt x="9120" y="117"/>
                  <a:pt x="9124" y="127"/>
                  <a:pt x="9126" y="138"/>
                </a:cubicBezTo>
                <a:cubicBezTo>
                  <a:pt x="9128" y="149"/>
                  <a:pt x="9129" y="161"/>
                  <a:pt x="9129" y="172"/>
                </a:cubicBezTo>
                <a:lnTo>
                  <a:pt x="9129" y="1496"/>
                </a:lnTo>
                <a:cubicBezTo>
                  <a:pt x="9129" y="1507"/>
                  <a:pt x="9128" y="1518"/>
                  <a:pt x="9126" y="1529"/>
                </a:cubicBezTo>
                <a:cubicBezTo>
                  <a:pt x="9124" y="1540"/>
                  <a:pt x="9120" y="1551"/>
                  <a:pt x="9116" y="1562"/>
                </a:cubicBezTo>
                <a:cubicBezTo>
                  <a:pt x="9112" y="1572"/>
                  <a:pt x="9106" y="1582"/>
                  <a:pt x="9100" y="1591"/>
                </a:cubicBezTo>
                <a:cubicBezTo>
                  <a:pt x="9094" y="1601"/>
                  <a:pt x="9087" y="1609"/>
                  <a:pt x="9079" y="1617"/>
                </a:cubicBezTo>
                <a:cubicBezTo>
                  <a:pt x="9071" y="1625"/>
                  <a:pt x="9062" y="1633"/>
                  <a:pt x="9053" y="1639"/>
                </a:cubicBezTo>
                <a:cubicBezTo>
                  <a:pt x="9043" y="1645"/>
                  <a:pt x="9033" y="1650"/>
                  <a:pt x="9023" y="1655"/>
                </a:cubicBezTo>
                <a:cubicBezTo>
                  <a:pt x="9012" y="1659"/>
                  <a:pt x="9002" y="1662"/>
                  <a:pt x="8991" y="1665"/>
                </a:cubicBezTo>
                <a:cubicBezTo>
                  <a:pt x="8980" y="1667"/>
                  <a:pt x="8968" y="1668"/>
                  <a:pt x="8957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6138720" y="4871880"/>
            <a:ext cx="3286440" cy="600480"/>
          </a:xfrm>
          <a:custGeom>
            <a:avLst/>
            <a:gdLst/>
            <a:ahLst/>
            <a:rect l="0" t="0" r="r" b="b"/>
            <a:pathLst>
              <a:path w="9129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lnTo>
                  <a:pt x="8957" y="0"/>
                </a:lnTo>
                <a:cubicBezTo>
                  <a:pt x="8968" y="0"/>
                  <a:pt x="8980" y="1"/>
                  <a:pt x="8991" y="3"/>
                </a:cubicBezTo>
                <a:cubicBezTo>
                  <a:pt x="9002" y="5"/>
                  <a:pt x="9012" y="9"/>
                  <a:pt x="9023" y="13"/>
                </a:cubicBezTo>
                <a:cubicBezTo>
                  <a:pt x="9033" y="17"/>
                  <a:pt x="9043" y="23"/>
                  <a:pt x="9053" y="29"/>
                </a:cubicBezTo>
                <a:cubicBezTo>
                  <a:pt x="9062" y="35"/>
                  <a:pt x="9071" y="42"/>
                  <a:pt x="9079" y="50"/>
                </a:cubicBezTo>
                <a:cubicBezTo>
                  <a:pt x="9087" y="58"/>
                  <a:pt x="9094" y="67"/>
                  <a:pt x="9100" y="76"/>
                </a:cubicBezTo>
                <a:cubicBezTo>
                  <a:pt x="9106" y="86"/>
                  <a:pt x="9112" y="96"/>
                  <a:pt x="9116" y="106"/>
                </a:cubicBezTo>
                <a:cubicBezTo>
                  <a:pt x="9120" y="117"/>
                  <a:pt x="9124" y="127"/>
                  <a:pt x="9126" y="138"/>
                </a:cubicBezTo>
                <a:cubicBezTo>
                  <a:pt x="9128" y="149"/>
                  <a:pt x="9129" y="161"/>
                  <a:pt x="9129" y="172"/>
                </a:cubicBezTo>
                <a:lnTo>
                  <a:pt x="9129" y="1496"/>
                </a:lnTo>
                <a:cubicBezTo>
                  <a:pt x="9129" y="1507"/>
                  <a:pt x="9128" y="1518"/>
                  <a:pt x="9126" y="1529"/>
                </a:cubicBezTo>
                <a:cubicBezTo>
                  <a:pt x="9124" y="1540"/>
                  <a:pt x="9120" y="1551"/>
                  <a:pt x="9116" y="1562"/>
                </a:cubicBezTo>
                <a:cubicBezTo>
                  <a:pt x="9112" y="1572"/>
                  <a:pt x="9106" y="1582"/>
                  <a:pt x="9100" y="1591"/>
                </a:cubicBezTo>
                <a:cubicBezTo>
                  <a:pt x="9094" y="1601"/>
                  <a:pt x="9087" y="1609"/>
                  <a:pt x="9079" y="1617"/>
                </a:cubicBezTo>
                <a:cubicBezTo>
                  <a:pt x="9071" y="1625"/>
                  <a:pt x="9062" y="1633"/>
                  <a:pt x="9053" y="1639"/>
                </a:cubicBezTo>
                <a:cubicBezTo>
                  <a:pt x="9043" y="1645"/>
                  <a:pt x="9033" y="1650"/>
                  <a:pt x="9023" y="1655"/>
                </a:cubicBezTo>
                <a:cubicBezTo>
                  <a:pt x="9012" y="1659"/>
                  <a:pt x="9002" y="1662"/>
                  <a:pt x="8991" y="1665"/>
                </a:cubicBezTo>
                <a:cubicBezTo>
                  <a:pt x="8980" y="1667"/>
                  <a:pt x="8968" y="1668"/>
                  <a:pt x="8957" y="1668"/>
                </a:cubicBezTo>
                <a:lnTo>
                  <a:pt x="172" y="1668"/>
                </a:lnTo>
                <a:cubicBezTo>
                  <a:pt x="161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6" y="1650"/>
                  <a:pt x="86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3" y="1582"/>
                  <a:pt x="17" y="1572"/>
                  <a:pt x="13" y="1562"/>
                </a:cubicBezTo>
                <a:cubicBezTo>
                  <a:pt x="9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8B5CF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 txBox="1"/>
          <p:nvPr/>
        </p:nvSpPr>
        <p:spPr>
          <a:xfrm>
            <a:off x="4995000" y="5314680"/>
            <a:ext cx="19548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D e p t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 txBox="1"/>
          <p:nvPr/>
        </p:nvSpPr>
        <p:spPr>
          <a:xfrm>
            <a:off x="7263000" y="50673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A78BFA"/>
                </a:solidFill>
                <a:effectLst/>
                <a:uFillTx/>
                <a:latin typeface="SegoeUIEmoji"/>
                <a:ea typeface="SegoeUIEmoji"/>
              </a:rPr>
              <a:t>🗳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 txBox="1"/>
          <p:nvPr/>
        </p:nvSpPr>
        <p:spPr>
          <a:xfrm>
            <a:off x="7435440" y="5030280"/>
            <a:ext cx="8438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A78BFA"/>
                </a:solidFill>
                <a:effectLst/>
                <a:uFillTx/>
                <a:latin typeface="SegoeUI"/>
                <a:ea typeface="SegoeUI"/>
              </a:rPr>
              <a:t>  M L A   /   M L C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 txBox="1"/>
          <p:nvPr/>
        </p:nvSpPr>
        <p:spPr>
          <a:xfrm>
            <a:off x="7095960" y="5176440"/>
            <a:ext cx="77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V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 txBox="1"/>
          <p:nvPr/>
        </p:nvSpPr>
        <p:spPr>
          <a:xfrm>
            <a:off x="7210440" y="5176440"/>
            <a:ext cx="2419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d h a n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 txBox="1"/>
          <p:nvPr/>
        </p:nvSpPr>
        <p:spPr>
          <a:xfrm>
            <a:off x="7520400" y="5176440"/>
            <a:ext cx="2923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S a b h a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 txBox="1"/>
          <p:nvPr/>
        </p:nvSpPr>
        <p:spPr>
          <a:xfrm>
            <a:off x="7890120" y="517644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/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 txBox="1"/>
          <p:nvPr/>
        </p:nvSpPr>
        <p:spPr>
          <a:xfrm>
            <a:off x="7991640" y="5176440"/>
            <a:ext cx="167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P a r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7105320" y="5295600"/>
            <a:ext cx="552960" cy="124200"/>
          </a:xfrm>
          <a:custGeom>
            <a:avLst/>
            <a:gdLst/>
            <a:ahLst/>
            <a:rect l="0" t="0" r="r" b="b"/>
            <a:pathLst>
              <a:path w="1536" h="345">
                <a:moveTo>
                  <a:pt x="14" y="106"/>
                </a:move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1364" y="0"/>
                </a:lnTo>
                <a:cubicBezTo>
                  <a:pt x="1387" y="0"/>
                  <a:pt x="1409" y="5"/>
                  <a:pt x="1430" y="13"/>
                </a:cubicBezTo>
                <a:cubicBezTo>
                  <a:pt x="1451" y="22"/>
                  <a:pt x="1469" y="35"/>
                  <a:pt x="1486" y="51"/>
                </a:cubicBezTo>
                <a:cubicBezTo>
                  <a:pt x="1502" y="67"/>
                  <a:pt x="1514" y="85"/>
                  <a:pt x="1523" y="106"/>
                </a:cubicBezTo>
                <a:cubicBezTo>
                  <a:pt x="1532" y="128"/>
                  <a:pt x="1536" y="150"/>
                  <a:pt x="1536" y="172"/>
                </a:cubicBezTo>
                <a:cubicBezTo>
                  <a:pt x="1536" y="195"/>
                  <a:pt x="1532" y="218"/>
                  <a:pt x="1523" y="239"/>
                </a:cubicBezTo>
                <a:cubicBezTo>
                  <a:pt x="1514" y="260"/>
                  <a:pt x="1502" y="279"/>
                  <a:pt x="1486" y="295"/>
                </a:cubicBezTo>
                <a:cubicBezTo>
                  <a:pt x="1469" y="311"/>
                  <a:pt x="1451" y="323"/>
                  <a:pt x="1430" y="332"/>
                </a:cubicBezTo>
                <a:cubicBezTo>
                  <a:pt x="1409" y="341"/>
                  <a:pt x="1387" y="345"/>
                  <a:pt x="1364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5"/>
                  <a:pt x="0" y="172"/>
                </a:cubicBezTo>
                <a:cubicBezTo>
                  <a:pt x="0" y="149"/>
                  <a:pt x="5" y="128"/>
                  <a:pt x="14" y="106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7105320" y="5295600"/>
            <a:ext cx="552960" cy="124200"/>
          </a:xfrm>
          <a:custGeom>
            <a:avLst/>
            <a:gdLst/>
            <a:ahLst/>
            <a:rect l="0" t="0" r="r" b="b"/>
            <a:pathLst>
              <a:path w="1536" h="345">
                <a:moveTo>
                  <a:pt x="0" y="172"/>
                </a:moveTo>
                <a:cubicBezTo>
                  <a:pt x="0" y="150"/>
                  <a:pt x="5" y="128"/>
                  <a:pt x="14" y="106"/>
                </a:cubicBezTo>
                <a:cubicBezTo>
                  <a:pt x="22" y="85"/>
                  <a:pt x="35" y="67"/>
                  <a:pt x="51" y="51"/>
                </a:cubicBezTo>
                <a:cubicBezTo>
                  <a:pt x="67" y="35"/>
                  <a:pt x="86" y="22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1364" y="0"/>
                </a:lnTo>
                <a:cubicBezTo>
                  <a:pt x="1387" y="0"/>
                  <a:pt x="1409" y="5"/>
                  <a:pt x="1430" y="13"/>
                </a:cubicBezTo>
                <a:cubicBezTo>
                  <a:pt x="1451" y="22"/>
                  <a:pt x="1469" y="35"/>
                  <a:pt x="1486" y="51"/>
                </a:cubicBezTo>
                <a:cubicBezTo>
                  <a:pt x="1502" y="67"/>
                  <a:pt x="1514" y="85"/>
                  <a:pt x="1523" y="106"/>
                </a:cubicBezTo>
                <a:cubicBezTo>
                  <a:pt x="1532" y="128"/>
                  <a:pt x="1536" y="150"/>
                  <a:pt x="1536" y="172"/>
                </a:cubicBezTo>
                <a:cubicBezTo>
                  <a:pt x="1536" y="195"/>
                  <a:pt x="1532" y="218"/>
                  <a:pt x="1523" y="239"/>
                </a:cubicBezTo>
                <a:cubicBezTo>
                  <a:pt x="1514" y="260"/>
                  <a:pt x="1502" y="279"/>
                  <a:pt x="1486" y="295"/>
                </a:cubicBezTo>
                <a:cubicBezTo>
                  <a:pt x="1469" y="311"/>
                  <a:pt x="1451" y="323"/>
                  <a:pt x="1430" y="332"/>
                </a:cubicBezTo>
                <a:cubicBezTo>
                  <a:pt x="1409" y="341"/>
                  <a:pt x="1387" y="345"/>
                  <a:pt x="1364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5"/>
                  <a:pt x="0" y="172"/>
                </a:cubicBezTo>
                <a:moveTo>
                  <a:pt x="172" y="27"/>
                </a:moveTo>
                <a:cubicBezTo>
                  <a:pt x="163" y="27"/>
                  <a:pt x="153" y="28"/>
                  <a:pt x="144" y="30"/>
                </a:cubicBezTo>
                <a:cubicBezTo>
                  <a:pt x="135" y="31"/>
                  <a:pt x="126" y="34"/>
                  <a:pt x="117" y="38"/>
                </a:cubicBezTo>
                <a:cubicBezTo>
                  <a:pt x="108" y="42"/>
                  <a:pt x="99" y="46"/>
                  <a:pt x="92" y="51"/>
                </a:cubicBezTo>
                <a:cubicBezTo>
                  <a:pt x="84" y="57"/>
                  <a:pt x="76" y="63"/>
                  <a:pt x="69" y="69"/>
                </a:cubicBezTo>
                <a:cubicBezTo>
                  <a:pt x="63" y="76"/>
                  <a:pt x="57" y="84"/>
                  <a:pt x="51" y="91"/>
                </a:cubicBezTo>
                <a:cubicBezTo>
                  <a:pt x="46" y="99"/>
                  <a:pt x="42" y="108"/>
                  <a:pt x="38" y="117"/>
                </a:cubicBezTo>
                <a:cubicBezTo>
                  <a:pt x="34" y="125"/>
                  <a:pt x="32" y="135"/>
                  <a:pt x="30" y="144"/>
                </a:cubicBezTo>
                <a:cubicBezTo>
                  <a:pt x="28" y="153"/>
                  <a:pt x="27" y="163"/>
                  <a:pt x="27" y="172"/>
                </a:cubicBezTo>
                <a:cubicBezTo>
                  <a:pt x="27" y="182"/>
                  <a:pt x="28" y="191"/>
                  <a:pt x="30" y="201"/>
                </a:cubicBezTo>
                <a:cubicBezTo>
                  <a:pt x="32" y="210"/>
                  <a:pt x="34" y="220"/>
                  <a:pt x="38" y="229"/>
                </a:cubicBezTo>
                <a:cubicBezTo>
                  <a:pt x="42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4" y="289"/>
                  <a:pt x="92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6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1364" y="319"/>
                </a:lnTo>
                <a:cubicBezTo>
                  <a:pt x="1374" y="319"/>
                  <a:pt x="1383" y="318"/>
                  <a:pt x="1392" y="316"/>
                </a:cubicBezTo>
                <a:cubicBezTo>
                  <a:pt x="1402" y="314"/>
                  <a:pt x="1411" y="311"/>
                  <a:pt x="1420" y="308"/>
                </a:cubicBezTo>
                <a:cubicBezTo>
                  <a:pt x="1429" y="304"/>
                  <a:pt x="1437" y="300"/>
                  <a:pt x="1445" y="294"/>
                </a:cubicBezTo>
                <a:cubicBezTo>
                  <a:pt x="1453" y="289"/>
                  <a:pt x="1460" y="283"/>
                  <a:pt x="1467" y="276"/>
                </a:cubicBezTo>
                <a:cubicBezTo>
                  <a:pt x="1474" y="269"/>
                  <a:pt x="1480" y="262"/>
                  <a:pt x="1485" y="254"/>
                </a:cubicBezTo>
                <a:cubicBezTo>
                  <a:pt x="1490" y="246"/>
                  <a:pt x="1495" y="238"/>
                  <a:pt x="1498" y="229"/>
                </a:cubicBezTo>
                <a:cubicBezTo>
                  <a:pt x="1502" y="220"/>
                  <a:pt x="1505" y="210"/>
                  <a:pt x="1507" y="201"/>
                </a:cubicBezTo>
                <a:cubicBezTo>
                  <a:pt x="1509" y="191"/>
                  <a:pt x="1510" y="182"/>
                  <a:pt x="1510" y="172"/>
                </a:cubicBezTo>
                <a:cubicBezTo>
                  <a:pt x="1510" y="163"/>
                  <a:pt x="1509" y="153"/>
                  <a:pt x="1507" y="144"/>
                </a:cubicBezTo>
                <a:cubicBezTo>
                  <a:pt x="1505" y="135"/>
                  <a:pt x="1502" y="125"/>
                  <a:pt x="1498" y="117"/>
                </a:cubicBezTo>
                <a:cubicBezTo>
                  <a:pt x="1495" y="108"/>
                  <a:pt x="1490" y="99"/>
                  <a:pt x="1485" y="91"/>
                </a:cubicBezTo>
                <a:cubicBezTo>
                  <a:pt x="1480" y="84"/>
                  <a:pt x="1474" y="76"/>
                  <a:pt x="1467" y="69"/>
                </a:cubicBezTo>
                <a:cubicBezTo>
                  <a:pt x="1460" y="63"/>
                  <a:pt x="1453" y="57"/>
                  <a:pt x="1445" y="51"/>
                </a:cubicBezTo>
                <a:cubicBezTo>
                  <a:pt x="1437" y="46"/>
                  <a:pt x="1429" y="42"/>
                  <a:pt x="1420" y="38"/>
                </a:cubicBezTo>
                <a:cubicBezTo>
                  <a:pt x="1411" y="34"/>
                  <a:pt x="1402" y="31"/>
                  <a:pt x="1392" y="30"/>
                </a:cubicBezTo>
                <a:cubicBezTo>
                  <a:pt x="1383" y="28"/>
                  <a:pt x="1374" y="27"/>
                  <a:pt x="1364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 txBox="1"/>
          <p:nvPr/>
        </p:nvSpPr>
        <p:spPr>
          <a:xfrm>
            <a:off x="8214120" y="5176440"/>
            <a:ext cx="195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s h a d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7677000" y="5295600"/>
            <a:ext cx="781200" cy="124200"/>
          </a:xfrm>
          <a:custGeom>
            <a:avLst/>
            <a:gdLst/>
            <a:ahLst/>
            <a:rect l="0" t="0" r="r" b="b"/>
            <a:pathLst>
              <a:path w="2170" h="345">
                <a:moveTo>
                  <a:pt x="13" y="106"/>
                </a:moveTo>
                <a:cubicBezTo>
                  <a:pt x="22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999" y="0"/>
                </a:lnTo>
                <a:cubicBezTo>
                  <a:pt x="2021" y="0"/>
                  <a:pt x="2043" y="5"/>
                  <a:pt x="2064" y="13"/>
                </a:cubicBezTo>
                <a:cubicBezTo>
                  <a:pt x="2085" y="22"/>
                  <a:pt x="2104" y="35"/>
                  <a:pt x="2120" y="51"/>
                </a:cubicBezTo>
                <a:cubicBezTo>
                  <a:pt x="2136" y="67"/>
                  <a:pt x="2149" y="85"/>
                  <a:pt x="2157" y="106"/>
                </a:cubicBezTo>
                <a:cubicBezTo>
                  <a:pt x="2166" y="128"/>
                  <a:pt x="2170" y="150"/>
                  <a:pt x="2170" y="172"/>
                </a:cubicBezTo>
                <a:cubicBezTo>
                  <a:pt x="2170" y="195"/>
                  <a:pt x="2166" y="218"/>
                  <a:pt x="2157" y="239"/>
                </a:cubicBezTo>
                <a:cubicBezTo>
                  <a:pt x="2149" y="260"/>
                  <a:pt x="2136" y="279"/>
                  <a:pt x="2120" y="295"/>
                </a:cubicBezTo>
                <a:cubicBezTo>
                  <a:pt x="2104" y="311"/>
                  <a:pt x="2085" y="323"/>
                  <a:pt x="2064" y="332"/>
                </a:cubicBezTo>
                <a:cubicBezTo>
                  <a:pt x="2043" y="341"/>
                  <a:pt x="2021" y="345"/>
                  <a:pt x="1999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5"/>
                  <a:pt x="0" y="172"/>
                </a:cubicBezTo>
                <a:cubicBezTo>
                  <a:pt x="0" y="149"/>
                  <a:pt x="4" y="128"/>
                  <a:pt x="13" y="106"/>
                </a:cubicBezTo>
                <a:close/>
              </a:path>
            </a:pathLst>
          </a:custGeom>
          <a:solidFill>
            <a:srgbClr val="FF6B35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7677000" y="5295600"/>
            <a:ext cx="781200" cy="124200"/>
          </a:xfrm>
          <a:custGeom>
            <a:avLst/>
            <a:gdLst/>
            <a:ahLst/>
            <a:rect l="0" t="0" r="r" b="b"/>
            <a:pathLst>
              <a:path w="2170" h="345">
                <a:moveTo>
                  <a:pt x="0" y="172"/>
                </a:moveTo>
                <a:cubicBezTo>
                  <a:pt x="0" y="150"/>
                  <a:pt x="4" y="128"/>
                  <a:pt x="13" y="106"/>
                </a:cubicBezTo>
                <a:cubicBezTo>
                  <a:pt x="22" y="85"/>
                  <a:pt x="34" y="67"/>
                  <a:pt x="50" y="51"/>
                </a:cubicBezTo>
                <a:cubicBezTo>
                  <a:pt x="66" y="35"/>
                  <a:pt x="85" y="22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999" y="0"/>
                </a:lnTo>
                <a:cubicBezTo>
                  <a:pt x="2021" y="0"/>
                  <a:pt x="2043" y="5"/>
                  <a:pt x="2064" y="13"/>
                </a:cubicBezTo>
                <a:cubicBezTo>
                  <a:pt x="2085" y="22"/>
                  <a:pt x="2104" y="35"/>
                  <a:pt x="2120" y="51"/>
                </a:cubicBezTo>
                <a:cubicBezTo>
                  <a:pt x="2136" y="67"/>
                  <a:pt x="2149" y="85"/>
                  <a:pt x="2157" y="106"/>
                </a:cubicBezTo>
                <a:cubicBezTo>
                  <a:pt x="2166" y="128"/>
                  <a:pt x="2170" y="150"/>
                  <a:pt x="2170" y="172"/>
                </a:cubicBezTo>
                <a:cubicBezTo>
                  <a:pt x="2170" y="195"/>
                  <a:pt x="2166" y="218"/>
                  <a:pt x="2157" y="239"/>
                </a:cubicBezTo>
                <a:cubicBezTo>
                  <a:pt x="2149" y="260"/>
                  <a:pt x="2136" y="279"/>
                  <a:pt x="2120" y="295"/>
                </a:cubicBezTo>
                <a:cubicBezTo>
                  <a:pt x="2104" y="311"/>
                  <a:pt x="2085" y="323"/>
                  <a:pt x="2064" y="332"/>
                </a:cubicBezTo>
                <a:cubicBezTo>
                  <a:pt x="2043" y="341"/>
                  <a:pt x="2021" y="345"/>
                  <a:pt x="1999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5"/>
                  <a:pt x="0" y="172"/>
                </a:cubicBezTo>
                <a:moveTo>
                  <a:pt x="172" y="27"/>
                </a:moveTo>
                <a:cubicBezTo>
                  <a:pt x="162" y="27"/>
                  <a:pt x="153" y="28"/>
                  <a:pt x="144" y="30"/>
                </a:cubicBezTo>
                <a:cubicBezTo>
                  <a:pt x="134" y="31"/>
                  <a:pt x="125" y="34"/>
                  <a:pt x="116" y="38"/>
                </a:cubicBezTo>
                <a:cubicBezTo>
                  <a:pt x="107" y="42"/>
                  <a:pt x="99" y="46"/>
                  <a:pt x="91" y="51"/>
                </a:cubicBezTo>
                <a:cubicBezTo>
                  <a:pt x="83" y="57"/>
                  <a:pt x="76" y="63"/>
                  <a:pt x="69" y="69"/>
                </a:cubicBezTo>
                <a:cubicBezTo>
                  <a:pt x="62" y="76"/>
                  <a:pt x="56" y="84"/>
                  <a:pt x="51" y="91"/>
                </a:cubicBezTo>
                <a:cubicBezTo>
                  <a:pt x="46" y="99"/>
                  <a:pt x="41" y="108"/>
                  <a:pt x="37" y="117"/>
                </a:cubicBezTo>
                <a:cubicBezTo>
                  <a:pt x="34" y="125"/>
                  <a:pt x="31" y="135"/>
                  <a:pt x="29" y="144"/>
                </a:cubicBezTo>
                <a:cubicBezTo>
                  <a:pt x="27" y="153"/>
                  <a:pt x="26" y="163"/>
                  <a:pt x="26" y="172"/>
                </a:cubicBezTo>
                <a:cubicBezTo>
                  <a:pt x="26" y="182"/>
                  <a:pt x="27" y="191"/>
                  <a:pt x="29" y="201"/>
                </a:cubicBezTo>
                <a:cubicBezTo>
                  <a:pt x="31" y="210"/>
                  <a:pt x="34" y="220"/>
                  <a:pt x="37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7" y="304"/>
                  <a:pt x="116" y="308"/>
                </a:cubicBezTo>
                <a:cubicBezTo>
                  <a:pt x="125" y="311"/>
                  <a:pt x="134" y="314"/>
                  <a:pt x="144" y="316"/>
                </a:cubicBezTo>
                <a:cubicBezTo>
                  <a:pt x="153" y="318"/>
                  <a:pt x="162" y="319"/>
                  <a:pt x="172" y="319"/>
                </a:cubicBezTo>
                <a:lnTo>
                  <a:pt x="1999" y="319"/>
                </a:lnTo>
                <a:cubicBezTo>
                  <a:pt x="2008" y="319"/>
                  <a:pt x="2018" y="318"/>
                  <a:pt x="2027" y="316"/>
                </a:cubicBezTo>
                <a:cubicBezTo>
                  <a:pt x="2036" y="314"/>
                  <a:pt x="2045" y="311"/>
                  <a:pt x="2054" y="308"/>
                </a:cubicBezTo>
                <a:cubicBezTo>
                  <a:pt x="2063" y="304"/>
                  <a:pt x="2071" y="300"/>
                  <a:pt x="2079" y="294"/>
                </a:cubicBezTo>
                <a:cubicBezTo>
                  <a:pt x="2087" y="289"/>
                  <a:pt x="2095" y="283"/>
                  <a:pt x="2101" y="276"/>
                </a:cubicBezTo>
                <a:cubicBezTo>
                  <a:pt x="2108" y="269"/>
                  <a:pt x="2114" y="262"/>
                  <a:pt x="2120" y="254"/>
                </a:cubicBezTo>
                <a:cubicBezTo>
                  <a:pt x="2125" y="246"/>
                  <a:pt x="2129" y="238"/>
                  <a:pt x="2133" y="229"/>
                </a:cubicBezTo>
                <a:cubicBezTo>
                  <a:pt x="2137" y="220"/>
                  <a:pt x="2139" y="210"/>
                  <a:pt x="2141" y="201"/>
                </a:cubicBezTo>
                <a:cubicBezTo>
                  <a:pt x="2143" y="191"/>
                  <a:pt x="2144" y="182"/>
                  <a:pt x="2144" y="172"/>
                </a:cubicBezTo>
                <a:cubicBezTo>
                  <a:pt x="2144" y="163"/>
                  <a:pt x="2143" y="153"/>
                  <a:pt x="2141" y="144"/>
                </a:cubicBezTo>
                <a:cubicBezTo>
                  <a:pt x="2139" y="135"/>
                  <a:pt x="2137" y="125"/>
                  <a:pt x="2133" y="117"/>
                </a:cubicBezTo>
                <a:cubicBezTo>
                  <a:pt x="2129" y="108"/>
                  <a:pt x="2125" y="99"/>
                  <a:pt x="2120" y="91"/>
                </a:cubicBezTo>
                <a:cubicBezTo>
                  <a:pt x="2114" y="84"/>
                  <a:pt x="2108" y="76"/>
                  <a:pt x="2101" y="69"/>
                </a:cubicBezTo>
                <a:cubicBezTo>
                  <a:pt x="2095" y="63"/>
                  <a:pt x="2087" y="57"/>
                  <a:pt x="2079" y="51"/>
                </a:cubicBezTo>
                <a:cubicBezTo>
                  <a:pt x="2071" y="46"/>
                  <a:pt x="2063" y="42"/>
                  <a:pt x="2054" y="38"/>
                </a:cubicBezTo>
                <a:cubicBezTo>
                  <a:pt x="2045" y="34"/>
                  <a:pt x="2036" y="31"/>
                  <a:pt x="2027" y="30"/>
                </a:cubicBezTo>
                <a:cubicBezTo>
                  <a:pt x="2018" y="28"/>
                  <a:pt x="2008" y="27"/>
                  <a:pt x="1999" y="27"/>
                </a:cubicBezTo>
                <a:lnTo>
                  <a:pt x="172" y="27"/>
                </a:lnTo>
                <a:close/>
              </a:path>
            </a:pathLst>
          </a:custGeom>
          <a:solidFill>
            <a:srgbClr val="FF6B3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 txBox="1"/>
          <p:nvPr/>
        </p:nvSpPr>
        <p:spPr>
          <a:xfrm>
            <a:off x="7161840" y="53146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 txBox="1"/>
          <p:nvPr/>
        </p:nvSpPr>
        <p:spPr>
          <a:xfrm>
            <a:off x="7731000" y="531468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6086160" y="5476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D98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6086160" y="5477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98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6086160" y="5477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97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6086160" y="5477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96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6086160" y="5477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6086160" y="5478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95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6086160" y="5478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94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6086160" y="5478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93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6086160" y="5479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2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6086160" y="5479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92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6086160" y="5479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91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6086160" y="5479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90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6086160" y="5480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6086160" y="5480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8F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6086160" y="5481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E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6086160" y="5481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8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6086160" y="5481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6086160" y="5481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8C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6086160" y="5482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28B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6086160" y="5482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A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6086160" y="5482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89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6086160" y="5482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8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6086160" y="5483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88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6086160" y="5483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A87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6086160" y="5483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6086160" y="5484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86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6086160" y="5484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85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6086160" y="5484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84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6086160" y="5484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83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6086160" y="5485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83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6086160" y="5485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82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6086160" y="5486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81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6086160" y="5486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81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6086160" y="5486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80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6086160" y="5486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7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6086160" y="5487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6086160" y="5487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7E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6086160" y="54878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7D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6086160" y="5487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7C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6086160" y="5488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6086160" y="5488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7B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6086160" y="5488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7A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6086160" y="5489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79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6086160" y="5489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78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6086160" y="5489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78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6086160" y="5490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77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6086160" y="5490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76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6086160" y="5490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6086160" y="5491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6086160" y="5491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4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6086160" y="5491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3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6086160" y="5491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7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6086160" y="5492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D72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6086160" y="5492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7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6086160" y="5492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70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6086160" y="5493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6086160" y="5493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6086160" y="5493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E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6086160" y="5493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D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6086160" y="5494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6086160" y="5494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6086160" y="5494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6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6086160" y="5495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6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6086160" y="5495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6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6086160" y="5495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69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6086160" y="5496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96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6086160" y="5496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6086160" y="5496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67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6086160" y="5496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66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6086160" y="5497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65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6086160" y="5497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6086160" y="5497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64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6086160" y="5498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63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6086160" y="5498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62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6086160" y="5498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61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6086160" y="5499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61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6086160" y="5499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60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6086160" y="5499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5F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6086160" y="5500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6086160" y="5500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5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6086160" y="5500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5D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6086160" y="5500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5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6086160" y="5501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5B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6086160" y="5501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B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6086160" y="5501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5A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6086160" y="5501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59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6086160" y="5502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6086160" y="5502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58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6086160" y="5502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5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6086160" y="55033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5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6086160" y="5503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6086160" y="5503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55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6086160" y="5504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5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6086160" y="5504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6086160" y="5504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D5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6086160" y="5505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5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6086160" y="5505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51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6086160" y="5505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50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6086160" y="5505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5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6086160" y="5506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4F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6086160" y="5506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4E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6086160" y="5506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6086160" y="5506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4D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6086160" y="5507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4C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6086160" y="5507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6086160" y="5508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4A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6086160" y="5508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4A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6086160" y="5508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49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6086160" y="5508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748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6086160" y="5509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6086160" y="5509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4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6086160" y="5509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34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6086160" y="55101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5145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6086160" y="5510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6086160" y="5510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4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6086160" y="5510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C43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6086160" y="5511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42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6086160" y="5511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41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6086160" y="5511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1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6086160" y="5511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40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6086160" y="5512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3F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6086160" y="5512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6086160" y="5513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23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6086160" y="5513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03D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6086160" y="5513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F3C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6086160" y="5513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D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6086160" y="5514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C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6086160" y="5514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6086160" y="5514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A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6086160" y="5515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B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6086160" y="5515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3C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6086160" y="5515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9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6086160" y="5515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D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6086160" y="5516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6086160" y="5516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3E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6086160" y="5517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83F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6086160" y="5517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3F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6086160" y="5517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0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6086160" y="5517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7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6086160" y="5518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1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6086160" y="5518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642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6086160" y="55188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6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6086160" y="5518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3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6086160" y="5519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6086160" y="5519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4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6086160" y="5519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545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6086160" y="5520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6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6086160" y="55206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446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6086160" y="5520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47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6086160" y="5520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7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6086160" y="5521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8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6086160" y="5521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349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6086160" y="5522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6086160" y="5522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4A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6086160" y="5522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24A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6086160" y="5522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B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6086160" y="5523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6086160" y="5523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6086160" y="5523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14D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6086160" y="55242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4E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6086160" y="5524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E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6086160" y="5524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4F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6086160" y="5524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4F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6086160" y="5525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F50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6086160" y="55256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51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6086160" y="5525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1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6086160" y="5526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6086160" y="5526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2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6086160" y="5526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E53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6086160" y="5527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44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6086160" y="55274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D5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6086160" y="5527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55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6086160" y="5527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54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6086160" y="5528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6086160" y="5528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C57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6086160" y="5528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7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6086160" y="55292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6086160" y="5529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583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6086160" y="5529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6086160" y="5529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6086160" y="5530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6086160" y="5530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A5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6086160" y="553104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6086160" y="5531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C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/>
          <p:nvPr/>
        </p:nvSpPr>
        <p:spPr>
          <a:xfrm>
            <a:off x="6086160" y="5531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95D3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/>
          <p:nvPr/>
        </p:nvSpPr>
        <p:spPr>
          <a:xfrm>
            <a:off x="6086160" y="5531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D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/>
          <p:nvPr/>
        </p:nvSpPr>
        <p:spPr>
          <a:xfrm>
            <a:off x="6086160" y="5532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85E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/>
          <p:nvPr/>
        </p:nvSpPr>
        <p:spPr>
          <a:xfrm>
            <a:off x="6086160" y="5532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85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/>
          <p:nvPr/>
        </p:nvSpPr>
        <p:spPr>
          <a:xfrm>
            <a:off x="6086160" y="5532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5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/>
          <p:nvPr/>
        </p:nvSpPr>
        <p:spPr>
          <a:xfrm>
            <a:off x="6086160" y="5532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/>
          <p:nvPr/>
        </p:nvSpPr>
        <p:spPr>
          <a:xfrm>
            <a:off x="6086160" y="5533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03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/>
          <p:nvPr/>
        </p:nvSpPr>
        <p:spPr>
          <a:xfrm>
            <a:off x="6086160" y="5533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61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6086160" y="5533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6086160" y="55342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62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/>
          <p:nvPr/>
        </p:nvSpPr>
        <p:spPr>
          <a:xfrm>
            <a:off x="6086160" y="5534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663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6086160" y="5534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3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/>
          <p:nvPr/>
        </p:nvSpPr>
        <p:spPr>
          <a:xfrm>
            <a:off x="6086160" y="5535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4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6086160" y="5535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565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6086160" y="5535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5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/>
          <p:nvPr/>
        </p:nvSpPr>
        <p:spPr>
          <a:xfrm>
            <a:off x="6086160" y="55360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466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/>
          <p:nvPr/>
        </p:nvSpPr>
        <p:spPr>
          <a:xfrm>
            <a:off x="6086160" y="5536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66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/>
          <p:nvPr/>
        </p:nvSpPr>
        <p:spPr>
          <a:xfrm>
            <a:off x="6086160" y="5536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7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6086160" y="5536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6086160" y="5537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8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/>
          <p:nvPr/>
        </p:nvSpPr>
        <p:spPr>
          <a:xfrm>
            <a:off x="6086160" y="5537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369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/>
          <p:nvPr/>
        </p:nvSpPr>
        <p:spPr>
          <a:xfrm>
            <a:off x="6086160" y="55378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/>
          <p:nvPr/>
        </p:nvSpPr>
        <p:spPr>
          <a:xfrm>
            <a:off x="6086160" y="5537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/>
          <p:nvPr/>
        </p:nvSpPr>
        <p:spPr>
          <a:xfrm>
            <a:off x="6086160" y="5538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26B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/>
          <p:nvPr/>
        </p:nvSpPr>
        <p:spPr>
          <a:xfrm>
            <a:off x="6086160" y="5538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B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/>
          <p:nvPr/>
        </p:nvSpPr>
        <p:spPr>
          <a:xfrm>
            <a:off x="6086160" y="5538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C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/>
          <p:nvPr/>
        </p:nvSpPr>
        <p:spPr>
          <a:xfrm>
            <a:off x="6086160" y="5539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16D2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/>
          <p:nvPr/>
        </p:nvSpPr>
        <p:spPr>
          <a:xfrm>
            <a:off x="6086160" y="55396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06D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6086160" y="5539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6086160" y="5540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6E2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6086160" y="5540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6F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6086160" y="5540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0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6086160" y="55411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F70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6086160" y="5541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F71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6086160" y="5541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1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/>
          <p:nvPr/>
        </p:nvSpPr>
        <p:spPr>
          <a:xfrm>
            <a:off x="6086160" y="5541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2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6086160" y="5542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E73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/>
          <p:nvPr/>
        </p:nvSpPr>
        <p:spPr>
          <a:xfrm>
            <a:off x="6086160" y="5542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3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6086160" y="5542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D74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/>
          <p:nvPr/>
        </p:nvSpPr>
        <p:spPr>
          <a:xfrm>
            <a:off x="6086160" y="5542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4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6086160" y="5543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5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6086160" y="5543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6086160" y="55440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6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/>
          <p:nvPr/>
        </p:nvSpPr>
        <p:spPr>
          <a:xfrm>
            <a:off x="6086160" y="55443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C77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6086160" y="55447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B781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/>
          <p:nvPr/>
        </p:nvSpPr>
        <p:spPr>
          <a:xfrm>
            <a:off x="6086160" y="55447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8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6086160" y="55450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B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6086160" y="55454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91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/>
          <p:nvPr/>
        </p:nvSpPr>
        <p:spPr>
          <a:xfrm>
            <a:off x="6086160" y="55458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A1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6086160" y="55461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7B1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/>
          <p:nvPr/>
        </p:nvSpPr>
        <p:spPr>
          <a:xfrm>
            <a:off x="6086160" y="55465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97B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/>
          <p:nvPr/>
        </p:nvSpPr>
        <p:spPr>
          <a:xfrm>
            <a:off x="6086160" y="55465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/>
          <p:nvPr/>
        </p:nvSpPr>
        <p:spPr>
          <a:xfrm>
            <a:off x="6086160" y="55468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7C1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/>
          <p:nvPr/>
        </p:nvSpPr>
        <p:spPr>
          <a:xfrm>
            <a:off x="6086160" y="55472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D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/>
          <p:nvPr/>
        </p:nvSpPr>
        <p:spPr>
          <a:xfrm>
            <a:off x="6086160" y="55476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E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/>
          <p:nvPr/>
        </p:nvSpPr>
        <p:spPr>
          <a:xfrm>
            <a:off x="6086160" y="55479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E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/>
          <p:nvPr/>
        </p:nvSpPr>
        <p:spPr>
          <a:xfrm>
            <a:off x="6086160" y="55479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8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/>
          <p:nvPr/>
        </p:nvSpPr>
        <p:spPr>
          <a:xfrm>
            <a:off x="6086160" y="55483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7F1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"/>
          <p:cNvSpPr/>
          <p:nvPr/>
        </p:nvSpPr>
        <p:spPr>
          <a:xfrm>
            <a:off x="6086160" y="55486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01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6086160" y="55490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6086160" y="55494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11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6086160" y="55497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2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6086160" y="55497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6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6086160" y="55501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3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6086160" y="55504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6086160" y="55508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4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6086160" y="555120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585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6086160" y="555156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0" y="0"/>
                </a:move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1486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6086160" y="555156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6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6086160" y="555192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6086160" y="555228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7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6086160" y="5552640"/>
            <a:ext cx="19080" cy="360"/>
          </a:xfrm>
          <a:custGeom>
            <a:avLst/>
            <a:gdLst/>
            <a:ahLst/>
            <a:rect l="0" t="0" r="r" b="b"/>
            <a:pathLst>
              <a:path w="53" h="1">
                <a:moveTo>
                  <a:pt x="0" y="0"/>
                </a:moveTo>
                <a:lnTo>
                  <a:pt x="53" y="0"/>
                </a:lnTo>
                <a:lnTo>
                  <a:pt x="5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990360" y="5449680"/>
            <a:ext cx="3493440" cy="817200"/>
          </a:xfrm>
          <a:custGeom>
            <a:avLst/>
            <a:gdLst/>
            <a:ahLst/>
            <a:rect l="0" t="0" r="r" b="b"/>
            <a:pathLst>
              <a:path w="9704" h="2270">
                <a:moveTo>
                  <a:pt x="318" y="472"/>
                </a:moveTo>
                <a:lnTo>
                  <a:pt x="318" y="1795"/>
                </a:lnTo>
                <a:cubicBezTo>
                  <a:pt x="318" y="1816"/>
                  <a:pt x="322" y="1836"/>
                  <a:pt x="330" y="1856"/>
                </a:cubicBezTo>
                <a:cubicBezTo>
                  <a:pt x="338" y="1875"/>
                  <a:pt x="349" y="1893"/>
                  <a:pt x="364" y="1908"/>
                </a:cubicBezTo>
                <a:cubicBezTo>
                  <a:pt x="379" y="1923"/>
                  <a:pt x="396" y="1934"/>
                  <a:pt x="416" y="1942"/>
                </a:cubicBezTo>
                <a:cubicBezTo>
                  <a:pt x="435" y="1951"/>
                  <a:pt x="455" y="1955"/>
                  <a:pt x="476" y="1955"/>
                </a:cubicBezTo>
                <a:lnTo>
                  <a:pt x="9235" y="1955"/>
                </a:lnTo>
                <a:cubicBezTo>
                  <a:pt x="9256" y="1955"/>
                  <a:pt x="9276" y="1951"/>
                  <a:pt x="9296" y="1942"/>
                </a:cubicBezTo>
                <a:cubicBezTo>
                  <a:pt x="9315" y="1934"/>
                  <a:pt x="9332" y="1923"/>
                  <a:pt x="9347" y="1908"/>
                </a:cubicBezTo>
                <a:cubicBezTo>
                  <a:pt x="9362" y="1893"/>
                  <a:pt x="9374" y="1875"/>
                  <a:pt x="9382" y="1856"/>
                </a:cubicBezTo>
                <a:cubicBezTo>
                  <a:pt x="9390" y="1836"/>
                  <a:pt x="9394" y="1816"/>
                  <a:pt x="9394" y="1795"/>
                </a:cubicBezTo>
                <a:lnTo>
                  <a:pt x="9394" y="472"/>
                </a:lnTo>
                <a:cubicBezTo>
                  <a:pt x="9394" y="451"/>
                  <a:pt x="9390" y="431"/>
                  <a:pt x="9382" y="411"/>
                </a:cubicBezTo>
                <a:cubicBezTo>
                  <a:pt x="9374" y="392"/>
                  <a:pt x="9362" y="375"/>
                  <a:pt x="9347" y="360"/>
                </a:cubicBezTo>
                <a:cubicBezTo>
                  <a:pt x="9332" y="345"/>
                  <a:pt x="9315" y="333"/>
                  <a:pt x="9296" y="325"/>
                </a:cubicBezTo>
                <a:cubicBezTo>
                  <a:pt x="9276" y="317"/>
                  <a:pt x="9256" y="313"/>
                  <a:pt x="9235" y="313"/>
                </a:cubicBezTo>
                <a:lnTo>
                  <a:pt x="476" y="313"/>
                </a:lnTo>
                <a:cubicBezTo>
                  <a:pt x="455" y="313"/>
                  <a:pt x="435" y="317"/>
                  <a:pt x="416" y="325"/>
                </a:cubicBezTo>
                <a:cubicBezTo>
                  <a:pt x="396" y="333"/>
                  <a:pt x="379" y="345"/>
                  <a:pt x="364" y="360"/>
                </a:cubicBezTo>
                <a:cubicBezTo>
                  <a:pt x="349" y="375"/>
                  <a:pt x="338" y="392"/>
                  <a:pt x="330" y="411"/>
                </a:cubicBezTo>
                <a:cubicBezTo>
                  <a:pt x="322" y="431"/>
                  <a:pt x="318" y="451"/>
                  <a:pt x="318" y="472"/>
                </a:cubicBezTo>
                <a:moveTo>
                  <a:pt x="0" y="0"/>
                </a:moveTo>
                <a:lnTo>
                  <a:pt x="9704" y="0"/>
                </a:lnTo>
                <a:lnTo>
                  <a:pt x="9704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EC4899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1099800" y="5557680"/>
            <a:ext cx="3277080" cy="600480"/>
          </a:xfrm>
          <a:custGeom>
            <a:avLst/>
            <a:gdLst/>
            <a:ahLst/>
            <a:rect l="0" t="0" r="r" b="b"/>
            <a:pathLst>
              <a:path w="9103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2" y="149"/>
                  <a:pt x="4" y="138"/>
                </a:cubicBezTo>
                <a:cubicBezTo>
                  <a:pt x="6" y="127"/>
                  <a:pt x="9" y="117"/>
                  <a:pt x="14" y="106"/>
                </a:cubicBezTo>
                <a:cubicBezTo>
                  <a:pt x="18" y="96"/>
                  <a:pt x="23" y="86"/>
                  <a:pt x="29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3"/>
                  <a:pt x="96" y="17"/>
                  <a:pt x="107" y="13"/>
                </a:cubicBezTo>
                <a:cubicBezTo>
                  <a:pt x="117" y="9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lnTo>
                  <a:pt x="8931" y="0"/>
                </a:lnTo>
                <a:cubicBezTo>
                  <a:pt x="8942" y="0"/>
                  <a:pt x="8954" y="1"/>
                  <a:pt x="8965" y="3"/>
                </a:cubicBezTo>
                <a:cubicBezTo>
                  <a:pt x="8976" y="5"/>
                  <a:pt x="8987" y="9"/>
                  <a:pt x="8997" y="13"/>
                </a:cubicBezTo>
                <a:cubicBezTo>
                  <a:pt x="9007" y="17"/>
                  <a:pt x="9017" y="23"/>
                  <a:pt x="9027" y="29"/>
                </a:cubicBezTo>
                <a:cubicBezTo>
                  <a:pt x="9036" y="35"/>
                  <a:pt x="9045" y="42"/>
                  <a:pt x="9053" y="50"/>
                </a:cubicBezTo>
                <a:cubicBezTo>
                  <a:pt x="9061" y="58"/>
                  <a:pt x="9068" y="67"/>
                  <a:pt x="9074" y="76"/>
                </a:cubicBezTo>
                <a:cubicBezTo>
                  <a:pt x="9080" y="86"/>
                  <a:pt x="9086" y="96"/>
                  <a:pt x="9090" y="106"/>
                </a:cubicBezTo>
                <a:cubicBezTo>
                  <a:pt x="9094" y="117"/>
                  <a:pt x="9098" y="127"/>
                  <a:pt x="9100" y="138"/>
                </a:cubicBezTo>
                <a:cubicBezTo>
                  <a:pt x="9102" y="149"/>
                  <a:pt x="9103" y="161"/>
                  <a:pt x="9103" y="172"/>
                </a:cubicBezTo>
                <a:lnTo>
                  <a:pt x="9103" y="1496"/>
                </a:lnTo>
                <a:cubicBezTo>
                  <a:pt x="9103" y="1507"/>
                  <a:pt x="9102" y="1518"/>
                  <a:pt x="9100" y="1529"/>
                </a:cubicBezTo>
                <a:cubicBezTo>
                  <a:pt x="9098" y="1540"/>
                  <a:pt x="9094" y="1551"/>
                  <a:pt x="9090" y="1562"/>
                </a:cubicBezTo>
                <a:cubicBezTo>
                  <a:pt x="9086" y="1572"/>
                  <a:pt x="9080" y="1582"/>
                  <a:pt x="9074" y="1591"/>
                </a:cubicBezTo>
                <a:cubicBezTo>
                  <a:pt x="9068" y="1601"/>
                  <a:pt x="9061" y="1609"/>
                  <a:pt x="9053" y="1617"/>
                </a:cubicBezTo>
                <a:cubicBezTo>
                  <a:pt x="9045" y="1625"/>
                  <a:pt x="9036" y="1633"/>
                  <a:pt x="9027" y="1639"/>
                </a:cubicBezTo>
                <a:cubicBezTo>
                  <a:pt x="9017" y="1645"/>
                  <a:pt x="9007" y="1650"/>
                  <a:pt x="8997" y="1655"/>
                </a:cubicBezTo>
                <a:cubicBezTo>
                  <a:pt x="8987" y="1659"/>
                  <a:pt x="8976" y="1662"/>
                  <a:pt x="8965" y="1665"/>
                </a:cubicBezTo>
                <a:cubicBezTo>
                  <a:pt x="8954" y="1667"/>
                  <a:pt x="8942" y="1668"/>
                  <a:pt x="8931" y="1668"/>
                </a:cubicBezTo>
                <a:lnTo>
                  <a:pt x="172" y="1668"/>
                </a:lnTo>
                <a:cubicBezTo>
                  <a:pt x="161" y="1668"/>
                  <a:pt x="150" y="1667"/>
                  <a:pt x="139" y="1665"/>
                </a:cubicBezTo>
                <a:cubicBezTo>
                  <a:pt x="128" y="1662"/>
                  <a:pt x="117" y="1659"/>
                  <a:pt x="107" y="1655"/>
                </a:cubicBezTo>
                <a:cubicBezTo>
                  <a:pt x="96" y="1650"/>
                  <a:pt x="86" y="1645"/>
                  <a:pt x="77" y="1639"/>
                </a:cubicBezTo>
                <a:cubicBezTo>
                  <a:pt x="67" y="1633"/>
                  <a:pt x="59" y="1625"/>
                  <a:pt x="51" y="1617"/>
                </a:cubicBezTo>
                <a:cubicBezTo>
                  <a:pt x="43" y="1609"/>
                  <a:pt x="36" y="1601"/>
                  <a:pt x="29" y="1591"/>
                </a:cubicBezTo>
                <a:cubicBezTo>
                  <a:pt x="23" y="1582"/>
                  <a:pt x="18" y="1572"/>
                  <a:pt x="14" y="1562"/>
                </a:cubicBezTo>
                <a:cubicBezTo>
                  <a:pt x="9" y="1551"/>
                  <a:pt x="6" y="1540"/>
                  <a:pt x="4" y="1529"/>
                </a:cubicBezTo>
                <a:cubicBezTo>
                  <a:pt x="2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1099800" y="5557680"/>
            <a:ext cx="3277080" cy="600480"/>
          </a:xfrm>
          <a:custGeom>
            <a:avLst/>
            <a:gdLst/>
            <a:ahLst/>
            <a:rect l="0" t="0" r="r" b="b"/>
            <a:pathLst>
              <a:path w="9103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2" y="149"/>
                  <a:pt x="4" y="138"/>
                </a:cubicBezTo>
                <a:cubicBezTo>
                  <a:pt x="6" y="127"/>
                  <a:pt x="9" y="117"/>
                  <a:pt x="14" y="106"/>
                </a:cubicBezTo>
                <a:cubicBezTo>
                  <a:pt x="18" y="96"/>
                  <a:pt x="23" y="86"/>
                  <a:pt x="29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3"/>
                  <a:pt x="96" y="17"/>
                  <a:pt x="107" y="13"/>
                </a:cubicBezTo>
                <a:cubicBezTo>
                  <a:pt x="117" y="9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lnTo>
                  <a:pt x="8931" y="0"/>
                </a:lnTo>
                <a:cubicBezTo>
                  <a:pt x="8942" y="0"/>
                  <a:pt x="8954" y="1"/>
                  <a:pt x="8965" y="3"/>
                </a:cubicBezTo>
                <a:cubicBezTo>
                  <a:pt x="8976" y="5"/>
                  <a:pt x="8987" y="9"/>
                  <a:pt x="8997" y="13"/>
                </a:cubicBezTo>
                <a:cubicBezTo>
                  <a:pt x="9007" y="17"/>
                  <a:pt x="9017" y="23"/>
                  <a:pt x="9027" y="29"/>
                </a:cubicBezTo>
                <a:cubicBezTo>
                  <a:pt x="9036" y="35"/>
                  <a:pt x="9045" y="42"/>
                  <a:pt x="9053" y="50"/>
                </a:cubicBezTo>
                <a:cubicBezTo>
                  <a:pt x="9061" y="58"/>
                  <a:pt x="9068" y="67"/>
                  <a:pt x="9074" y="76"/>
                </a:cubicBezTo>
                <a:cubicBezTo>
                  <a:pt x="9080" y="86"/>
                  <a:pt x="9086" y="96"/>
                  <a:pt x="9090" y="106"/>
                </a:cubicBezTo>
                <a:cubicBezTo>
                  <a:pt x="9094" y="117"/>
                  <a:pt x="9098" y="127"/>
                  <a:pt x="9100" y="138"/>
                </a:cubicBezTo>
                <a:cubicBezTo>
                  <a:pt x="9102" y="149"/>
                  <a:pt x="9103" y="161"/>
                  <a:pt x="9103" y="172"/>
                </a:cubicBezTo>
                <a:lnTo>
                  <a:pt x="9103" y="1496"/>
                </a:lnTo>
                <a:cubicBezTo>
                  <a:pt x="9103" y="1507"/>
                  <a:pt x="9102" y="1518"/>
                  <a:pt x="9100" y="1529"/>
                </a:cubicBezTo>
                <a:cubicBezTo>
                  <a:pt x="9098" y="1540"/>
                  <a:pt x="9094" y="1551"/>
                  <a:pt x="9090" y="1562"/>
                </a:cubicBezTo>
                <a:cubicBezTo>
                  <a:pt x="9086" y="1572"/>
                  <a:pt x="9080" y="1582"/>
                  <a:pt x="9074" y="1591"/>
                </a:cubicBezTo>
                <a:cubicBezTo>
                  <a:pt x="9068" y="1601"/>
                  <a:pt x="9061" y="1609"/>
                  <a:pt x="9053" y="1617"/>
                </a:cubicBezTo>
                <a:cubicBezTo>
                  <a:pt x="9045" y="1625"/>
                  <a:pt x="9036" y="1633"/>
                  <a:pt x="9027" y="1639"/>
                </a:cubicBezTo>
                <a:cubicBezTo>
                  <a:pt x="9017" y="1645"/>
                  <a:pt x="9007" y="1650"/>
                  <a:pt x="8997" y="1655"/>
                </a:cubicBezTo>
                <a:cubicBezTo>
                  <a:pt x="8987" y="1659"/>
                  <a:pt x="8976" y="1662"/>
                  <a:pt x="8965" y="1665"/>
                </a:cubicBezTo>
                <a:cubicBezTo>
                  <a:pt x="8954" y="1667"/>
                  <a:pt x="8942" y="1668"/>
                  <a:pt x="8931" y="1668"/>
                </a:cubicBezTo>
                <a:lnTo>
                  <a:pt x="172" y="1668"/>
                </a:lnTo>
                <a:cubicBezTo>
                  <a:pt x="161" y="1668"/>
                  <a:pt x="150" y="1667"/>
                  <a:pt x="139" y="1665"/>
                </a:cubicBezTo>
                <a:cubicBezTo>
                  <a:pt x="128" y="1662"/>
                  <a:pt x="117" y="1659"/>
                  <a:pt x="107" y="1655"/>
                </a:cubicBezTo>
                <a:cubicBezTo>
                  <a:pt x="96" y="1650"/>
                  <a:pt x="86" y="1645"/>
                  <a:pt x="77" y="1639"/>
                </a:cubicBezTo>
                <a:cubicBezTo>
                  <a:pt x="67" y="1633"/>
                  <a:pt x="59" y="1625"/>
                  <a:pt x="51" y="1617"/>
                </a:cubicBezTo>
                <a:cubicBezTo>
                  <a:pt x="43" y="1609"/>
                  <a:pt x="36" y="1601"/>
                  <a:pt x="29" y="1591"/>
                </a:cubicBezTo>
                <a:cubicBezTo>
                  <a:pt x="23" y="1582"/>
                  <a:pt x="18" y="1572"/>
                  <a:pt x="14" y="1562"/>
                </a:cubicBezTo>
                <a:cubicBezTo>
                  <a:pt x="9" y="1551"/>
                  <a:pt x="6" y="1540"/>
                  <a:pt x="4" y="1529"/>
                </a:cubicBezTo>
                <a:cubicBezTo>
                  <a:pt x="2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EC4899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 txBox="1"/>
          <p:nvPr/>
        </p:nvSpPr>
        <p:spPr>
          <a:xfrm>
            <a:off x="7899120" y="5314680"/>
            <a:ext cx="4068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e v a n c e O S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 txBox="1"/>
          <p:nvPr/>
        </p:nvSpPr>
        <p:spPr>
          <a:xfrm>
            <a:off x="2059920" y="57531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F472B6"/>
                </a:solidFill>
                <a:effectLst/>
                <a:uFillTx/>
                <a:latin typeface="SegoeUIEmoji"/>
                <a:ea typeface="SegoeUIEmoji"/>
              </a:rPr>
              <a:t>🏢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 txBox="1"/>
          <p:nvPr/>
        </p:nvSpPr>
        <p:spPr>
          <a:xfrm>
            <a:off x="2232360" y="5716080"/>
            <a:ext cx="1162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F472B6"/>
                </a:solidFill>
                <a:effectLst/>
                <a:uFillTx/>
                <a:latin typeface="SegoeUI"/>
                <a:ea typeface="SegoeUI"/>
              </a:rPr>
              <a:t>  C o l l e c t o r   /   D M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 txBox="1"/>
          <p:nvPr/>
        </p:nvSpPr>
        <p:spPr>
          <a:xfrm>
            <a:off x="2045160" y="587160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 txBox="1"/>
          <p:nvPr/>
        </p:nvSpPr>
        <p:spPr>
          <a:xfrm>
            <a:off x="2091240" y="5871600"/>
            <a:ext cx="1346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A S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 txBox="1"/>
          <p:nvPr/>
        </p:nvSpPr>
        <p:spPr>
          <a:xfrm>
            <a:off x="2273760" y="5871600"/>
            <a:ext cx="1044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 txBox="1"/>
          <p:nvPr/>
        </p:nvSpPr>
        <p:spPr>
          <a:xfrm>
            <a:off x="2415960" y="5871600"/>
            <a:ext cx="824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D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 txBox="1"/>
          <p:nvPr/>
        </p:nvSpPr>
        <p:spPr>
          <a:xfrm>
            <a:off x="2535840" y="5871600"/>
            <a:ext cx="146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s t r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 txBox="1"/>
          <p:nvPr/>
        </p:nvSpPr>
        <p:spPr>
          <a:xfrm>
            <a:off x="2740320" y="5871600"/>
            <a:ext cx="1094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t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 txBox="1"/>
          <p:nvPr/>
        </p:nvSpPr>
        <p:spPr>
          <a:xfrm>
            <a:off x="2897640" y="5871600"/>
            <a:ext cx="3186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E x e c u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1618920" y="5981400"/>
            <a:ext cx="1352880" cy="124200"/>
          </a:xfrm>
          <a:custGeom>
            <a:avLst/>
            <a:gdLst/>
            <a:ahLst/>
            <a:rect l="0" t="0" r="r" b="b"/>
            <a:pathLst>
              <a:path w="3758" h="345">
                <a:moveTo>
                  <a:pt x="14" y="107"/>
                </a:moveTo>
                <a:cubicBezTo>
                  <a:pt x="22" y="86"/>
                  <a:pt x="35" y="68"/>
                  <a:pt x="51" y="52"/>
                </a:cubicBezTo>
                <a:cubicBezTo>
                  <a:pt x="67" y="36"/>
                  <a:pt x="86" y="23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3587" y="0"/>
                </a:lnTo>
                <a:cubicBezTo>
                  <a:pt x="3609" y="0"/>
                  <a:pt x="3631" y="5"/>
                  <a:pt x="3652" y="13"/>
                </a:cubicBezTo>
                <a:cubicBezTo>
                  <a:pt x="3673" y="23"/>
                  <a:pt x="3692" y="36"/>
                  <a:pt x="3708" y="52"/>
                </a:cubicBezTo>
                <a:cubicBezTo>
                  <a:pt x="3724" y="68"/>
                  <a:pt x="3737" y="86"/>
                  <a:pt x="3745" y="107"/>
                </a:cubicBezTo>
                <a:cubicBezTo>
                  <a:pt x="3754" y="129"/>
                  <a:pt x="3758" y="151"/>
                  <a:pt x="3758" y="173"/>
                </a:cubicBezTo>
                <a:cubicBezTo>
                  <a:pt x="3758" y="196"/>
                  <a:pt x="3754" y="218"/>
                  <a:pt x="3745" y="239"/>
                </a:cubicBezTo>
                <a:cubicBezTo>
                  <a:pt x="3737" y="260"/>
                  <a:pt x="3724" y="279"/>
                  <a:pt x="3708" y="295"/>
                </a:cubicBezTo>
                <a:cubicBezTo>
                  <a:pt x="3692" y="311"/>
                  <a:pt x="3673" y="323"/>
                  <a:pt x="3652" y="332"/>
                </a:cubicBezTo>
                <a:cubicBezTo>
                  <a:pt x="3631" y="341"/>
                  <a:pt x="3609" y="345"/>
                  <a:pt x="3587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1"/>
                  <a:pt x="5" y="129"/>
                  <a:pt x="14" y="107"/>
                </a:cubicBezTo>
                <a:close/>
              </a:path>
            </a:pathLst>
          </a:custGeom>
          <a:solidFill>
            <a:srgbClr val="10B981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1618920" y="5981400"/>
            <a:ext cx="1352880" cy="124200"/>
          </a:xfrm>
          <a:custGeom>
            <a:avLst/>
            <a:gdLst/>
            <a:ahLst/>
            <a:rect l="0" t="0" r="r" b="b"/>
            <a:pathLst>
              <a:path w="3758" h="345">
                <a:moveTo>
                  <a:pt x="0" y="173"/>
                </a:moveTo>
                <a:cubicBezTo>
                  <a:pt x="0" y="151"/>
                  <a:pt x="5" y="129"/>
                  <a:pt x="14" y="107"/>
                </a:cubicBezTo>
                <a:cubicBezTo>
                  <a:pt x="22" y="86"/>
                  <a:pt x="35" y="68"/>
                  <a:pt x="51" y="52"/>
                </a:cubicBezTo>
                <a:cubicBezTo>
                  <a:pt x="67" y="36"/>
                  <a:pt x="86" y="23"/>
                  <a:pt x="107" y="13"/>
                </a:cubicBezTo>
                <a:cubicBezTo>
                  <a:pt x="128" y="5"/>
                  <a:pt x="150" y="0"/>
                  <a:pt x="172" y="0"/>
                </a:cubicBezTo>
                <a:lnTo>
                  <a:pt x="3587" y="0"/>
                </a:lnTo>
                <a:cubicBezTo>
                  <a:pt x="3609" y="0"/>
                  <a:pt x="3631" y="5"/>
                  <a:pt x="3652" y="13"/>
                </a:cubicBezTo>
                <a:cubicBezTo>
                  <a:pt x="3673" y="23"/>
                  <a:pt x="3692" y="36"/>
                  <a:pt x="3708" y="52"/>
                </a:cubicBezTo>
                <a:cubicBezTo>
                  <a:pt x="3724" y="68"/>
                  <a:pt x="3737" y="86"/>
                  <a:pt x="3745" y="107"/>
                </a:cubicBezTo>
                <a:cubicBezTo>
                  <a:pt x="3754" y="129"/>
                  <a:pt x="3758" y="151"/>
                  <a:pt x="3758" y="173"/>
                </a:cubicBezTo>
                <a:cubicBezTo>
                  <a:pt x="3758" y="196"/>
                  <a:pt x="3754" y="218"/>
                  <a:pt x="3745" y="239"/>
                </a:cubicBezTo>
                <a:cubicBezTo>
                  <a:pt x="3737" y="260"/>
                  <a:pt x="3724" y="279"/>
                  <a:pt x="3708" y="295"/>
                </a:cubicBezTo>
                <a:cubicBezTo>
                  <a:pt x="3692" y="311"/>
                  <a:pt x="3673" y="323"/>
                  <a:pt x="3652" y="332"/>
                </a:cubicBezTo>
                <a:cubicBezTo>
                  <a:pt x="3631" y="341"/>
                  <a:pt x="3609" y="345"/>
                  <a:pt x="3587" y="345"/>
                </a:cubicBezTo>
                <a:lnTo>
                  <a:pt x="172" y="345"/>
                </a:lnTo>
                <a:cubicBezTo>
                  <a:pt x="150" y="345"/>
                  <a:pt x="128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8"/>
                </a:moveTo>
                <a:cubicBezTo>
                  <a:pt x="163" y="28"/>
                  <a:pt x="153" y="29"/>
                  <a:pt x="144" y="31"/>
                </a:cubicBezTo>
                <a:cubicBezTo>
                  <a:pt x="135" y="32"/>
                  <a:pt x="126" y="35"/>
                  <a:pt x="117" y="39"/>
                </a:cubicBezTo>
                <a:cubicBezTo>
                  <a:pt x="108" y="43"/>
                  <a:pt x="99" y="47"/>
                  <a:pt x="92" y="52"/>
                </a:cubicBezTo>
                <a:cubicBezTo>
                  <a:pt x="84" y="58"/>
                  <a:pt x="76" y="64"/>
                  <a:pt x="69" y="70"/>
                </a:cubicBezTo>
                <a:cubicBezTo>
                  <a:pt x="63" y="77"/>
                  <a:pt x="57" y="85"/>
                  <a:pt x="51" y="92"/>
                </a:cubicBezTo>
                <a:cubicBezTo>
                  <a:pt x="46" y="100"/>
                  <a:pt x="42" y="109"/>
                  <a:pt x="38" y="118"/>
                </a:cubicBezTo>
                <a:cubicBezTo>
                  <a:pt x="34" y="126"/>
                  <a:pt x="32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2" y="211"/>
                  <a:pt x="34" y="220"/>
                  <a:pt x="38" y="229"/>
                </a:cubicBezTo>
                <a:cubicBezTo>
                  <a:pt x="42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4" y="289"/>
                  <a:pt x="92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6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3587" y="319"/>
                </a:lnTo>
                <a:cubicBezTo>
                  <a:pt x="3596" y="319"/>
                  <a:pt x="3606" y="318"/>
                  <a:pt x="3615" y="316"/>
                </a:cubicBezTo>
                <a:cubicBezTo>
                  <a:pt x="3624" y="314"/>
                  <a:pt x="3633" y="311"/>
                  <a:pt x="3642" y="308"/>
                </a:cubicBezTo>
                <a:cubicBezTo>
                  <a:pt x="3651" y="304"/>
                  <a:pt x="3659" y="300"/>
                  <a:pt x="3667" y="294"/>
                </a:cubicBezTo>
                <a:cubicBezTo>
                  <a:pt x="3675" y="289"/>
                  <a:pt x="3683" y="283"/>
                  <a:pt x="3689" y="276"/>
                </a:cubicBezTo>
                <a:cubicBezTo>
                  <a:pt x="3696" y="269"/>
                  <a:pt x="3702" y="262"/>
                  <a:pt x="3708" y="254"/>
                </a:cubicBezTo>
                <a:cubicBezTo>
                  <a:pt x="3713" y="246"/>
                  <a:pt x="3717" y="238"/>
                  <a:pt x="3721" y="229"/>
                </a:cubicBezTo>
                <a:cubicBezTo>
                  <a:pt x="3725" y="220"/>
                  <a:pt x="3727" y="211"/>
                  <a:pt x="3729" y="202"/>
                </a:cubicBezTo>
                <a:cubicBezTo>
                  <a:pt x="3731" y="192"/>
                  <a:pt x="3732" y="183"/>
                  <a:pt x="3732" y="173"/>
                </a:cubicBezTo>
                <a:cubicBezTo>
                  <a:pt x="3732" y="164"/>
                  <a:pt x="3731" y="154"/>
                  <a:pt x="3729" y="145"/>
                </a:cubicBezTo>
                <a:cubicBezTo>
                  <a:pt x="3727" y="136"/>
                  <a:pt x="3725" y="126"/>
                  <a:pt x="3721" y="118"/>
                </a:cubicBezTo>
                <a:cubicBezTo>
                  <a:pt x="3717" y="109"/>
                  <a:pt x="3713" y="100"/>
                  <a:pt x="3708" y="92"/>
                </a:cubicBezTo>
                <a:cubicBezTo>
                  <a:pt x="3702" y="85"/>
                  <a:pt x="3696" y="77"/>
                  <a:pt x="3689" y="70"/>
                </a:cubicBezTo>
                <a:cubicBezTo>
                  <a:pt x="3683" y="64"/>
                  <a:pt x="3675" y="58"/>
                  <a:pt x="3667" y="52"/>
                </a:cubicBezTo>
                <a:cubicBezTo>
                  <a:pt x="3659" y="47"/>
                  <a:pt x="3651" y="43"/>
                  <a:pt x="3642" y="39"/>
                </a:cubicBezTo>
                <a:cubicBezTo>
                  <a:pt x="3633" y="35"/>
                  <a:pt x="3624" y="32"/>
                  <a:pt x="3615" y="31"/>
                </a:cubicBezTo>
                <a:cubicBezTo>
                  <a:pt x="3606" y="29"/>
                  <a:pt x="3596" y="28"/>
                  <a:pt x="3587" y="28"/>
                </a:cubicBezTo>
                <a:lnTo>
                  <a:pt x="172" y="28"/>
                </a:lnTo>
                <a:close/>
              </a:path>
            </a:pathLst>
          </a:custGeom>
          <a:solidFill>
            <a:srgbClr val="10B981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 txBox="1"/>
          <p:nvPr/>
        </p:nvSpPr>
        <p:spPr>
          <a:xfrm>
            <a:off x="3304440" y="5871600"/>
            <a:ext cx="864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v e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 txBox="1"/>
          <p:nvPr/>
        </p:nvSpPr>
        <p:spPr>
          <a:xfrm>
            <a:off x="1675440" y="600048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 txBox="1"/>
          <p:nvPr/>
        </p:nvSpPr>
        <p:spPr>
          <a:xfrm>
            <a:off x="1843560" y="6000480"/>
            <a:ext cx="4410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e v a n c e O S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 txBox="1"/>
          <p:nvPr/>
        </p:nvSpPr>
        <p:spPr>
          <a:xfrm>
            <a:off x="2391840" y="60004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 txBox="1"/>
          <p:nvPr/>
        </p:nvSpPr>
        <p:spPr>
          <a:xfrm>
            <a:off x="2527920" y="6000480"/>
            <a:ext cx="8928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O f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 txBox="1"/>
          <p:nvPr/>
        </p:nvSpPr>
        <p:spPr>
          <a:xfrm>
            <a:off x="2653200" y="60004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f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 txBox="1"/>
          <p:nvPr/>
        </p:nvSpPr>
        <p:spPr>
          <a:xfrm>
            <a:off x="2703240" y="600048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2990520" y="5981400"/>
            <a:ext cx="867240" cy="124200"/>
          </a:xfrm>
          <a:custGeom>
            <a:avLst/>
            <a:gdLst/>
            <a:ahLst/>
            <a:rect l="0" t="0" r="r" b="b"/>
            <a:pathLst>
              <a:path w="2409" h="345">
                <a:moveTo>
                  <a:pt x="14" y="107"/>
                </a:moveTo>
                <a:cubicBezTo>
                  <a:pt x="22" y="86"/>
                  <a:pt x="35" y="68"/>
                  <a:pt x="51" y="52"/>
                </a:cubicBezTo>
                <a:cubicBezTo>
                  <a:pt x="67" y="36"/>
                  <a:pt x="86" y="23"/>
                  <a:pt x="107" y="13"/>
                </a:cubicBezTo>
                <a:cubicBezTo>
                  <a:pt x="129" y="5"/>
                  <a:pt x="151" y="0"/>
                  <a:pt x="173" y="0"/>
                </a:cubicBezTo>
                <a:lnTo>
                  <a:pt x="2237" y="0"/>
                </a:lnTo>
                <a:cubicBezTo>
                  <a:pt x="2260" y="0"/>
                  <a:pt x="2282" y="5"/>
                  <a:pt x="2303" y="13"/>
                </a:cubicBezTo>
                <a:cubicBezTo>
                  <a:pt x="2324" y="23"/>
                  <a:pt x="2343" y="36"/>
                  <a:pt x="2359" y="52"/>
                </a:cubicBezTo>
                <a:cubicBezTo>
                  <a:pt x="2375" y="68"/>
                  <a:pt x="2387" y="86"/>
                  <a:pt x="2396" y="107"/>
                </a:cubicBezTo>
                <a:cubicBezTo>
                  <a:pt x="2405" y="129"/>
                  <a:pt x="2409" y="151"/>
                  <a:pt x="2409" y="173"/>
                </a:cubicBezTo>
                <a:cubicBezTo>
                  <a:pt x="2409" y="196"/>
                  <a:pt x="2405" y="218"/>
                  <a:pt x="2396" y="239"/>
                </a:cubicBezTo>
                <a:cubicBezTo>
                  <a:pt x="2387" y="260"/>
                  <a:pt x="2375" y="279"/>
                  <a:pt x="2359" y="295"/>
                </a:cubicBezTo>
                <a:cubicBezTo>
                  <a:pt x="2343" y="311"/>
                  <a:pt x="2324" y="323"/>
                  <a:pt x="2303" y="332"/>
                </a:cubicBezTo>
                <a:cubicBezTo>
                  <a:pt x="2282" y="341"/>
                  <a:pt x="2260" y="345"/>
                  <a:pt x="2237" y="345"/>
                </a:cubicBezTo>
                <a:lnTo>
                  <a:pt x="173" y="345"/>
                </a:lnTo>
                <a:cubicBezTo>
                  <a:pt x="151" y="345"/>
                  <a:pt x="129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1"/>
                  <a:pt x="5" y="129"/>
                  <a:pt x="14" y="107"/>
                </a:cubicBezTo>
                <a:close/>
              </a:path>
            </a:pathLst>
          </a:custGeom>
          <a:solidFill>
            <a:srgbClr val="0EA5E9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2990520" y="5981400"/>
            <a:ext cx="867240" cy="124200"/>
          </a:xfrm>
          <a:custGeom>
            <a:avLst/>
            <a:gdLst/>
            <a:ahLst/>
            <a:rect l="0" t="0" r="r" b="b"/>
            <a:pathLst>
              <a:path w="2409" h="345">
                <a:moveTo>
                  <a:pt x="0" y="173"/>
                </a:moveTo>
                <a:cubicBezTo>
                  <a:pt x="0" y="151"/>
                  <a:pt x="5" y="129"/>
                  <a:pt x="14" y="107"/>
                </a:cubicBezTo>
                <a:cubicBezTo>
                  <a:pt x="22" y="86"/>
                  <a:pt x="35" y="68"/>
                  <a:pt x="51" y="52"/>
                </a:cubicBezTo>
                <a:cubicBezTo>
                  <a:pt x="67" y="36"/>
                  <a:pt x="86" y="23"/>
                  <a:pt x="107" y="13"/>
                </a:cubicBezTo>
                <a:cubicBezTo>
                  <a:pt x="129" y="5"/>
                  <a:pt x="151" y="0"/>
                  <a:pt x="173" y="0"/>
                </a:cubicBezTo>
                <a:lnTo>
                  <a:pt x="2237" y="0"/>
                </a:lnTo>
                <a:cubicBezTo>
                  <a:pt x="2260" y="0"/>
                  <a:pt x="2282" y="5"/>
                  <a:pt x="2303" y="13"/>
                </a:cubicBezTo>
                <a:cubicBezTo>
                  <a:pt x="2324" y="23"/>
                  <a:pt x="2343" y="36"/>
                  <a:pt x="2359" y="52"/>
                </a:cubicBezTo>
                <a:cubicBezTo>
                  <a:pt x="2375" y="68"/>
                  <a:pt x="2387" y="86"/>
                  <a:pt x="2396" y="107"/>
                </a:cubicBezTo>
                <a:cubicBezTo>
                  <a:pt x="2405" y="129"/>
                  <a:pt x="2409" y="151"/>
                  <a:pt x="2409" y="173"/>
                </a:cubicBezTo>
                <a:cubicBezTo>
                  <a:pt x="2409" y="196"/>
                  <a:pt x="2405" y="218"/>
                  <a:pt x="2396" y="239"/>
                </a:cubicBezTo>
                <a:cubicBezTo>
                  <a:pt x="2387" y="260"/>
                  <a:pt x="2375" y="279"/>
                  <a:pt x="2359" y="295"/>
                </a:cubicBezTo>
                <a:cubicBezTo>
                  <a:pt x="2343" y="311"/>
                  <a:pt x="2324" y="323"/>
                  <a:pt x="2303" y="332"/>
                </a:cubicBezTo>
                <a:cubicBezTo>
                  <a:pt x="2282" y="341"/>
                  <a:pt x="2260" y="345"/>
                  <a:pt x="2237" y="345"/>
                </a:cubicBezTo>
                <a:lnTo>
                  <a:pt x="173" y="345"/>
                </a:lnTo>
                <a:cubicBezTo>
                  <a:pt x="151" y="345"/>
                  <a:pt x="129" y="341"/>
                  <a:pt x="107" y="332"/>
                </a:cubicBezTo>
                <a:cubicBezTo>
                  <a:pt x="86" y="323"/>
                  <a:pt x="67" y="311"/>
                  <a:pt x="51" y="295"/>
                </a:cubicBezTo>
                <a:cubicBezTo>
                  <a:pt x="35" y="279"/>
                  <a:pt x="22" y="260"/>
                  <a:pt x="14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3" y="28"/>
                </a:moveTo>
                <a:cubicBezTo>
                  <a:pt x="164" y="28"/>
                  <a:pt x="154" y="29"/>
                  <a:pt x="145" y="31"/>
                </a:cubicBezTo>
                <a:cubicBezTo>
                  <a:pt x="136" y="32"/>
                  <a:pt x="127" y="35"/>
                  <a:pt x="117" y="39"/>
                </a:cubicBezTo>
                <a:cubicBezTo>
                  <a:pt x="108" y="43"/>
                  <a:pt x="99" y="47"/>
                  <a:pt x="92" y="52"/>
                </a:cubicBezTo>
                <a:cubicBezTo>
                  <a:pt x="84" y="58"/>
                  <a:pt x="76" y="64"/>
                  <a:pt x="69" y="70"/>
                </a:cubicBezTo>
                <a:cubicBezTo>
                  <a:pt x="63" y="77"/>
                  <a:pt x="57" y="85"/>
                  <a:pt x="51" y="92"/>
                </a:cubicBezTo>
                <a:cubicBezTo>
                  <a:pt x="46" y="100"/>
                  <a:pt x="42" y="109"/>
                  <a:pt x="38" y="118"/>
                </a:cubicBezTo>
                <a:cubicBezTo>
                  <a:pt x="34" y="126"/>
                  <a:pt x="32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2" y="211"/>
                  <a:pt x="34" y="220"/>
                  <a:pt x="38" y="229"/>
                </a:cubicBezTo>
                <a:cubicBezTo>
                  <a:pt x="42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4" y="289"/>
                  <a:pt x="92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7" y="311"/>
                  <a:pt x="136" y="314"/>
                  <a:pt x="145" y="316"/>
                </a:cubicBezTo>
                <a:cubicBezTo>
                  <a:pt x="154" y="318"/>
                  <a:pt x="164" y="319"/>
                  <a:pt x="173" y="319"/>
                </a:cubicBezTo>
                <a:lnTo>
                  <a:pt x="2237" y="319"/>
                </a:lnTo>
                <a:cubicBezTo>
                  <a:pt x="2247" y="319"/>
                  <a:pt x="2256" y="318"/>
                  <a:pt x="2266" y="316"/>
                </a:cubicBezTo>
                <a:cubicBezTo>
                  <a:pt x="2275" y="314"/>
                  <a:pt x="2284" y="311"/>
                  <a:pt x="2293" y="308"/>
                </a:cubicBezTo>
                <a:cubicBezTo>
                  <a:pt x="2302" y="304"/>
                  <a:pt x="2310" y="300"/>
                  <a:pt x="2318" y="294"/>
                </a:cubicBezTo>
                <a:cubicBezTo>
                  <a:pt x="2326" y="289"/>
                  <a:pt x="2333" y="283"/>
                  <a:pt x="2340" y="276"/>
                </a:cubicBezTo>
                <a:cubicBezTo>
                  <a:pt x="2347" y="269"/>
                  <a:pt x="2353" y="262"/>
                  <a:pt x="2358" y="254"/>
                </a:cubicBezTo>
                <a:cubicBezTo>
                  <a:pt x="2363" y="246"/>
                  <a:pt x="2368" y="238"/>
                  <a:pt x="2372" y="229"/>
                </a:cubicBezTo>
                <a:cubicBezTo>
                  <a:pt x="2375" y="220"/>
                  <a:pt x="2378" y="211"/>
                  <a:pt x="2380" y="202"/>
                </a:cubicBezTo>
                <a:cubicBezTo>
                  <a:pt x="2382" y="192"/>
                  <a:pt x="2383" y="183"/>
                  <a:pt x="2383" y="173"/>
                </a:cubicBezTo>
                <a:cubicBezTo>
                  <a:pt x="2383" y="164"/>
                  <a:pt x="2382" y="154"/>
                  <a:pt x="2380" y="145"/>
                </a:cubicBezTo>
                <a:cubicBezTo>
                  <a:pt x="2378" y="136"/>
                  <a:pt x="2375" y="126"/>
                  <a:pt x="2372" y="118"/>
                </a:cubicBezTo>
                <a:cubicBezTo>
                  <a:pt x="2368" y="109"/>
                  <a:pt x="2363" y="100"/>
                  <a:pt x="2358" y="92"/>
                </a:cubicBezTo>
                <a:cubicBezTo>
                  <a:pt x="2353" y="85"/>
                  <a:pt x="2347" y="77"/>
                  <a:pt x="2340" y="70"/>
                </a:cubicBezTo>
                <a:cubicBezTo>
                  <a:pt x="2333" y="64"/>
                  <a:pt x="2326" y="58"/>
                  <a:pt x="2318" y="52"/>
                </a:cubicBezTo>
                <a:cubicBezTo>
                  <a:pt x="2310" y="47"/>
                  <a:pt x="2302" y="43"/>
                  <a:pt x="2293" y="39"/>
                </a:cubicBezTo>
                <a:cubicBezTo>
                  <a:pt x="2284" y="35"/>
                  <a:pt x="2275" y="32"/>
                  <a:pt x="2266" y="31"/>
                </a:cubicBezTo>
                <a:cubicBezTo>
                  <a:pt x="2256" y="29"/>
                  <a:pt x="2247" y="28"/>
                  <a:pt x="2237" y="28"/>
                </a:cubicBezTo>
                <a:lnTo>
                  <a:pt x="173" y="28"/>
                </a:lnTo>
                <a:close/>
              </a:path>
            </a:pathLst>
          </a:custGeom>
          <a:solidFill>
            <a:srgbClr val="0EA5E9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 txBox="1"/>
          <p:nvPr/>
        </p:nvSpPr>
        <p:spPr>
          <a:xfrm>
            <a:off x="2747880" y="6000480"/>
            <a:ext cx="1238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c e r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 txBox="1"/>
          <p:nvPr/>
        </p:nvSpPr>
        <p:spPr>
          <a:xfrm>
            <a:off x="3052080" y="6000480"/>
            <a:ext cx="218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 n t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 txBox="1"/>
          <p:nvPr/>
        </p:nvSpPr>
        <p:spPr>
          <a:xfrm>
            <a:off x="3336120" y="6000480"/>
            <a:ext cx="124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n e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 txBox="1"/>
          <p:nvPr/>
        </p:nvSpPr>
        <p:spPr>
          <a:xfrm>
            <a:off x="3507120" y="6000480"/>
            <a:ext cx="129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P u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4355280" y="5449680"/>
            <a:ext cx="3481200" cy="817200"/>
          </a:xfrm>
          <a:custGeom>
            <a:avLst/>
            <a:gdLst/>
            <a:ahLst/>
            <a:rect l="0" t="0" r="r" b="b"/>
            <a:pathLst>
              <a:path w="9670" h="2270">
                <a:moveTo>
                  <a:pt x="310" y="472"/>
                </a:moveTo>
                <a:lnTo>
                  <a:pt x="310" y="1795"/>
                </a:lnTo>
                <a:cubicBezTo>
                  <a:pt x="310" y="1816"/>
                  <a:pt x="314" y="1836"/>
                  <a:pt x="323" y="1856"/>
                </a:cubicBezTo>
                <a:cubicBezTo>
                  <a:pt x="331" y="1875"/>
                  <a:pt x="342" y="1893"/>
                  <a:pt x="357" y="1908"/>
                </a:cubicBezTo>
                <a:cubicBezTo>
                  <a:pt x="372" y="1923"/>
                  <a:pt x="389" y="1934"/>
                  <a:pt x="408" y="1942"/>
                </a:cubicBezTo>
                <a:cubicBezTo>
                  <a:pt x="428" y="1951"/>
                  <a:pt x="448" y="1955"/>
                  <a:pt x="469" y="1955"/>
                </a:cubicBezTo>
                <a:lnTo>
                  <a:pt x="9201" y="1955"/>
                </a:lnTo>
                <a:cubicBezTo>
                  <a:pt x="9223" y="1955"/>
                  <a:pt x="9243" y="1951"/>
                  <a:pt x="9262" y="1942"/>
                </a:cubicBezTo>
                <a:cubicBezTo>
                  <a:pt x="9282" y="1934"/>
                  <a:pt x="9299" y="1923"/>
                  <a:pt x="9314" y="1908"/>
                </a:cubicBezTo>
                <a:cubicBezTo>
                  <a:pt x="9329" y="1893"/>
                  <a:pt x="9340" y="1875"/>
                  <a:pt x="9348" y="1856"/>
                </a:cubicBezTo>
                <a:cubicBezTo>
                  <a:pt x="9356" y="1836"/>
                  <a:pt x="9360" y="1816"/>
                  <a:pt x="9360" y="1795"/>
                </a:cubicBezTo>
                <a:lnTo>
                  <a:pt x="9360" y="472"/>
                </a:lnTo>
                <a:cubicBezTo>
                  <a:pt x="9360" y="451"/>
                  <a:pt x="9356" y="431"/>
                  <a:pt x="9348" y="411"/>
                </a:cubicBezTo>
                <a:cubicBezTo>
                  <a:pt x="9340" y="392"/>
                  <a:pt x="9329" y="375"/>
                  <a:pt x="9314" y="360"/>
                </a:cubicBezTo>
                <a:cubicBezTo>
                  <a:pt x="9299" y="345"/>
                  <a:pt x="9282" y="333"/>
                  <a:pt x="9262" y="325"/>
                </a:cubicBezTo>
                <a:cubicBezTo>
                  <a:pt x="9243" y="317"/>
                  <a:pt x="9223" y="313"/>
                  <a:pt x="9201" y="313"/>
                </a:cubicBezTo>
                <a:lnTo>
                  <a:pt x="469" y="313"/>
                </a:lnTo>
                <a:cubicBezTo>
                  <a:pt x="448" y="313"/>
                  <a:pt x="428" y="317"/>
                  <a:pt x="408" y="325"/>
                </a:cubicBezTo>
                <a:cubicBezTo>
                  <a:pt x="389" y="333"/>
                  <a:pt x="372" y="345"/>
                  <a:pt x="357" y="360"/>
                </a:cubicBezTo>
                <a:cubicBezTo>
                  <a:pt x="342" y="375"/>
                  <a:pt x="331" y="392"/>
                  <a:pt x="323" y="411"/>
                </a:cubicBezTo>
                <a:cubicBezTo>
                  <a:pt x="314" y="431"/>
                  <a:pt x="310" y="451"/>
                  <a:pt x="310" y="472"/>
                </a:cubicBezTo>
                <a:moveTo>
                  <a:pt x="0" y="0"/>
                </a:moveTo>
                <a:lnTo>
                  <a:pt x="9670" y="0"/>
                </a:lnTo>
                <a:lnTo>
                  <a:pt x="9670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EC4899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4462200" y="5557680"/>
            <a:ext cx="3267360" cy="600480"/>
          </a:xfrm>
          <a:custGeom>
            <a:avLst/>
            <a:gdLst/>
            <a:ahLst/>
            <a:rect l="0" t="0" r="r" b="b"/>
            <a:pathLst>
              <a:path w="9076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4" y="138"/>
                </a:cubicBezTo>
                <a:cubicBezTo>
                  <a:pt x="6" y="127"/>
                  <a:pt x="9" y="117"/>
                  <a:pt x="13" y="106"/>
                </a:cubicBezTo>
                <a:cubicBezTo>
                  <a:pt x="18" y="96"/>
                  <a:pt x="23" y="86"/>
                  <a:pt x="29" y="76"/>
                </a:cubicBezTo>
                <a:cubicBezTo>
                  <a:pt x="35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7" y="9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lnTo>
                  <a:pt x="8904" y="0"/>
                </a:lnTo>
                <a:cubicBezTo>
                  <a:pt x="8916" y="0"/>
                  <a:pt x="8927" y="1"/>
                  <a:pt x="8938" y="3"/>
                </a:cubicBezTo>
                <a:cubicBezTo>
                  <a:pt x="8949" y="5"/>
                  <a:pt x="8960" y="9"/>
                  <a:pt x="8970" y="13"/>
                </a:cubicBezTo>
                <a:cubicBezTo>
                  <a:pt x="8981" y="17"/>
                  <a:pt x="8991" y="23"/>
                  <a:pt x="9000" y="29"/>
                </a:cubicBezTo>
                <a:cubicBezTo>
                  <a:pt x="9009" y="35"/>
                  <a:pt x="9018" y="42"/>
                  <a:pt x="9026" y="50"/>
                </a:cubicBezTo>
                <a:cubicBezTo>
                  <a:pt x="9034" y="58"/>
                  <a:pt x="9041" y="67"/>
                  <a:pt x="9047" y="76"/>
                </a:cubicBezTo>
                <a:cubicBezTo>
                  <a:pt x="9054" y="86"/>
                  <a:pt x="9059" y="96"/>
                  <a:pt x="9063" y="106"/>
                </a:cubicBezTo>
                <a:cubicBezTo>
                  <a:pt x="9068" y="117"/>
                  <a:pt x="9071" y="127"/>
                  <a:pt x="9073" y="138"/>
                </a:cubicBezTo>
                <a:cubicBezTo>
                  <a:pt x="9075" y="149"/>
                  <a:pt x="9076" y="161"/>
                  <a:pt x="9076" y="172"/>
                </a:cubicBezTo>
                <a:lnTo>
                  <a:pt x="9076" y="1496"/>
                </a:lnTo>
                <a:cubicBezTo>
                  <a:pt x="9076" y="1507"/>
                  <a:pt x="9075" y="1518"/>
                  <a:pt x="9073" y="1529"/>
                </a:cubicBezTo>
                <a:cubicBezTo>
                  <a:pt x="9071" y="1540"/>
                  <a:pt x="9068" y="1551"/>
                  <a:pt x="9063" y="1562"/>
                </a:cubicBezTo>
                <a:cubicBezTo>
                  <a:pt x="9059" y="1572"/>
                  <a:pt x="9054" y="1582"/>
                  <a:pt x="9047" y="1591"/>
                </a:cubicBezTo>
                <a:cubicBezTo>
                  <a:pt x="9041" y="1601"/>
                  <a:pt x="9034" y="1609"/>
                  <a:pt x="9026" y="1617"/>
                </a:cubicBezTo>
                <a:cubicBezTo>
                  <a:pt x="9018" y="1625"/>
                  <a:pt x="9009" y="1633"/>
                  <a:pt x="9000" y="1639"/>
                </a:cubicBezTo>
                <a:cubicBezTo>
                  <a:pt x="8991" y="1645"/>
                  <a:pt x="8981" y="1650"/>
                  <a:pt x="8970" y="1655"/>
                </a:cubicBezTo>
                <a:cubicBezTo>
                  <a:pt x="8960" y="1659"/>
                  <a:pt x="8949" y="1662"/>
                  <a:pt x="8938" y="1665"/>
                </a:cubicBezTo>
                <a:cubicBezTo>
                  <a:pt x="8927" y="1667"/>
                  <a:pt x="8916" y="1668"/>
                  <a:pt x="8904" y="1668"/>
                </a:cubicBezTo>
                <a:lnTo>
                  <a:pt x="172" y="1668"/>
                </a:lnTo>
                <a:cubicBezTo>
                  <a:pt x="161" y="1668"/>
                  <a:pt x="150" y="1667"/>
                  <a:pt x="139" y="1665"/>
                </a:cubicBezTo>
                <a:cubicBezTo>
                  <a:pt x="128" y="1662"/>
                  <a:pt x="117" y="1659"/>
                  <a:pt x="106" y="1655"/>
                </a:cubicBezTo>
                <a:cubicBezTo>
                  <a:pt x="96" y="1650"/>
                  <a:pt x="86" y="1645"/>
                  <a:pt x="77" y="1639"/>
                </a:cubicBezTo>
                <a:cubicBezTo>
                  <a:pt x="67" y="1633"/>
                  <a:pt x="59" y="1625"/>
                  <a:pt x="51" y="1617"/>
                </a:cubicBezTo>
                <a:cubicBezTo>
                  <a:pt x="43" y="1609"/>
                  <a:pt x="35" y="1601"/>
                  <a:pt x="29" y="1591"/>
                </a:cubicBezTo>
                <a:cubicBezTo>
                  <a:pt x="23" y="1582"/>
                  <a:pt x="18" y="1572"/>
                  <a:pt x="13" y="1562"/>
                </a:cubicBezTo>
                <a:cubicBezTo>
                  <a:pt x="9" y="1551"/>
                  <a:pt x="6" y="1540"/>
                  <a:pt x="4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4462200" y="5557680"/>
            <a:ext cx="3267360" cy="600480"/>
          </a:xfrm>
          <a:custGeom>
            <a:avLst/>
            <a:gdLst/>
            <a:ahLst/>
            <a:rect l="0" t="0" r="r" b="b"/>
            <a:pathLst>
              <a:path w="9076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4" y="138"/>
                </a:cubicBezTo>
                <a:cubicBezTo>
                  <a:pt x="6" y="127"/>
                  <a:pt x="9" y="117"/>
                  <a:pt x="13" y="106"/>
                </a:cubicBezTo>
                <a:cubicBezTo>
                  <a:pt x="18" y="96"/>
                  <a:pt x="23" y="86"/>
                  <a:pt x="29" y="76"/>
                </a:cubicBezTo>
                <a:cubicBezTo>
                  <a:pt x="35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7" y="9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lnTo>
                  <a:pt x="8904" y="0"/>
                </a:lnTo>
                <a:cubicBezTo>
                  <a:pt x="8916" y="0"/>
                  <a:pt x="8927" y="1"/>
                  <a:pt x="8938" y="3"/>
                </a:cubicBezTo>
                <a:cubicBezTo>
                  <a:pt x="8949" y="5"/>
                  <a:pt x="8960" y="9"/>
                  <a:pt x="8970" y="13"/>
                </a:cubicBezTo>
                <a:cubicBezTo>
                  <a:pt x="8981" y="17"/>
                  <a:pt x="8991" y="23"/>
                  <a:pt x="9000" y="29"/>
                </a:cubicBezTo>
                <a:cubicBezTo>
                  <a:pt x="9009" y="35"/>
                  <a:pt x="9018" y="42"/>
                  <a:pt x="9026" y="50"/>
                </a:cubicBezTo>
                <a:cubicBezTo>
                  <a:pt x="9034" y="58"/>
                  <a:pt x="9041" y="67"/>
                  <a:pt x="9047" y="76"/>
                </a:cubicBezTo>
                <a:cubicBezTo>
                  <a:pt x="9054" y="86"/>
                  <a:pt x="9059" y="96"/>
                  <a:pt x="9063" y="106"/>
                </a:cubicBezTo>
                <a:cubicBezTo>
                  <a:pt x="9068" y="117"/>
                  <a:pt x="9071" y="127"/>
                  <a:pt x="9073" y="138"/>
                </a:cubicBezTo>
                <a:cubicBezTo>
                  <a:pt x="9075" y="149"/>
                  <a:pt x="9076" y="161"/>
                  <a:pt x="9076" y="172"/>
                </a:cubicBezTo>
                <a:lnTo>
                  <a:pt x="9076" y="1496"/>
                </a:lnTo>
                <a:cubicBezTo>
                  <a:pt x="9076" y="1507"/>
                  <a:pt x="9075" y="1518"/>
                  <a:pt x="9073" y="1529"/>
                </a:cubicBezTo>
                <a:cubicBezTo>
                  <a:pt x="9071" y="1540"/>
                  <a:pt x="9068" y="1551"/>
                  <a:pt x="9063" y="1562"/>
                </a:cubicBezTo>
                <a:cubicBezTo>
                  <a:pt x="9059" y="1572"/>
                  <a:pt x="9054" y="1582"/>
                  <a:pt x="9047" y="1591"/>
                </a:cubicBezTo>
                <a:cubicBezTo>
                  <a:pt x="9041" y="1601"/>
                  <a:pt x="9034" y="1609"/>
                  <a:pt x="9026" y="1617"/>
                </a:cubicBezTo>
                <a:cubicBezTo>
                  <a:pt x="9018" y="1625"/>
                  <a:pt x="9009" y="1633"/>
                  <a:pt x="9000" y="1639"/>
                </a:cubicBezTo>
                <a:cubicBezTo>
                  <a:pt x="8991" y="1645"/>
                  <a:pt x="8981" y="1650"/>
                  <a:pt x="8970" y="1655"/>
                </a:cubicBezTo>
                <a:cubicBezTo>
                  <a:pt x="8960" y="1659"/>
                  <a:pt x="8949" y="1662"/>
                  <a:pt x="8938" y="1665"/>
                </a:cubicBezTo>
                <a:cubicBezTo>
                  <a:pt x="8927" y="1667"/>
                  <a:pt x="8916" y="1668"/>
                  <a:pt x="8904" y="1668"/>
                </a:cubicBezTo>
                <a:lnTo>
                  <a:pt x="172" y="1668"/>
                </a:lnTo>
                <a:cubicBezTo>
                  <a:pt x="161" y="1668"/>
                  <a:pt x="150" y="1667"/>
                  <a:pt x="139" y="1665"/>
                </a:cubicBezTo>
                <a:cubicBezTo>
                  <a:pt x="128" y="1662"/>
                  <a:pt x="117" y="1659"/>
                  <a:pt x="106" y="1655"/>
                </a:cubicBezTo>
                <a:cubicBezTo>
                  <a:pt x="96" y="1650"/>
                  <a:pt x="86" y="1645"/>
                  <a:pt x="77" y="1639"/>
                </a:cubicBezTo>
                <a:cubicBezTo>
                  <a:pt x="67" y="1633"/>
                  <a:pt x="59" y="1625"/>
                  <a:pt x="51" y="1617"/>
                </a:cubicBezTo>
                <a:cubicBezTo>
                  <a:pt x="43" y="1609"/>
                  <a:pt x="35" y="1601"/>
                  <a:pt x="29" y="1591"/>
                </a:cubicBezTo>
                <a:cubicBezTo>
                  <a:pt x="23" y="1582"/>
                  <a:pt x="18" y="1572"/>
                  <a:pt x="13" y="1562"/>
                </a:cubicBezTo>
                <a:cubicBezTo>
                  <a:pt x="9" y="1551"/>
                  <a:pt x="6" y="1540"/>
                  <a:pt x="4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EC4899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 txBox="1"/>
          <p:nvPr/>
        </p:nvSpPr>
        <p:spPr>
          <a:xfrm>
            <a:off x="3681360" y="6000480"/>
            <a:ext cx="792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 txBox="1"/>
          <p:nvPr/>
        </p:nvSpPr>
        <p:spPr>
          <a:xfrm>
            <a:off x="5750640" y="57531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F472B6"/>
                </a:solidFill>
                <a:effectLst/>
                <a:uFillTx/>
                <a:latin typeface="SegoeUIEmoji"/>
                <a:ea typeface="SegoeUIEmoji"/>
              </a:rPr>
              <a:t>🏙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 txBox="1"/>
          <p:nvPr/>
        </p:nvSpPr>
        <p:spPr>
          <a:xfrm>
            <a:off x="5923080" y="5716080"/>
            <a:ext cx="494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F472B6"/>
                </a:solidFill>
                <a:effectLst/>
                <a:uFillTx/>
                <a:latin typeface="SegoeUI"/>
                <a:ea typeface="SegoeUI"/>
              </a:rPr>
              <a:t>  M a y o 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 txBox="1"/>
          <p:nvPr/>
        </p:nvSpPr>
        <p:spPr>
          <a:xfrm>
            <a:off x="5513040" y="5871600"/>
            <a:ext cx="2080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M u n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 txBox="1"/>
          <p:nvPr/>
        </p:nvSpPr>
        <p:spPr>
          <a:xfrm>
            <a:off x="5779080" y="587160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 txBox="1"/>
          <p:nvPr/>
        </p:nvSpPr>
        <p:spPr>
          <a:xfrm>
            <a:off x="5883120" y="5871600"/>
            <a:ext cx="1270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p a l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 txBox="1"/>
          <p:nvPr/>
        </p:nvSpPr>
        <p:spPr>
          <a:xfrm>
            <a:off x="6058080" y="587160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 txBox="1"/>
          <p:nvPr/>
        </p:nvSpPr>
        <p:spPr>
          <a:xfrm>
            <a:off x="6104880" y="5871600"/>
            <a:ext cx="2361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o r p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5219640" y="5981400"/>
            <a:ext cx="543240" cy="124200"/>
          </a:xfrm>
          <a:custGeom>
            <a:avLst/>
            <a:gdLst/>
            <a:ahLst/>
            <a:rect l="0" t="0" r="r" b="b"/>
            <a:pathLst>
              <a:path w="1509" h="345">
                <a:moveTo>
                  <a:pt x="13" y="107"/>
                </a:moveTo>
                <a:cubicBezTo>
                  <a:pt x="21" y="86"/>
                  <a:pt x="34" y="68"/>
                  <a:pt x="50" y="52"/>
                </a:cubicBezTo>
                <a:cubicBezTo>
                  <a:pt x="66" y="36"/>
                  <a:pt x="85" y="23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337" y="0"/>
                </a:lnTo>
                <a:cubicBezTo>
                  <a:pt x="1360" y="0"/>
                  <a:pt x="1382" y="5"/>
                  <a:pt x="1403" y="13"/>
                </a:cubicBezTo>
                <a:cubicBezTo>
                  <a:pt x="1424" y="23"/>
                  <a:pt x="1442" y="36"/>
                  <a:pt x="1458" y="52"/>
                </a:cubicBezTo>
                <a:cubicBezTo>
                  <a:pt x="1475" y="68"/>
                  <a:pt x="1487" y="86"/>
                  <a:pt x="1496" y="107"/>
                </a:cubicBezTo>
                <a:cubicBezTo>
                  <a:pt x="1504" y="129"/>
                  <a:pt x="1509" y="151"/>
                  <a:pt x="1509" y="173"/>
                </a:cubicBezTo>
                <a:cubicBezTo>
                  <a:pt x="1509" y="196"/>
                  <a:pt x="1504" y="218"/>
                  <a:pt x="1496" y="239"/>
                </a:cubicBezTo>
                <a:cubicBezTo>
                  <a:pt x="1487" y="260"/>
                  <a:pt x="1475" y="279"/>
                  <a:pt x="1458" y="295"/>
                </a:cubicBezTo>
                <a:cubicBezTo>
                  <a:pt x="1442" y="311"/>
                  <a:pt x="1424" y="323"/>
                  <a:pt x="1403" y="332"/>
                </a:cubicBezTo>
                <a:cubicBezTo>
                  <a:pt x="1382" y="341"/>
                  <a:pt x="1360" y="345"/>
                  <a:pt x="1337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1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cubicBezTo>
                  <a:pt x="0" y="151"/>
                  <a:pt x="4" y="129"/>
                  <a:pt x="13" y="107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5219640" y="5981400"/>
            <a:ext cx="543240" cy="124200"/>
          </a:xfrm>
          <a:custGeom>
            <a:avLst/>
            <a:gdLst/>
            <a:ahLst/>
            <a:rect l="0" t="0" r="r" b="b"/>
            <a:pathLst>
              <a:path w="1509" h="345">
                <a:moveTo>
                  <a:pt x="0" y="173"/>
                </a:moveTo>
                <a:cubicBezTo>
                  <a:pt x="0" y="151"/>
                  <a:pt x="4" y="129"/>
                  <a:pt x="13" y="107"/>
                </a:cubicBezTo>
                <a:cubicBezTo>
                  <a:pt x="21" y="86"/>
                  <a:pt x="34" y="68"/>
                  <a:pt x="50" y="52"/>
                </a:cubicBezTo>
                <a:cubicBezTo>
                  <a:pt x="66" y="36"/>
                  <a:pt x="85" y="23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1337" y="0"/>
                </a:lnTo>
                <a:cubicBezTo>
                  <a:pt x="1360" y="0"/>
                  <a:pt x="1382" y="5"/>
                  <a:pt x="1403" y="13"/>
                </a:cubicBezTo>
                <a:cubicBezTo>
                  <a:pt x="1424" y="23"/>
                  <a:pt x="1442" y="36"/>
                  <a:pt x="1458" y="52"/>
                </a:cubicBezTo>
                <a:cubicBezTo>
                  <a:pt x="1475" y="68"/>
                  <a:pt x="1487" y="86"/>
                  <a:pt x="1496" y="107"/>
                </a:cubicBezTo>
                <a:cubicBezTo>
                  <a:pt x="1504" y="129"/>
                  <a:pt x="1509" y="151"/>
                  <a:pt x="1509" y="173"/>
                </a:cubicBezTo>
                <a:cubicBezTo>
                  <a:pt x="1509" y="196"/>
                  <a:pt x="1504" y="218"/>
                  <a:pt x="1496" y="239"/>
                </a:cubicBezTo>
                <a:cubicBezTo>
                  <a:pt x="1487" y="260"/>
                  <a:pt x="1475" y="279"/>
                  <a:pt x="1458" y="295"/>
                </a:cubicBezTo>
                <a:cubicBezTo>
                  <a:pt x="1442" y="311"/>
                  <a:pt x="1424" y="323"/>
                  <a:pt x="1403" y="332"/>
                </a:cubicBezTo>
                <a:cubicBezTo>
                  <a:pt x="1382" y="341"/>
                  <a:pt x="1360" y="345"/>
                  <a:pt x="1337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1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moveTo>
                  <a:pt x="172" y="28"/>
                </a:moveTo>
                <a:cubicBezTo>
                  <a:pt x="162" y="28"/>
                  <a:pt x="153" y="29"/>
                  <a:pt x="143" y="31"/>
                </a:cubicBezTo>
                <a:cubicBezTo>
                  <a:pt x="134" y="32"/>
                  <a:pt x="125" y="35"/>
                  <a:pt x="116" y="39"/>
                </a:cubicBezTo>
                <a:cubicBezTo>
                  <a:pt x="107" y="43"/>
                  <a:pt x="99" y="47"/>
                  <a:pt x="91" y="52"/>
                </a:cubicBezTo>
                <a:cubicBezTo>
                  <a:pt x="83" y="58"/>
                  <a:pt x="76" y="64"/>
                  <a:pt x="69" y="70"/>
                </a:cubicBezTo>
                <a:cubicBezTo>
                  <a:pt x="62" y="77"/>
                  <a:pt x="56" y="85"/>
                  <a:pt x="51" y="92"/>
                </a:cubicBezTo>
                <a:cubicBezTo>
                  <a:pt x="45" y="100"/>
                  <a:pt x="41" y="109"/>
                  <a:pt x="37" y="118"/>
                </a:cubicBezTo>
                <a:cubicBezTo>
                  <a:pt x="34" y="126"/>
                  <a:pt x="31" y="136"/>
                  <a:pt x="29" y="145"/>
                </a:cubicBezTo>
                <a:cubicBezTo>
                  <a:pt x="27" y="154"/>
                  <a:pt x="26" y="164"/>
                  <a:pt x="26" y="173"/>
                </a:cubicBezTo>
                <a:cubicBezTo>
                  <a:pt x="26" y="183"/>
                  <a:pt x="27" y="192"/>
                  <a:pt x="29" y="202"/>
                </a:cubicBezTo>
                <a:cubicBezTo>
                  <a:pt x="31" y="211"/>
                  <a:pt x="34" y="220"/>
                  <a:pt x="37" y="229"/>
                </a:cubicBezTo>
                <a:cubicBezTo>
                  <a:pt x="41" y="238"/>
                  <a:pt x="45" y="246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7" y="304"/>
                  <a:pt x="116" y="308"/>
                </a:cubicBezTo>
                <a:cubicBezTo>
                  <a:pt x="125" y="311"/>
                  <a:pt x="134" y="314"/>
                  <a:pt x="143" y="316"/>
                </a:cubicBezTo>
                <a:cubicBezTo>
                  <a:pt x="153" y="318"/>
                  <a:pt x="162" y="319"/>
                  <a:pt x="172" y="319"/>
                </a:cubicBezTo>
                <a:lnTo>
                  <a:pt x="1337" y="319"/>
                </a:lnTo>
                <a:cubicBezTo>
                  <a:pt x="1346" y="319"/>
                  <a:pt x="1356" y="318"/>
                  <a:pt x="1365" y="316"/>
                </a:cubicBezTo>
                <a:cubicBezTo>
                  <a:pt x="1375" y="314"/>
                  <a:pt x="1384" y="311"/>
                  <a:pt x="1392" y="308"/>
                </a:cubicBezTo>
                <a:cubicBezTo>
                  <a:pt x="1401" y="304"/>
                  <a:pt x="1410" y="300"/>
                  <a:pt x="1418" y="294"/>
                </a:cubicBezTo>
                <a:cubicBezTo>
                  <a:pt x="1426" y="289"/>
                  <a:pt x="1433" y="283"/>
                  <a:pt x="1440" y="276"/>
                </a:cubicBezTo>
                <a:cubicBezTo>
                  <a:pt x="1446" y="269"/>
                  <a:pt x="1452" y="262"/>
                  <a:pt x="1458" y="254"/>
                </a:cubicBezTo>
                <a:cubicBezTo>
                  <a:pt x="1463" y="246"/>
                  <a:pt x="1468" y="238"/>
                  <a:pt x="1471" y="229"/>
                </a:cubicBezTo>
                <a:cubicBezTo>
                  <a:pt x="1475" y="220"/>
                  <a:pt x="1478" y="211"/>
                  <a:pt x="1480" y="202"/>
                </a:cubicBezTo>
                <a:cubicBezTo>
                  <a:pt x="1481" y="192"/>
                  <a:pt x="1482" y="183"/>
                  <a:pt x="1482" y="173"/>
                </a:cubicBezTo>
                <a:cubicBezTo>
                  <a:pt x="1482" y="164"/>
                  <a:pt x="1481" y="154"/>
                  <a:pt x="1480" y="145"/>
                </a:cubicBezTo>
                <a:cubicBezTo>
                  <a:pt x="1478" y="136"/>
                  <a:pt x="1475" y="126"/>
                  <a:pt x="1471" y="118"/>
                </a:cubicBezTo>
                <a:cubicBezTo>
                  <a:pt x="1468" y="109"/>
                  <a:pt x="1463" y="100"/>
                  <a:pt x="1458" y="92"/>
                </a:cubicBezTo>
                <a:cubicBezTo>
                  <a:pt x="1452" y="85"/>
                  <a:pt x="1446" y="77"/>
                  <a:pt x="1440" y="70"/>
                </a:cubicBezTo>
                <a:cubicBezTo>
                  <a:pt x="1433" y="64"/>
                  <a:pt x="1426" y="58"/>
                  <a:pt x="1418" y="52"/>
                </a:cubicBezTo>
                <a:cubicBezTo>
                  <a:pt x="1410" y="47"/>
                  <a:pt x="1401" y="43"/>
                  <a:pt x="1392" y="39"/>
                </a:cubicBezTo>
                <a:cubicBezTo>
                  <a:pt x="1384" y="35"/>
                  <a:pt x="1375" y="32"/>
                  <a:pt x="1365" y="31"/>
                </a:cubicBezTo>
                <a:cubicBezTo>
                  <a:pt x="1356" y="29"/>
                  <a:pt x="1346" y="28"/>
                  <a:pt x="1337" y="28"/>
                </a:cubicBezTo>
                <a:lnTo>
                  <a:pt x="172" y="28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 txBox="1"/>
          <p:nvPr/>
        </p:nvSpPr>
        <p:spPr>
          <a:xfrm>
            <a:off x="6408720" y="5871600"/>
            <a:ext cx="212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H e a d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5781600" y="5981400"/>
            <a:ext cx="1190880" cy="124200"/>
          </a:xfrm>
          <a:custGeom>
            <a:avLst/>
            <a:gdLst/>
            <a:ahLst/>
            <a:rect l="0" t="0" r="r" b="b"/>
            <a:pathLst>
              <a:path w="3308" h="345">
                <a:moveTo>
                  <a:pt x="13" y="107"/>
                </a:moveTo>
                <a:cubicBezTo>
                  <a:pt x="22" y="86"/>
                  <a:pt x="34" y="68"/>
                  <a:pt x="50" y="52"/>
                </a:cubicBezTo>
                <a:cubicBezTo>
                  <a:pt x="66" y="36"/>
                  <a:pt x="85" y="23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3136" y="0"/>
                </a:lnTo>
                <a:cubicBezTo>
                  <a:pt x="3159" y="0"/>
                  <a:pt x="3181" y="5"/>
                  <a:pt x="3202" y="13"/>
                </a:cubicBezTo>
                <a:cubicBezTo>
                  <a:pt x="3223" y="23"/>
                  <a:pt x="3241" y="36"/>
                  <a:pt x="3258" y="52"/>
                </a:cubicBezTo>
                <a:cubicBezTo>
                  <a:pt x="3274" y="68"/>
                  <a:pt x="3286" y="86"/>
                  <a:pt x="3295" y="107"/>
                </a:cubicBezTo>
                <a:cubicBezTo>
                  <a:pt x="3304" y="129"/>
                  <a:pt x="3308" y="151"/>
                  <a:pt x="3308" y="173"/>
                </a:cubicBezTo>
                <a:cubicBezTo>
                  <a:pt x="3308" y="196"/>
                  <a:pt x="3304" y="218"/>
                  <a:pt x="3295" y="239"/>
                </a:cubicBezTo>
                <a:cubicBezTo>
                  <a:pt x="3286" y="260"/>
                  <a:pt x="3274" y="279"/>
                  <a:pt x="3258" y="295"/>
                </a:cubicBezTo>
                <a:cubicBezTo>
                  <a:pt x="3241" y="311"/>
                  <a:pt x="3223" y="323"/>
                  <a:pt x="3202" y="332"/>
                </a:cubicBezTo>
                <a:cubicBezTo>
                  <a:pt x="3181" y="341"/>
                  <a:pt x="3159" y="345"/>
                  <a:pt x="3136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cubicBezTo>
                  <a:pt x="0" y="151"/>
                  <a:pt x="4" y="129"/>
                  <a:pt x="13" y="107"/>
                </a:cubicBezTo>
                <a:close/>
              </a:path>
            </a:pathLst>
          </a:custGeom>
          <a:solidFill>
            <a:srgbClr val="FF6B35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5781600" y="5981400"/>
            <a:ext cx="1190880" cy="124200"/>
          </a:xfrm>
          <a:custGeom>
            <a:avLst/>
            <a:gdLst/>
            <a:ahLst/>
            <a:rect l="0" t="0" r="r" b="b"/>
            <a:pathLst>
              <a:path w="3308" h="345">
                <a:moveTo>
                  <a:pt x="0" y="173"/>
                </a:moveTo>
                <a:cubicBezTo>
                  <a:pt x="0" y="151"/>
                  <a:pt x="4" y="129"/>
                  <a:pt x="13" y="107"/>
                </a:cubicBezTo>
                <a:cubicBezTo>
                  <a:pt x="22" y="86"/>
                  <a:pt x="34" y="68"/>
                  <a:pt x="50" y="52"/>
                </a:cubicBezTo>
                <a:cubicBezTo>
                  <a:pt x="66" y="36"/>
                  <a:pt x="85" y="23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3136" y="0"/>
                </a:lnTo>
                <a:cubicBezTo>
                  <a:pt x="3159" y="0"/>
                  <a:pt x="3181" y="5"/>
                  <a:pt x="3202" y="13"/>
                </a:cubicBezTo>
                <a:cubicBezTo>
                  <a:pt x="3223" y="23"/>
                  <a:pt x="3241" y="36"/>
                  <a:pt x="3258" y="52"/>
                </a:cubicBezTo>
                <a:cubicBezTo>
                  <a:pt x="3274" y="68"/>
                  <a:pt x="3286" y="86"/>
                  <a:pt x="3295" y="107"/>
                </a:cubicBezTo>
                <a:cubicBezTo>
                  <a:pt x="3304" y="129"/>
                  <a:pt x="3308" y="151"/>
                  <a:pt x="3308" y="173"/>
                </a:cubicBezTo>
                <a:cubicBezTo>
                  <a:pt x="3308" y="196"/>
                  <a:pt x="3304" y="218"/>
                  <a:pt x="3295" y="239"/>
                </a:cubicBezTo>
                <a:cubicBezTo>
                  <a:pt x="3286" y="260"/>
                  <a:pt x="3274" y="279"/>
                  <a:pt x="3258" y="295"/>
                </a:cubicBezTo>
                <a:cubicBezTo>
                  <a:pt x="3241" y="311"/>
                  <a:pt x="3223" y="323"/>
                  <a:pt x="3202" y="332"/>
                </a:cubicBezTo>
                <a:cubicBezTo>
                  <a:pt x="3181" y="341"/>
                  <a:pt x="3159" y="345"/>
                  <a:pt x="3136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6" y="311"/>
                  <a:pt x="50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4" y="218"/>
                  <a:pt x="0" y="196"/>
                  <a:pt x="0" y="173"/>
                </a:cubicBezTo>
                <a:moveTo>
                  <a:pt x="172" y="28"/>
                </a:moveTo>
                <a:cubicBezTo>
                  <a:pt x="162" y="28"/>
                  <a:pt x="153" y="29"/>
                  <a:pt x="143" y="31"/>
                </a:cubicBezTo>
                <a:cubicBezTo>
                  <a:pt x="134" y="32"/>
                  <a:pt x="125" y="35"/>
                  <a:pt x="116" y="39"/>
                </a:cubicBezTo>
                <a:cubicBezTo>
                  <a:pt x="107" y="43"/>
                  <a:pt x="99" y="47"/>
                  <a:pt x="91" y="52"/>
                </a:cubicBezTo>
                <a:cubicBezTo>
                  <a:pt x="83" y="58"/>
                  <a:pt x="76" y="64"/>
                  <a:pt x="69" y="70"/>
                </a:cubicBezTo>
                <a:cubicBezTo>
                  <a:pt x="62" y="77"/>
                  <a:pt x="56" y="85"/>
                  <a:pt x="51" y="92"/>
                </a:cubicBezTo>
                <a:cubicBezTo>
                  <a:pt x="45" y="100"/>
                  <a:pt x="41" y="109"/>
                  <a:pt x="37" y="118"/>
                </a:cubicBezTo>
                <a:cubicBezTo>
                  <a:pt x="34" y="126"/>
                  <a:pt x="31" y="136"/>
                  <a:pt x="29" y="145"/>
                </a:cubicBezTo>
                <a:cubicBezTo>
                  <a:pt x="27" y="154"/>
                  <a:pt x="26" y="164"/>
                  <a:pt x="26" y="173"/>
                </a:cubicBezTo>
                <a:cubicBezTo>
                  <a:pt x="26" y="183"/>
                  <a:pt x="27" y="192"/>
                  <a:pt x="29" y="202"/>
                </a:cubicBezTo>
                <a:cubicBezTo>
                  <a:pt x="31" y="211"/>
                  <a:pt x="34" y="220"/>
                  <a:pt x="37" y="229"/>
                </a:cubicBezTo>
                <a:cubicBezTo>
                  <a:pt x="41" y="238"/>
                  <a:pt x="45" y="246"/>
                  <a:pt x="51" y="254"/>
                </a:cubicBezTo>
                <a:cubicBezTo>
                  <a:pt x="56" y="262"/>
                  <a:pt x="62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7" y="304"/>
                  <a:pt x="116" y="308"/>
                </a:cubicBezTo>
                <a:cubicBezTo>
                  <a:pt x="125" y="311"/>
                  <a:pt x="134" y="314"/>
                  <a:pt x="143" y="316"/>
                </a:cubicBezTo>
                <a:cubicBezTo>
                  <a:pt x="153" y="318"/>
                  <a:pt x="162" y="319"/>
                  <a:pt x="172" y="319"/>
                </a:cubicBezTo>
                <a:lnTo>
                  <a:pt x="3136" y="319"/>
                </a:lnTo>
                <a:cubicBezTo>
                  <a:pt x="3146" y="319"/>
                  <a:pt x="3155" y="318"/>
                  <a:pt x="3164" y="316"/>
                </a:cubicBezTo>
                <a:cubicBezTo>
                  <a:pt x="3174" y="314"/>
                  <a:pt x="3183" y="311"/>
                  <a:pt x="3192" y="308"/>
                </a:cubicBezTo>
                <a:cubicBezTo>
                  <a:pt x="3201" y="304"/>
                  <a:pt x="3209" y="300"/>
                  <a:pt x="3217" y="294"/>
                </a:cubicBezTo>
                <a:cubicBezTo>
                  <a:pt x="3225" y="289"/>
                  <a:pt x="3232" y="283"/>
                  <a:pt x="3239" y="276"/>
                </a:cubicBezTo>
                <a:cubicBezTo>
                  <a:pt x="3246" y="269"/>
                  <a:pt x="3252" y="262"/>
                  <a:pt x="3257" y="254"/>
                </a:cubicBezTo>
                <a:cubicBezTo>
                  <a:pt x="3262" y="246"/>
                  <a:pt x="3267" y="238"/>
                  <a:pt x="3270" y="229"/>
                </a:cubicBezTo>
                <a:cubicBezTo>
                  <a:pt x="3274" y="220"/>
                  <a:pt x="3277" y="211"/>
                  <a:pt x="3279" y="202"/>
                </a:cubicBezTo>
                <a:cubicBezTo>
                  <a:pt x="3281" y="192"/>
                  <a:pt x="3282" y="183"/>
                  <a:pt x="3282" y="173"/>
                </a:cubicBezTo>
                <a:cubicBezTo>
                  <a:pt x="3282" y="164"/>
                  <a:pt x="3281" y="154"/>
                  <a:pt x="3279" y="145"/>
                </a:cubicBezTo>
                <a:cubicBezTo>
                  <a:pt x="3277" y="136"/>
                  <a:pt x="3274" y="126"/>
                  <a:pt x="3270" y="118"/>
                </a:cubicBezTo>
                <a:cubicBezTo>
                  <a:pt x="3267" y="109"/>
                  <a:pt x="3262" y="100"/>
                  <a:pt x="3257" y="92"/>
                </a:cubicBezTo>
                <a:cubicBezTo>
                  <a:pt x="3252" y="85"/>
                  <a:pt x="3246" y="77"/>
                  <a:pt x="3239" y="70"/>
                </a:cubicBezTo>
                <a:cubicBezTo>
                  <a:pt x="3232" y="64"/>
                  <a:pt x="3225" y="58"/>
                  <a:pt x="3217" y="52"/>
                </a:cubicBezTo>
                <a:cubicBezTo>
                  <a:pt x="3209" y="47"/>
                  <a:pt x="3201" y="43"/>
                  <a:pt x="3192" y="39"/>
                </a:cubicBezTo>
                <a:cubicBezTo>
                  <a:pt x="3183" y="35"/>
                  <a:pt x="3174" y="32"/>
                  <a:pt x="3164" y="31"/>
                </a:cubicBezTo>
                <a:cubicBezTo>
                  <a:pt x="3155" y="29"/>
                  <a:pt x="3146" y="28"/>
                  <a:pt x="3136" y="28"/>
                </a:cubicBezTo>
                <a:lnTo>
                  <a:pt x="172" y="28"/>
                </a:lnTo>
                <a:close/>
              </a:path>
            </a:pathLst>
          </a:custGeom>
          <a:solidFill>
            <a:srgbClr val="FF6B3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 txBox="1"/>
          <p:nvPr/>
        </p:nvSpPr>
        <p:spPr>
          <a:xfrm>
            <a:off x="5273640" y="600048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 txBox="1"/>
          <p:nvPr/>
        </p:nvSpPr>
        <p:spPr>
          <a:xfrm>
            <a:off x="5842800" y="600048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 txBox="1"/>
          <p:nvPr/>
        </p:nvSpPr>
        <p:spPr>
          <a:xfrm>
            <a:off x="6010920" y="6000480"/>
            <a:ext cx="4410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e v a n c e O S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 txBox="1"/>
          <p:nvPr/>
        </p:nvSpPr>
        <p:spPr>
          <a:xfrm>
            <a:off x="6559200" y="600048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 txBox="1"/>
          <p:nvPr/>
        </p:nvSpPr>
        <p:spPr>
          <a:xfrm>
            <a:off x="6695280" y="6000480"/>
            <a:ext cx="7488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C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>
            <a:off x="7708320" y="5449680"/>
            <a:ext cx="3493080" cy="817200"/>
          </a:xfrm>
          <a:custGeom>
            <a:avLst/>
            <a:gdLst/>
            <a:ahLst/>
            <a:rect l="0" t="0" r="r" b="b"/>
            <a:pathLst>
              <a:path w="9703" h="2270">
                <a:moveTo>
                  <a:pt x="310" y="472"/>
                </a:moveTo>
                <a:lnTo>
                  <a:pt x="310" y="1795"/>
                </a:lnTo>
                <a:cubicBezTo>
                  <a:pt x="310" y="1816"/>
                  <a:pt x="314" y="1836"/>
                  <a:pt x="322" y="1856"/>
                </a:cubicBezTo>
                <a:cubicBezTo>
                  <a:pt x="330" y="1875"/>
                  <a:pt x="341" y="1893"/>
                  <a:pt x="356" y="1908"/>
                </a:cubicBezTo>
                <a:cubicBezTo>
                  <a:pt x="371" y="1923"/>
                  <a:pt x="388" y="1934"/>
                  <a:pt x="408" y="1942"/>
                </a:cubicBezTo>
                <a:cubicBezTo>
                  <a:pt x="427" y="1951"/>
                  <a:pt x="447" y="1955"/>
                  <a:pt x="469" y="1955"/>
                </a:cubicBezTo>
                <a:lnTo>
                  <a:pt x="9227" y="1955"/>
                </a:lnTo>
                <a:cubicBezTo>
                  <a:pt x="9248" y="1955"/>
                  <a:pt x="9269" y="1951"/>
                  <a:pt x="9288" y="1942"/>
                </a:cubicBezTo>
                <a:cubicBezTo>
                  <a:pt x="9307" y="1934"/>
                  <a:pt x="9325" y="1923"/>
                  <a:pt x="9339" y="1908"/>
                </a:cubicBezTo>
                <a:cubicBezTo>
                  <a:pt x="9354" y="1893"/>
                  <a:pt x="9366" y="1875"/>
                  <a:pt x="9374" y="1856"/>
                </a:cubicBezTo>
                <a:cubicBezTo>
                  <a:pt x="9382" y="1836"/>
                  <a:pt x="9386" y="1816"/>
                  <a:pt x="9386" y="1795"/>
                </a:cubicBezTo>
                <a:lnTo>
                  <a:pt x="9386" y="472"/>
                </a:lnTo>
                <a:cubicBezTo>
                  <a:pt x="9386" y="451"/>
                  <a:pt x="9382" y="431"/>
                  <a:pt x="9374" y="411"/>
                </a:cubicBezTo>
                <a:cubicBezTo>
                  <a:pt x="9366" y="392"/>
                  <a:pt x="9354" y="375"/>
                  <a:pt x="9339" y="360"/>
                </a:cubicBezTo>
                <a:cubicBezTo>
                  <a:pt x="9325" y="345"/>
                  <a:pt x="9307" y="333"/>
                  <a:pt x="9288" y="325"/>
                </a:cubicBezTo>
                <a:cubicBezTo>
                  <a:pt x="9269" y="317"/>
                  <a:pt x="9248" y="313"/>
                  <a:pt x="9227" y="313"/>
                </a:cubicBezTo>
                <a:lnTo>
                  <a:pt x="469" y="313"/>
                </a:lnTo>
                <a:cubicBezTo>
                  <a:pt x="447" y="313"/>
                  <a:pt x="427" y="317"/>
                  <a:pt x="408" y="325"/>
                </a:cubicBezTo>
                <a:cubicBezTo>
                  <a:pt x="388" y="333"/>
                  <a:pt x="371" y="345"/>
                  <a:pt x="356" y="360"/>
                </a:cubicBezTo>
                <a:cubicBezTo>
                  <a:pt x="341" y="375"/>
                  <a:pt x="330" y="392"/>
                  <a:pt x="322" y="411"/>
                </a:cubicBezTo>
                <a:cubicBezTo>
                  <a:pt x="314" y="431"/>
                  <a:pt x="310" y="451"/>
                  <a:pt x="310" y="472"/>
                </a:cubicBezTo>
                <a:moveTo>
                  <a:pt x="0" y="0"/>
                </a:moveTo>
                <a:lnTo>
                  <a:pt x="9703" y="0"/>
                </a:lnTo>
                <a:lnTo>
                  <a:pt x="9703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EC4899">
              <a:alpha val="1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7815240" y="5557680"/>
            <a:ext cx="3276720" cy="600480"/>
          </a:xfrm>
          <a:custGeom>
            <a:avLst/>
            <a:gdLst/>
            <a:ahLst/>
            <a:rect l="0" t="0" r="r" b="b"/>
            <a:pathLst>
              <a:path w="9102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8" y="117"/>
                  <a:pt x="13" y="106"/>
                </a:cubicBezTo>
                <a:cubicBezTo>
                  <a:pt x="17" y="96"/>
                  <a:pt x="22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3"/>
                  <a:pt x="95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0" y="0"/>
                  <a:pt x="172" y="0"/>
                </a:cubicBezTo>
                <a:lnTo>
                  <a:pt x="8930" y="0"/>
                </a:lnTo>
                <a:cubicBezTo>
                  <a:pt x="8942" y="0"/>
                  <a:pt x="8953" y="1"/>
                  <a:pt x="8964" y="3"/>
                </a:cubicBezTo>
                <a:cubicBezTo>
                  <a:pt x="8975" y="5"/>
                  <a:pt x="8986" y="9"/>
                  <a:pt x="8996" y="13"/>
                </a:cubicBezTo>
                <a:cubicBezTo>
                  <a:pt x="9006" y="17"/>
                  <a:pt x="9016" y="23"/>
                  <a:pt x="9026" y="29"/>
                </a:cubicBezTo>
                <a:cubicBezTo>
                  <a:pt x="9035" y="35"/>
                  <a:pt x="9044" y="42"/>
                  <a:pt x="9052" y="50"/>
                </a:cubicBezTo>
                <a:cubicBezTo>
                  <a:pt x="9060" y="58"/>
                  <a:pt x="9067" y="67"/>
                  <a:pt x="9073" y="76"/>
                </a:cubicBezTo>
                <a:cubicBezTo>
                  <a:pt x="9080" y="86"/>
                  <a:pt x="9085" y="96"/>
                  <a:pt x="9089" y="106"/>
                </a:cubicBezTo>
                <a:cubicBezTo>
                  <a:pt x="9093" y="117"/>
                  <a:pt x="9097" y="127"/>
                  <a:pt x="9099" y="138"/>
                </a:cubicBezTo>
                <a:cubicBezTo>
                  <a:pt x="9101" y="149"/>
                  <a:pt x="9102" y="161"/>
                  <a:pt x="9102" y="172"/>
                </a:cubicBezTo>
                <a:lnTo>
                  <a:pt x="9102" y="1496"/>
                </a:lnTo>
                <a:cubicBezTo>
                  <a:pt x="9102" y="1507"/>
                  <a:pt x="9101" y="1518"/>
                  <a:pt x="9099" y="1529"/>
                </a:cubicBezTo>
                <a:cubicBezTo>
                  <a:pt x="9097" y="1540"/>
                  <a:pt x="9093" y="1551"/>
                  <a:pt x="9089" y="1562"/>
                </a:cubicBezTo>
                <a:cubicBezTo>
                  <a:pt x="9085" y="1572"/>
                  <a:pt x="9080" y="1582"/>
                  <a:pt x="9073" y="1591"/>
                </a:cubicBezTo>
                <a:cubicBezTo>
                  <a:pt x="9067" y="1601"/>
                  <a:pt x="9060" y="1609"/>
                  <a:pt x="9052" y="1617"/>
                </a:cubicBezTo>
                <a:cubicBezTo>
                  <a:pt x="9044" y="1625"/>
                  <a:pt x="9035" y="1633"/>
                  <a:pt x="9026" y="1639"/>
                </a:cubicBezTo>
                <a:cubicBezTo>
                  <a:pt x="9016" y="1645"/>
                  <a:pt x="9006" y="1650"/>
                  <a:pt x="8996" y="1655"/>
                </a:cubicBezTo>
                <a:cubicBezTo>
                  <a:pt x="8986" y="1659"/>
                  <a:pt x="8975" y="1662"/>
                  <a:pt x="8964" y="1665"/>
                </a:cubicBezTo>
                <a:cubicBezTo>
                  <a:pt x="8953" y="1667"/>
                  <a:pt x="8942" y="1668"/>
                  <a:pt x="8930" y="1668"/>
                </a:cubicBezTo>
                <a:lnTo>
                  <a:pt x="172" y="1668"/>
                </a:lnTo>
                <a:cubicBezTo>
                  <a:pt x="160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5" y="1650"/>
                  <a:pt x="85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2" y="1582"/>
                  <a:pt x="17" y="1572"/>
                  <a:pt x="13" y="1562"/>
                </a:cubicBezTo>
                <a:cubicBezTo>
                  <a:pt x="8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7815240" y="5557680"/>
            <a:ext cx="3276720" cy="600480"/>
          </a:xfrm>
          <a:custGeom>
            <a:avLst/>
            <a:gdLst/>
            <a:ahLst/>
            <a:rect l="0" t="0" r="r" b="b"/>
            <a:pathLst>
              <a:path w="9102" h="1668">
                <a:moveTo>
                  <a:pt x="0" y="1496"/>
                </a:moveTo>
                <a:lnTo>
                  <a:pt x="0" y="172"/>
                </a:ln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8" y="117"/>
                  <a:pt x="13" y="106"/>
                </a:cubicBezTo>
                <a:cubicBezTo>
                  <a:pt x="17" y="96"/>
                  <a:pt x="22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3"/>
                  <a:pt x="95" y="17"/>
                  <a:pt x="106" y="13"/>
                </a:cubicBezTo>
                <a:cubicBezTo>
                  <a:pt x="116" y="9"/>
                  <a:pt x="127" y="5"/>
                  <a:pt x="138" y="3"/>
                </a:cubicBezTo>
                <a:cubicBezTo>
                  <a:pt x="149" y="1"/>
                  <a:pt x="160" y="0"/>
                  <a:pt x="172" y="0"/>
                </a:cubicBezTo>
                <a:lnTo>
                  <a:pt x="8930" y="0"/>
                </a:lnTo>
                <a:cubicBezTo>
                  <a:pt x="8942" y="0"/>
                  <a:pt x="8953" y="1"/>
                  <a:pt x="8964" y="3"/>
                </a:cubicBezTo>
                <a:cubicBezTo>
                  <a:pt x="8975" y="5"/>
                  <a:pt x="8986" y="9"/>
                  <a:pt x="8996" y="13"/>
                </a:cubicBezTo>
                <a:cubicBezTo>
                  <a:pt x="9006" y="17"/>
                  <a:pt x="9016" y="23"/>
                  <a:pt x="9026" y="29"/>
                </a:cubicBezTo>
                <a:cubicBezTo>
                  <a:pt x="9035" y="35"/>
                  <a:pt x="9044" y="42"/>
                  <a:pt x="9052" y="50"/>
                </a:cubicBezTo>
                <a:cubicBezTo>
                  <a:pt x="9060" y="58"/>
                  <a:pt x="9067" y="67"/>
                  <a:pt x="9073" y="76"/>
                </a:cubicBezTo>
                <a:cubicBezTo>
                  <a:pt x="9080" y="86"/>
                  <a:pt x="9085" y="96"/>
                  <a:pt x="9089" y="106"/>
                </a:cubicBezTo>
                <a:cubicBezTo>
                  <a:pt x="9093" y="117"/>
                  <a:pt x="9097" y="127"/>
                  <a:pt x="9099" y="138"/>
                </a:cubicBezTo>
                <a:cubicBezTo>
                  <a:pt x="9101" y="149"/>
                  <a:pt x="9102" y="161"/>
                  <a:pt x="9102" y="172"/>
                </a:cubicBezTo>
                <a:lnTo>
                  <a:pt x="9102" y="1496"/>
                </a:lnTo>
                <a:cubicBezTo>
                  <a:pt x="9102" y="1507"/>
                  <a:pt x="9101" y="1518"/>
                  <a:pt x="9099" y="1529"/>
                </a:cubicBezTo>
                <a:cubicBezTo>
                  <a:pt x="9097" y="1540"/>
                  <a:pt x="9093" y="1551"/>
                  <a:pt x="9089" y="1562"/>
                </a:cubicBezTo>
                <a:cubicBezTo>
                  <a:pt x="9085" y="1572"/>
                  <a:pt x="9080" y="1582"/>
                  <a:pt x="9073" y="1591"/>
                </a:cubicBezTo>
                <a:cubicBezTo>
                  <a:pt x="9067" y="1601"/>
                  <a:pt x="9060" y="1609"/>
                  <a:pt x="9052" y="1617"/>
                </a:cubicBezTo>
                <a:cubicBezTo>
                  <a:pt x="9044" y="1625"/>
                  <a:pt x="9035" y="1633"/>
                  <a:pt x="9026" y="1639"/>
                </a:cubicBezTo>
                <a:cubicBezTo>
                  <a:pt x="9016" y="1645"/>
                  <a:pt x="9006" y="1650"/>
                  <a:pt x="8996" y="1655"/>
                </a:cubicBezTo>
                <a:cubicBezTo>
                  <a:pt x="8986" y="1659"/>
                  <a:pt x="8975" y="1662"/>
                  <a:pt x="8964" y="1665"/>
                </a:cubicBezTo>
                <a:cubicBezTo>
                  <a:pt x="8953" y="1667"/>
                  <a:pt x="8942" y="1668"/>
                  <a:pt x="8930" y="1668"/>
                </a:cubicBezTo>
                <a:lnTo>
                  <a:pt x="172" y="1668"/>
                </a:lnTo>
                <a:cubicBezTo>
                  <a:pt x="160" y="1668"/>
                  <a:pt x="149" y="1667"/>
                  <a:pt x="138" y="1665"/>
                </a:cubicBezTo>
                <a:cubicBezTo>
                  <a:pt x="127" y="1662"/>
                  <a:pt x="116" y="1659"/>
                  <a:pt x="106" y="1655"/>
                </a:cubicBezTo>
                <a:cubicBezTo>
                  <a:pt x="95" y="1650"/>
                  <a:pt x="85" y="1645"/>
                  <a:pt x="76" y="1639"/>
                </a:cubicBezTo>
                <a:cubicBezTo>
                  <a:pt x="67" y="1633"/>
                  <a:pt x="58" y="1625"/>
                  <a:pt x="50" y="1617"/>
                </a:cubicBezTo>
                <a:cubicBezTo>
                  <a:pt x="42" y="1609"/>
                  <a:pt x="35" y="1601"/>
                  <a:pt x="29" y="1591"/>
                </a:cubicBezTo>
                <a:cubicBezTo>
                  <a:pt x="22" y="1582"/>
                  <a:pt x="17" y="1572"/>
                  <a:pt x="13" y="1562"/>
                </a:cubicBezTo>
                <a:cubicBezTo>
                  <a:pt x="8" y="1551"/>
                  <a:pt x="5" y="1540"/>
                  <a:pt x="3" y="1529"/>
                </a:cubicBezTo>
                <a:cubicBezTo>
                  <a:pt x="1" y="1518"/>
                  <a:pt x="0" y="1507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EC4899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 txBox="1"/>
          <p:nvPr/>
        </p:nvSpPr>
        <p:spPr>
          <a:xfrm>
            <a:off x="6807240" y="6000480"/>
            <a:ext cx="759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t y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 txBox="1"/>
          <p:nvPr/>
        </p:nvSpPr>
        <p:spPr>
          <a:xfrm>
            <a:off x="8611560" y="57531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F472B6"/>
                </a:solidFill>
                <a:effectLst/>
                <a:uFillTx/>
                <a:latin typeface="SegoeUIEmoji"/>
                <a:ea typeface="SegoeUIEmoji"/>
              </a:rPr>
              <a:t>🌾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 txBox="1"/>
          <p:nvPr/>
        </p:nvSpPr>
        <p:spPr>
          <a:xfrm>
            <a:off x="8784000" y="5716080"/>
            <a:ext cx="1500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F472B6"/>
                </a:solidFill>
                <a:effectLst/>
                <a:uFillTx/>
                <a:latin typeface="SegoeUI"/>
                <a:ea typeface="SegoeUI"/>
              </a:rPr>
              <a:t>  Z i l a   P a r i s h a d   C h a i 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 txBox="1"/>
          <p:nvPr/>
        </p:nvSpPr>
        <p:spPr>
          <a:xfrm>
            <a:off x="8908920" y="5871600"/>
            <a:ext cx="824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D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 txBox="1"/>
          <p:nvPr/>
        </p:nvSpPr>
        <p:spPr>
          <a:xfrm>
            <a:off x="9029160" y="5871600"/>
            <a:ext cx="146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s t r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 txBox="1"/>
          <p:nvPr/>
        </p:nvSpPr>
        <p:spPr>
          <a:xfrm>
            <a:off x="9233640" y="5871600"/>
            <a:ext cx="1094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t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 txBox="1"/>
          <p:nvPr/>
        </p:nvSpPr>
        <p:spPr>
          <a:xfrm>
            <a:off x="9390960" y="5871600"/>
            <a:ext cx="2260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R u r a l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 txBox="1"/>
          <p:nvPr/>
        </p:nvSpPr>
        <p:spPr>
          <a:xfrm>
            <a:off x="9684720" y="587160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8619840" y="5981400"/>
            <a:ext cx="790920" cy="124200"/>
          </a:xfrm>
          <a:custGeom>
            <a:avLst/>
            <a:gdLst/>
            <a:ahLst/>
            <a:rect l="0" t="0" r="r" b="b"/>
            <a:pathLst>
              <a:path w="2197" h="345">
                <a:moveTo>
                  <a:pt x="13" y="107"/>
                </a:moveTo>
                <a:cubicBezTo>
                  <a:pt x="22" y="86"/>
                  <a:pt x="35" y="68"/>
                  <a:pt x="51" y="52"/>
                </a:cubicBezTo>
                <a:cubicBezTo>
                  <a:pt x="67" y="36"/>
                  <a:pt x="85" y="23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2025" y="0"/>
                </a:lnTo>
                <a:cubicBezTo>
                  <a:pt x="2048" y="0"/>
                  <a:pt x="2070" y="5"/>
                  <a:pt x="2091" y="13"/>
                </a:cubicBezTo>
                <a:cubicBezTo>
                  <a:pt x="2112" y="23"/>
                  <a:pt x="2131" y="36"/>
                  <a:pt x="2147" y="52"/>
                </a:cubicBezTo>
                <a:cubicBezTo>
                  <a:pt x="2163" y="68"/>
                  <a:pt x="2176" y="86"/>
                  <a:pt x="2184" y="107"/>
                </a:cubicBezTo>
                <a:cubicBezTo>
                  <a:pt x="2193" y="129"/>
                  <a:pt x="2197" y="151"/>
                  <a:pt x="2197" y="173"/>
                </a:cubicBezTo>
                <a:cubicBezTo>
                  <a:pt x="2197" y="196"/>
                  <a:pt x="2193" y="218"/>
                  <a:pt x="2184" y="239"/>
                </a:cubicBezTo>
                <a:cubicBezTo>
                  <a:pt x="2176" y="260"/>
                  <a:pt x="2163" y="279"/>
                  <a:pt x="2147" y="295"/>
                </a:cubicBezTo>
                <a:cubicBezTo>
                  <a:pt x="2131" y="311"/>
                  <a:pt x="2112" y="323"/>
                  <a:pt x="2091" y="332"/>
                </a:cubicBezTo>
                <a:cubicBezTo>
                  <a:pt x="2070" y="341"/>
                  <a:pt x="2048" y="345"/>
                  <a:pt x="2025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0"/>
                  <a:pt x="5" y="129"/>
                  <a:pt x="13" y="107"/>
                </a:cubicBezTo>
                <a:close/>
              </a:path>
            </a:pathLst>
          </a:custGeom>
          <a:solidFill>
            <a:srgbClr val="FF6B35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8619840" y="5981400"/>
            <a:ext cx="790920" cy="124200"/>
          </a:xfrm>
          <a:custGeom>
            <a:avLst/>
            <a:gdLst/>
            <a:ahLst/>
            <a:rect l="0" t="0" r="r" b="b"/>
            <a:pathLst>
              <a:path w="2197" h="345">
                <a:moveTo>
                  <a:pt x="0" y="173"/>
                </a:moveTo>
                <a:cubicBezTo>
                  <a:pt x="0" y="151"/>
                  <a:pt x="5" y="129"/>
                  <a:pt x="13" y="107"/>
                </a:cubicBezTo>
                <a:cubicBezTo>
                  <a:pt x="22" y="86"/>
                  <a:pt x="35" y="68"/>
                  <a:pt x="51" y="52"/>
                </a:cubicBezTo>
                <a:cubicBezTo>
                  <a:pt x="67" y="36"/>
                  <a:pt x="85" y="23"/>
                  <a:pt x="106" y="13"/>
                </a:cubicBezTo>
                <a:cubicBezTo>
                  <a:pt x="128" y="5"/>
                  <a:pt x="149" y="0"/>
                  <a:pt x="172" y="0"/>
                </a:cubicBezTo>
                <a:lnTo>
                  <a:pt x="2025" y="0"/>
                </a:lnTo>
                <a:cubicBezTo>
                  <a:pt x="2048" y="0"/>
                  <a:pt x="2070" y="5"/>
                  <a:pt x="2091" y="13"/>
                </a:cubicBezTo>
                <a:cubicBezTo>
                  <a:pt x="2112" y="23"/>
                  <a:pt x="2131" y="36"/>
                  <a:pt x="2147" y="52"/>
                </a:cubicBezTo>
                <a:cubicBezTo>
                  <a:pt x="2163" y="68"/>
                  <a:pt x="2176" y="86"/>
                  <a:pt x="2184" y="107"/>
                </a:cubicBezTo>
                <a:cubicBezTo>
                  <a:pt x="2193" y="129"/>
                  <a:pt x="2197" y="151"/>
                  <a:pt x="2197" y="173"/>
                </a:cubicBezTo>
                <a:cubicBezTo>
                  <a:pt x="2197" y="196"/>
                  <a:pt x="2193" y="218"/>
                  <a:pt x="2184" y="239"/>
                </a:cubicBezTo>
                <a:cubicBezTo>
                  <a:pt x="2176" y="260"/>
                  <a:pt x="2163" y="279"/>
                  <a:pt x="2147" y="295"/>
                </a:cubicBezTo>
                <a:cubicBezTo>
                  <a:pt x="2131" y="311"/>
                  <a:pt x="2112" y="323"/>
                  <a:pt x="2091" y="332"/>
                </a:cubicBezTo>
                <a:cubicBezTo>
                  <a:pt x="2070" y="341"/>
                  <a:pt x="2048" y="345"/>
                  <a:pt x="2025" y="345"/>
                </a:cubicBezTo>
                <a:lnTo>
                  <a:pt x="172" y="345"/>
                </a:lnTo>
                <a:cubicBezTo>
                  <a:pt x="149" y="345"/>
                  <a:pt x="128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5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8"/>
                </a:moveTo>
                <a:cubicBezTo>
                  <a:pt x="163" y="28"/>
                  <a:pt x="153" y="29"/>
                  <a:pt x="144" y="31"/>
                </a:cubicBezTo>
                <a:cubicBezTo>
                  <a:pt x="135" y="32"/>
                  <a:pt x="125" y="35"/>
                  <a:pt x="117" y="39"/>
                </a:cubicBezTo>
                <a:cubicBezTo>
                  <a:pt x="108" y="43"/>
                  <a:pt x="99" y="47"/>
                  <a:pt x="91" y="52"/>
                </a:cubicBezTo>
                <a:cubicBezTo>
                  <a:pt x="83" y="58"/>
                  <a:pt x="76" y="64"/>
                  <a:pt x="69" y="70"/>
                </a:cubicBezTo>
                <a:cubicBezTo>
                  <a:pt x="63" y="77"/>
                  <a:pt x="57" y="85"/>
                  <a:pt x="51" y="92"/>
                </a:cubicBezTo>
                <a:cubicBezTo>
                  <a:pt x="46" y="100"/>
                  <a:pt x="41" y="109"/>
                  <a:pt x="38" y="118"/>
                </a:cubicBezTo>
                <a:cubicBezTo>
                  <a:pt x="34" y="126"/>
                  <a:pt x="31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1" y="211"/>
                  <a:pt x="34" y="220"/>
                  <a:pt x="38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5" y="311"/>
                  <a:pt x="135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2025" y="319"/>
                </a:lnTo>
                <a:cubicBezTo>
                  <a:pt x="2035" y="319"/>
                  <a:pt x="2044" y="318"/>
                  <a:pt x="2054" y="316"/>
                </a:cubicBezTo>
                <a:cubicBezTo>
                  <a:pt x="2063" y="314"/>
                  <a:pt x="2072" y="311"/>
                  <a:pt x="2081" y="308"/>
                </a:cubicBezTo>
                <a:cubicBezTo>
                  <a:pt x="2090" y="304"/>
                  <a:pt x="2098" y="300"/>
                  <a:pt x="2106" y="294"/>
                </a:cubicBezTo>
                <a:cubicBezTo>
                  <a:pt x="2114" y="289"/>
                  <a:pt x="2121" y="283"/>
                  <a:pt x="2128" y="276"/>
                </a:cubicBezTo>
                <a:cubicBezTo>
                  <a:pt x="2135" y="269"/>
                  <a:pt x="2141" y="262"/>
                  <a:pt x="2146" y="254"/>
                </a:cubicBezTo>
                <a:cubicBezTo>
                  <a:pt x="2152" y="246"/>
                  <a:pt x="2156" y="238"/>
                  <a:pt x="2160" y="229"/>
                </a:cubicBezTo>
                <a:cubicBezTo>
                  <a:pt x="2163" y="220"/>
                  <a:pt x="2166" y="211"/>
                  <a:pt x="2168" y="202"/>
                </a:cubicBezTo>
                <a:cubicBezTo>
                  <a:pt x="2170" y="192"/>
                  <a:pt x="2171" y="183"/>
                  <a:pt x="2171" y="173"/>
                </a:cubicBezTo>
                <a:cubicBezTo>
                  <a:pt x="2171" y="164"/>
                  <a:pt x="2170" y="154"/>
                  <a:pt x="2168" y="145"/>
                </a:cubicBezTo>
                <a:cubicBezTo>
                  <a:pt x="2166" y="136"/>
                  <a:pt x="2163" y="126"/>
                  <a:pt x="2160" y="118"/>
                </a:cubicBezTo>
                <a:cubicBezTo>
                  <a:pt x="2156" y="109"/>
                  <a:pt x="2152" y="100"/>
                  <a:pt x="2146" y="92"/>
                </a:cubicBezTo>
                <a:cubicBezTo>
                  <a:pt x="2141" y="85"/>
                  <a:pt x="2135" y="77"/>
                  <a:pt x="2128" y="70"/>
                </a:cubicBezTo>
                <a:cubicBezTo>
                  <a:pt x="2121" y="64"/>
                  <a:pt x="2114" y="58"/>
                  <a:pt x="2106" y="52"/>
                </a:cubicBezTo>
                <a:cubicBezTo>
                  <a:pt x="2098" y="47"/>
                  <a:pt x="2090" y="43"/>
                  <a:pt x="2081" y="39"/>
                </a:cubicBezTo>
                <a:cubicBezTo>
                  <a:pt x="2072" y="35"/>
                  <a:pt x="2063" y="32"/>
                  <a:pt x="2054" y="31"/>
                </a:cubicBezTo>
                <a:cubicBezTo>
                  <a:pt x="2044" y="29"/>
                  <a:pt x="2035" y="28"/>
                  <a:pt x="2025" y="28"/>
                </a:cubicBezTo>
                <a:lnTo>
                  <a:pt x="172" y="28"/>
                </a:lnTo>
                <a:close/>
              </a:path>
            </a:pathLst>
          </a:custGeom>
          <a:solidFill>
            <a:srgbClr val="FF6B3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6" name=""/>
          <p:cNvSpPr txBox="1"/>
          <p:nvPr/>
        </p:nvSpPr>
        <p:spPr>
          <a:xfrm>
            <a:off x="9731520" y="5871600"/>
            <a:ext cx="212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H e a d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7" name=""/>
          <p:cNvSpPr txBox="1"/>
          <p:nvPr/>
        </p:nvSpPr>
        <p:spPr>
          <a:xfrm>
            <a:off x="8679960" y="600048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8" name=""/>
          <p:cNvSpPr/>
          <p:nvPr/>
        </p:nvSpPr>
        <p:spPr>
          <a:xfrm>
            <a:off x="9429480" y="5981400"/>
            <a:ext cx="857520" cy="124200"/>
          </a:xfrm>
          <a:custGeom>
            <a:avLst/>
            <a:gdLst/>
            <a:ahLst/>
            <a:rect l="0" t="0" r="r" b="b"/>
            <a:pathLst>
              <a:path w="2382" h="345">
                <a:moveTo>
                  <a:pt x="13" y="107"/>
                </a:moveTo>
                <a:cubicBezTo>
                  <a:pt x="22" y="86"/>
                  <a:pt x="34" y="68"/>
                  <a:pt x="51" y="52"/>
                </a:cubicBezTo>
                <a:cubicBezTo>
                  <a:pt x="67" y="36"/>
                  <a:pt x="85" y="23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211" y="0"/>
                </a:lnTo>
                <a:cubicBezTo>
                  <a:pt x="2233" y="0"/>
                  <a:pt x="2255" y="5"/>
                  <a:pt x="2276" y="13"/>
                </a:cubicBezTo>
                <a:cubicBezTo>
                  <a:pt x="2297" y="23"/>
                  <a:pt x="2316" y="36"/>
                  <a:pt x="2332" y="52"/>
                </a:cubicBezTo>
                <a:cubicBezTo>
                  <a:pt x="2348" y="68"/>
                  <a:pt x="2361" y="86"/>
                  <a:pt x="2369" y="107"/>
                </a:cubicBezTo>
                <a:cubicBezTo>
                  <a:pt x="2378" y="129"/>
                  <a:pt x="2382" y="151"/>
                  <a:pt x="2382" y="173"/>
                </a:cubicBezTo>
                <a:cubicBezTo>
                  <a:pt x="2382" y="196"/>
                  <a:pt x="2378" y="218"/>
                  <a:pt x="2369" y="239"/>
                </a:cubicBezTo>
                <a:cubicBezTo>
                  <a:pt x="2361" y="260"/>
                  <a:pt x="2348" y="279"/>
                  <a:pt x="2332" y="295"/>
                </a:cubicBezTo>
                <a:cubicBezTo>
                  <a:pt x="2316" y="311"/>
                  <a:pt x="2297" y="323"/>
                  <a:pt x="2276" y="332"/>
                </a:cubicBezTo>
                <a:cubicBezTo>
                  <a:pt x="2255" y="341"/>
                  <a:pt x="2233" y="345"/>
                  <a:pt x="2211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cubicBezTo>
                  <a:pt x="0" y="150"/>
                  <a:pt x="5" y="129"/>
                  <a:pt x="13" y="107"/>
                </a:cubicBezTo>
                <a:close/>
              </a:path>
            </a:pathLst>
          </a:custGeom>
          <a:solidFill>
            <a:srgbClr val="0EA5E9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9429480" y="5981400"/>
            <a:ext cx="857520" cy="124200"/>
          </a:xfrm>
          <a:custGeom>
            <a:avLst/>
            <a:gdLst/>
            <a:ahLst/>
            <a:rect l="0" t="0" r="r" b="b"/>
            <a:pathLst>
              <a:path w="2382" h="345">
                <a:moveTo>
                  <a:pt x="0" y="173"/>
                </a:moveTo>
                <a:cubicBezTo>
                  <a:pt x="0" y="151"/>
                  <a:pt x="5" y="129"/>
                  <a:pt x="13" y="107"/>
                </a:cubicBezTo>
                <a:cubicBezTo>
                  <a:pt x="22" y="86"/>
                  <a:pt x="34" y="68"/>
                  <a:pt x="51" y="52"/>
                </a:cubicBezTo>
                <a:cubicBezTo>
                  <a:pt x="67" y="36"/>
                  <a:pt x="85" y="23"/>
                  <a:pt x="106" y="13"/>
                </a:cubicBezTo>
                <a:cubicBezTo>
                  <a:pt x="127" y="5"/>
                  <a:pt x="149" y="0"/>
                  <a:pt x="172" y="0"/>
                </a:cubicBezTo>
                <a:lnTo>
                  <a:pt x="2211" y="0"/>
                </a:lnTo>
                <a:cubicBezTo>
                  <a:pt x="2233" y="0"/>
                  <a:pt x="2255" y="5"/>
                  <a:pt x="2276" y="13"/>
                </a:cubicBezTo>
                <a:cubicBezTo>
                  <a:pt x="2297" y="23"/>
                  <a:pt x="2316" y="36"/>
                  <a:pt x="2332" y="52"/>
                </a:cubicBezTo>
                <a:cubicBezTo>
                  <a:pt x="2348" y="68"/>
                  <a:pt x="2361" y="86"/>
                  <a:pt x="2369" y="107"/>
                </a:cubicBezTo>
                <a:cubicBezTo>
                  <a:pt x="2378" y="129"/>
                  <a:pt x="2382" y="151"/>
                  <a:pt x="2382" y="173"/>
                </a:cubicBezTo>
                <a:cubicBezTo>
                  <a:pt x="2382" y="196"/>
                  <a:pt x="2378" y="218"/>
                  <a:pt x="2369" y="239"/>
                </a:cubicBezTo>
                <a:cubicBezTo>
                  <a:pt x="2361" y="260"/>
                  <a:pt x="2348" y="279"/>
                  <a:pt x="2332" y="295"/>
                </a:cubicBezTo>
                <a:cubicBezTo>
                  <a:pt x="2316" y="311"/>
                  <a:pt x="2297" y="323"/>
                  <a:pt x="2276" y="332"/>
                </a:cubicBezTo>
                <a:cubicBezTo>
                  <a:pt x="2255" y="341"/>
                  <a:pt x="2233" y="345"/>
                  <a:pt x="2211" y="345"/>
                </a:cubicBezTo>
                <a:lnTo>
                  <a:pt x="172" y="345"/>
                </a:lnTo>
                <a:cubicBezTo>
                  <a:pt x="149" y="345"/>
                  <a:pt x="127" y="341"/>
                  <a:pt x="106" y="332"/>
                </a:cubicBezTo>
                <a:cubicBezTo>
                  <a:pt x="85" y="323"/>
                  <a:pt x="67" y="311"/>
                  <a:pt x="51" y="295"/>
                </a:cubicBezTo>
                <a:cubicBezTo>
                  <a:pt x="34" y="279"/>
                  <a:pt x="22" y="260"/>
                  <a:pt x="13" y="239"/>
                </a:cubicBezTo>
                <a:cubicBezTo>
                  <a:pt x="5" y="218"/>
                  <a:pt x="0" y="196"/>
                  <a:pt x="0" y="173"/>
                </a:cubicBezTo>
                <a:moveTo>
                  <a:pt x="172" y="28"/>
                </a:moveTo>
                <a:cubicBezTo>
                  <a:pt x="163" y="28"/>
                  <a:pt x="153" y="29"/>
                  <a:pt x="144" y="31"/>
                </a:cubicBezTo>
                <a:cubicBezTo>
                  <a:pt x="134" y="32"/>
                  <a:pt x="125" y="35"/>
                  <a:pt x="117" y="39"/>
                </a:cubicBezTo>
                <a:cubicBezTo>
                  <a:pt x="108" y="43"/>
                  <a:pt x="99" y="47"/>
                  <a:pt x="91" y="52"/>
                </a:cubicBezTo>
                <a:cubicBezTo>
                  <a:pt x="83" y="58"/>
                  <a:pt x="76" y="64"/>
                  <a:pt x="69" y="70"/>
                </a:cubicBezTo>
                <a:cubicBezTo>
                  <a:pt x="63" y="77"/>
                  <a:pt x="57" y="85"/>
                  <a:pt x="51" y="92"/>
                </a:cubicBezTo>
                <a:cubicBezTo>
                  <a:pt x="46" y="100"/>
                  <a:pt x="41" y="109"/>
                  <a:pt x="38" y="118"/>
                </a:cubicBezTo>
                <a:cubicBezTo>
                  <a:pt x="34" y="126"/>
                  <a:pt x="31" y="136"/>
                  <a:pt x="30" y="145"/>
                </a:cubicBezTo>
                <a:cubicBezTo>
                  <a:pt x="28" y="154"/>
                  <a:pt x="27" y="164"/>
                  <a:pt x="27" y="173"/>
                </a:cubicBezTo>
                <a:cubicBezTo>
                  <a:pt x="27" y="183"/>
                  <a:pt x="28" y="192"/>
                  <a:pt x="30" y="202"/>
                </a:cubicBezTo>
                <a:cubicBezTo>
                  <a:pt x="31" y="211"/>
                  <a:pt x="34" y="220"/>
                  <a:pt x="38" y="229"/>
                </a:cubicBezTo>
                <a:cubicBezTo>
                  <a:pt x="41" y="238"/>
                  <a:pt x="46" y="246"/>
                  <a:pt x="51" y="254"/>
                </a:cubicBezTo>
                <a:cubicBezTo>
                  <a:pt x="57" y="262"/>
                  <a:pt x="63" y="269"/>
                  <a:pt x="69" y="276"/>
                </a:cubicBezTo>
                <a:cubicBezTo>
                  <a:pt x="76" y="283"/>
                  <a:pt x="83" y="289"/>
                  <a:pt x="91" y="294"/>
                </a:cubicBezTo>
                <a:cubicBezTo>
                  <a:pt x="99" y="300"/>
                  <a:pt x="108" y="304"/>
                  <a:pt x="117" y="308"/>
                </a:cubicBezTo>
                <a:cubicBezTo>
                  <a:pt x="125" y="311"/>
                  <a:pt x="134" y="314"/>
                  <a:pt x="144" y="316"/>
                </a:cubicBezTo>
                <a:cubicBezTo>
                  <a:pt x="153" y="318"/>
                  <a:pt x="163" y="319"/>
                  <a:pt x="172" y="319"/>
                </a:cubicBezTo>
                <a:lnTo>
                  <a:pt x="2211" y="319"/>
                </a:lnTo>
                <a:cubicBezTo>
                  <a:pt x="2220" y="319"/>
                  <a:pt x="2230" y="318"/>
                  <a:pt x="2239" y="316"/>
                </a:cubicBezTo>
                <a:cubicBezTo>
                  <a:pt x="2248" y="314"/>
                  <a:pt x="2257" y="311"/>
                  <a:pt x="2266" y="308"/>
                </a:cubicBezTo>
                <a:cubicBezTo>
                  <a:pt x="2275" y="304"/>
                  <a:pt x="2283" y="300"/>
                  <a:pt x="2291" y="294"/>
                </a:cubicBezTo>
                <a:cubicBezTo>
                  <a:pt x="2299" y="289"/>
                  <a:pt x="2307" y="283"/>
                  <a:pt x="2313" y="276"/>
                </a:cubicBezTo>
                <a:cubicBezTo>
                  <a:pt x="2320" y="269"/>
                  <a:pt x="2326" y="262"/>
                  <a:pt x="2332" y="254"/>
                </a:cubicBezTo>
                <a:cubicBezTo>
                  <a:pt x="2337" y="246"/>
                  <a:pt x="2341" y="238"/>
                  <a:pt x="2345" y="229"/>
                </a:cubicBezTo>
                <a:cubicBezTo>
                  <a:pt x="2349" y="220"/>
                  <a:pt x="2351" y="211"/>
                  <a:pt x="2353" y="202"/>
                </a:cubicBezTo>
                <a:cubicBezTo>
                  <a:pt x="2355" y="192"/>
                  <a:pt x="2356" y="183"/>
                  <a:pt x="2356" y="173"/>
                </a:cubicBezTo>
                <a:cubicBezTo>
                  <a:pt x="2356" y="164"/>
                  <a:pt x="2355" y="154"/>
                  <a:pt x="2353" y="145"/>
                </a:cubicBezTo>
                <a:cubicBezTo>
                  <a:pt x="2351" y="136"/>
                  <a:pt x="2349" y="126"/>
                  <a:pt x="2345" y="118"/>
                </a:cubicBezTo>
                <a:cubicBezTo>
                  <a:pt x="2341" y="109"/>
                  <a:pt x="2337" y="100"/>
                  <a:pt x="2332" y="92"/>
                </a:cubicBezTo>
                <a:cubicBezTo>
                  <a:pt x="2326" y="85"/>
                  <a:pt x="2320" y="77"/>
                  <a:pt x="2313" y="70"/>
                </a:cubicBezTo>
                <a:cubicBezTo>
                  <a:pt x="2307" y="64"/>
                  <a:pt x="2299" y="58"/>
                  <a:pt x="2291" y="52"/>
                </a:cubicBezTo>
                <a:cubicBezTo>
                  <a:pt x="2283" y="47"/>
                  <a:pt x="2275" y="43"/>
                  <a:pt x="2266" y="39"/>
                </a:cubicBezTo>
                <a:cubicBezTo>
                  <a:pt x="2257" y="35"/>
                  <a:pt x="2248" y="32"/>
                  <a:pt x="2239" y="31"/>
                </a:cubicBezTo>
                <a:cubicBezTo>
                  <a:pt x="2230" y="29"/>
                  <a:pt x="2220" y="28"/>
                  <a:pt x="2211" y="28"/>
                </a:cubicBezTo>
                <a:lnTo>
                  <a:pt x="172" y="28"/>
                </a:lnTo>
                <a:close/>
              </a:path>
            </a:pathLst>
          </a:custGeom>
          <a:solidFill>
            <a:srgbClr val="0EA5E9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 txBox="1"/>
          <p:nvPr/>
        </p:nvSpPr>
        <p:spPr>
          <a:xfrm>
            <a:off x="8848080" y="6000480"/>
            <a:ext cx="4068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e v a n c e O S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 txBox="1"/>
          <p:nvPr/>
        </p:nvSpPr>
        <p:spPr>
          <a:xfrm>
            <a:off x="9484200" y="6000480"/>
            <a:ext cx="218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 n t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 txBox="1"/>
          <p:nvPr/>
        </p:nvSpPr>
        <p:spPr>
          <a:xfrm>
            <a:off x="9768240" y="6000480"/>
            <a:ext cx="124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n e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 txBox="1"/>
          <p:nvPr/>
        </p:nvSpPr>
        <p:spPr>
          <a:xfrm>
            <a:off x="9939240" y="6000480"/>
            <a:ext cx="129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P u l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>
            <a:off x="6086160" y="6162480"/>
            <a:ext cx="19440" cy="47880"/>
          </a:xfrm>
          <a:custGeom>
            <a:avLst/>
            <a:gdLst/>
            <a:ahLst/>
            <a:rect l="0" t="0" r="r" b="b"/>
            <a:pathLst>
              <a:path w="54" h="133">
                <a:moveTo>
                  <a:pt x="0" y="0"/>
                </a:moveTo>
                <a:lnTo>
                  <a:pt x="54" y="0"/>
                </a:lnTo>
                <a:lnTo>
                  <a:pt x="5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1099800" y="6215040"/>
            <a:ext cx="3277080" cy="609840"/>
          </a:xfrm>
          <a:custGeom>
            <a:avLst/>
            <a:gdLst/>
            <a:ahLst/>
            <a:rect l="0" t="0" r="r" b="b"/>
            <a:pathLst>
              <a:path w="9103" h="1694">
                <a:moveTo>
                  <a:pt x="0" y="1522"/>
                </a:moveTo>
                <a:lnTo>
                  <a:pt x="0" y="172"/>
                </a:lnTo>
                <a:cubicBezTo>
                  <a:pt x="0" y="160"/>
                  <a:pt x="2" y="149"/>
                  <a:pt x="4" y="138"/>
                </a:cubicBezTo>
                <a:cubicBezTo>
                  <a:pt x="6" y="127"/>
                  <a:pt x="9" y="116"/>
                  <a:pt x="14" y="106"/>
                </a:cubicBezTo>
                <a:cubicBezTo>
                  <a:pt x="18" y="95"/>
                  <a:pt x="23" y="85"/>
                  <a:pt x="29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2"/>
                  <a:pt x="96" y="17"/>
                  <a:pt x="107" y="13"/>
                </a:cubicBezTo>
                <a:cubicBezTo>
                  <a:pt x="117" y="8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lnTo>
                  <a:pt x="8931" y="0"/>
                </a:lnTo>
                <a:cubicBezTo>
                  <a:pt x="8942" y="0"/>
                  <a:pt x="8954" y="1"/>
                  <a:pt x="8965" y="3"/>
                </a:cubicBezTo>
                <a:cubicBezTo>
                  <a:pt x="8976" y="5"/>
                  <a:pt x="8987" y="8"/>
                  <a:pt x="8997" y="13"/>
                </a:cubicBezTo>
                <a:cubicBezTo>
                  <a:pt x="9007" y="17"/>
                  <a:pt x="9017" y="22"/>
                  <a:pt x="9027" y="29"/>
                </a:cubicBezTo>
                <a:cubicBezTo>
                  <a:pt x="9036" y="35"/>
                  <a:pt x="9045" y="42"/>
                  <a:pt x="9053" y="50"/>
                </a:cubicBezTo>
                <a:cubicBezTo>
                  <a:pt x="9061" y="58"/>
                  <a:pt x="9068" y="67"/>
                  <a:pt x="9074" y="76"/>
                </a:cubicBezTo>
                <a:cubicBezTo>
                  <a:pt x="9080" y="85"/>
                  <a:pt x="9086" y="95"/>
                  <a:pt x="9090" y="106"/>
                </a:cubicBezTo>
                <a:cubicBezTo>
                  <a:pt x="9094" y="116"/>
                  <a:pt x="9098" y="127"/>
                  <a:pt x="9100" y="138"/>
                </a:cubicBezTo>
                <a:cubicBezTo>
                  <a:pt x="9102" y="149"/>
                  <a:pt x="9103" y="160"/>
                  <a:pt x="9103" y="172"/>
                </a:cubicBezTo>
                <a:lnTo>
                  <a:pt x="9103" y="1522"/>
                </a:lnTo>
                <a:cubicBezTo>
                  <a:pt x="9103" y="1533"/>
                  <a:pt x="9102" y="1544"/>
                  <a:pt x="9100" y="1555"/>
                </a:cubicBezTo>
                <a:cubicBezTo>
                  <a:pt x="9098" y="1567"/>
                  <a:pt x="9094" y="1577"/>
                  <a:pt x="9090" y="1588"/>
                </a:cubicBezTo>
                <a:cubicBezTo>
                  <a:pt x="9086" y="1598"/>
                  <a:pt x="9080" y="1608"/>
                  <a:pt x="9074" y="1617"/>
                </a:cubicBezTo>
                <a:cubicBezTo>
                  <a:pt x="9068" y="1627"/>
                  <a:pt x="9061" y="1636"/>
                  <a:pt x="9053" y="1644"/>
                </a:cubicBezTo>
                <a:cubicBezTo>
                  <a:pt x="9045" y="1652"/>
                  <a:pt x="9036" y="1659"/>
                  <a:pt x="9027" y="1665"/>
                </a:cubicBezTo>
                <a:cubicBezTo>
                  <a:pt x="9017" y="1671"/>
                  <a:pt x="9007" y="1676"/>
                  <a:pt x="8997" y="1681"/>
                </a:cubicBezTo>
                <a:cubicBezTo>
                  <a:pt x="8987" y="1685"/>
                  <a:pt x="8976" y="1688"/>
                  <a:pt x="8965" y="1691"/>
                </a:cubicBezTo>
                <a:cubicBezTo>
                  <a:pt x="8954" y="1693"/>
                  <a:pt x="8942" y="1694"/>
                  <a:pt x="8931" y="1694"/>
                </a:cubicBezTo>
                <a:lnTo>
                  <a:pt x="172" y="1694"/>
                </a:lnTo>
                <a:cubicBezTo>
                  <a:pt x="161" y="1694"/>
                  <a:pt x="150" y="1693"/>
                  <a:pt x="139" y="1691"/>
                </a:cubicBezTo>
                <a:cubicBezTo>
                  <a:pt x="128" y="1688"/>
                  <a:pt x="117" y="1685"/>
                  <a:pt x="107" y="1681"/>
                </a:cubicBezTo>
                <a:cubicBezTo>
                  <a:pt x="96" y="1676"/>
                  <a:pt x="86" y="1671"/>
                  <a:pt x="77" y="1665"/>
                </a:cubicBezTo>
                <a:cubicBezTo>
                  <a:pt x="67" y="1659"/>
                  <a:pt x="59" y="1652"/>
                  <a:pt x="51" y="1644"/>
                </a:cubicBezTo>
                <a:cubicBezTo>
                  <a:pt x="43" y="1636"/>
                  <a:pt x="36" y="1627"/>
                  <a:pt x="29" y="1617"/>
                </a:cubicBezTo>
                <a:cubicBezTo>
                  <a:pt x="23" y="1608"/>
                  <a:pt x="18" y="1598"/>
                  <a:pt x="14" y="1588"/>
                </a:cubicBezTo>
                <a:cubicBezTo>
                  <a:pt x="9" y="1577"/>
                  <a:pt x="6" y="1567"/>
                  <a:pt x="4" y="1555"/>
                </a:cubicBezTo>
                <a:cubicBezTo>
                  <a:pt x="2" y="1544"/>
                  <a:pt x="0" y="1533"/>
                  <a:pt x="0" y="1522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/>
          <p:nvPr/>
        </p:nvSpPr>
        <p:spPr>
          <a:xfrm>
            <a:off x="1099800" y="6215040"/>
            <a:ext cx="3277080" cy="609840"/>
          </a:xfrm>
          <a:custGeom>
            <a:avLst/>
            <a:gdLst/>
            <a:ahLst/>
            <a:rect l="0" t="0" r="r" b="b"/>
            <a:pathLst>
              <a:path w="9103" h="1694">
                <a:moveTo>
                  <a:pt x="0" y="1522"/>
                </a:moveTo>
                <a:lnTo>
                  <a:pt x="0" y="172"/>
                </a:lnTo>
                <a:cubicBezTo>
                  <a:pt x="0" y="160"/>
                  <a:pt x="2" y="149"/>
                  <a:pt x="4" y="138"/>
                </a:cubicBezTo>
                <a:cubicBezTo>
                  <a:pt x="6" y="127"/>
                  <a:pt x="9" y="116"/>
                  <a:pt x="14" y="106"/>
                </a:cubicBezTo>
                <a:cubicBezTo>
                  <a:pt x="18" y="95"/>
                  <a:pt x="23" y="85"/>
                  <a:pt x="29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2"/>
                  <a:pt x="96" y="17"/>
                  <a:pt x="107" y="13"/>
                </a:cubicBezTo>
                <a:cubicBezTo>
                  <a:pt x="117" y="8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lnTo>
                  <a:pt x="8931" y="0"/>
                </a:lnTo>
                <a:cubicBezTo>
                  <a:pt x="8942" y="0"/>
                  <a:pt x="8954" y="1"/>
                  <a:pt x="8965" y="3"/>
                </a:cubicBezTo>
                <a:cubicBezTo>
                  <a:pt x="8976" y="5"/>
                  <a:pt x="8987" y="8"/>
                  <a:pt x="8997" y="13"/>
                </a:cubicBezTo>
                <a:cubicBezTo>
                  <a:pt x="9007" y="17"/>
                  <a:pt x="9017" y="22"/>
                  <a:pt x="9027" y="29"/>
                </a:cubicBezTo>
                <a:cubicBezTo>
                  <a:pt x="9036" y="35"/>
                  <a:pt x="9045" y="42"/>
                  <a:pt x="9053" y="50"/>
                </a:cubicBezTo>
                <a:cubicBezTo>
                  <a:pt x="9061" y="58"/>
                  <a:pt x="9068" y="67"/>
                  <a:pt x="9074" y="76"/>
                </a:cubicBezTo>
                <a:cubicBezTo>
                  <a:pt x="9080" y="85"/>
                  <a:pt x="9086" y="95"/>
                  <a:pt x="9090" y="106"/>
                </a:cubicBezTo>
                <a:cubicBezTo>
                  <a:pt x="9094" y="116"/>
                  <a:pt x="9098" y="127"/>
                  <a:pt x="9100" y="138"/>
                </a:cubicBezTo>
                <a:cubicBezTo>
                  <a:pt x="9102" y="149"/>
                  <a:pt x="9103" y="160"/>
                  <a:pt x="9103" y="172"/>
                </a:cubicBezTo>
                <a:lnTo>
                  <a:pt x="9103" y="1522"/>
                </a:lnTo>
                <a:cubicBezTo>
                  <a:pt x="9103" y="1533"/>
                  <a:pt x="9102" y="1544"/>
                  <a:pt x="9100" y="1555"/>
                </a:cubicBezTo>
                <a:cubicBezTo>
                  <a:pt x="9098" y="1567"/>
                  <a:pt x="9094" y="1577"/>
                  <a:pt x="9090" y="1588"/>
                </a:cubicBezTo>
                <a:cubicBezTo>
                  <a:pt x="9086" y="1598"/>
                  <a:pt x="9080" y="1608"/>
                  <a:pt x="9074" y="1617"/>
                </a:cubicBezTo>
                <a:cubicBezTo>
                  <a:pt x="9068" y="1627"/>
                  <a:pt x="9061" y="1636"/>
                  <a:pt x="9053" y="1644"/>
                </a:cubicBezTo>
                <a:cubicBezTo>
                  <a:pt x="9045" y="1652"/>
                  <a:pt x="9036" y="1659"/>
                  <a:pt x="9027" y="1665"/>
                </a:cubicBezTo>
                <a:cubicBezTo>
                  <a:pt x="9017" y="1671"/>
                  <a:pt x="9007" y="1676"/>
                  <a:pt x="8997" y="1681"/>
                </a:cubicBezTo>
                <a:cubicBezTo>
                  <a:pt x="8987" y="1685"/>
                  <a:pt x="8976" y="1688"/>
                  <a:pt x="8965" y="1691"/>
                </a:cubicBezTo>
                <a:cubicBezTo>
                  <a:pt x="8954" y="1693"/>
                  <a:pt x="8942" y="1694"/>
                  <a:pt x="8931" y="1694"/>
                </a:cubicBezTo>
                <a:lnTo>
                  <a:pt x="172" y="1694"/>
                </a:lnTo>
                <a:cubicBezTo>
                  <a:pt x="161" y="1694"/>
                  <a:pt x="150" y="1693"/>
                  <a:pt x="139" y="1691"/>
                </a:cubicBezTo>
                <a:cubicBezTo>
                  <a:pt x="128" y="1688"/>
                  <a:pt x="117" y="1685"/>
                  <a:pt x="107" y="1681"/>
                </a:cubicBezTo>
                <a:cubicBezTo>
                  <a:pt x="96" y="1676"/>
                  <a:pt x="86" y="1671"/>
                  <a:pt x="77" y="1665"/>
                </a:cubicBezTo>
                <a:cubicBezTo>
                  <a:pt x="67" y="1659"/>
                  <a:pt x="59" y="1652"/>
                  <a:pt x="51" y="1644"/>
                </a:cubicBezTo>
                <a:cubicBezTo>
                  <a:pt x="43" y="1636"/>
                  <a:pt x="36" y="1627"/>
                  <a:pt x="29" y="1617"/>
                </a:cubicBezTo>
                <a:cubicBezTo>
                  <a:pt x="23" y="1608"/>
                  <a:pt x="18" y="1598"/>
                  <a:pt x="14" y="1588"/>
                </a:cubicBezTo>
                <a:cubicBezTo>
                  <a:pt x="9" y="1577"/>
                  <a:pt x="6" y="1567"/>
                  <a:pt x="4" y="1555"/>
                </a:cubicBezTo>
                <a:cubicBezTo>
                  <a:pt x="2" y="1544"/>
                  <a:pt x="0" y="1533"/>
                  <a:pt x="0" y="1522"/>
                </a:cubicBezTo>
                <a:close/>
              </a:path>
            </a:pathLst>
          </a:custGeom>
          <a:noFill/>
          <a:ln w="9360">
            <a:solidFill>
              <a:srgbClr val="64748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 txBox="1"/>
          <p:nvPr/>
        </p:nvSpPr>
        <p:spPr>
          <a:xfrm>
            <a:off x="10113480" y="6000480"/>
            <a:ext cx="792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0EA5E9"/>
                </a:solidFill>
                <a:effectLst/>
                <a:uFillTx/>
                <a:latin typeface="SegoeUI"/>
                <a:ea typeface="SegoeUI"/>
              </a:rPr>
              <a:t>s e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 txBox="1"/>
          <p:nvPr/>
        </p:nvSpPr>
        <p:spPr>
          <a:xfrm>
            <a:off x="1699920" y="64101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94A3B8"/>
                </a:solidFill>
                <a:effectLst/>
                <a:uFillTx/>
                <a:latin typeface="SegoeUIEmoji"/>
                <a:ea typeface="SegoeUIEmoji"/>
              </a:rPr>
              <a:t>🗂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 txBox="1"/>
          <p:nvPr/>
        </p:nvSpPr>
        <p:spPr>
          <a:xfrm>
            <a:off x="1872360" y="6373440"/>
            <a:ext cx="1888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94A3B8"/>
                </a:solidFill>
                <a:effectLst/>
                <a:uFillTx/>
                <a:latin typeface="SegoeUI"/>
                <a:ea typeface="SegoeUI"/>
              </a:rPr>
              <a:t>  M u n i c i p a l   C o m m i s s i o n e 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 txBox="1"/>
          <p:nvPr/>
        </p:nvSpPr>
        <p:spPr>
          <a:xfrm>
            <a:off x="2125440" y="6528960"/>
            <a:ext cx="1904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U L B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 txBox="1"/>
          <p:nvPr/>
        </p:nvSpPr>
        <p:spPr>
          <a:xfrm>
            <a:off x="2373480" y="6528960"/>
            <a:ext cx="3186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E x e c u t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 txBox="1"/>
          <p:nvPr/>
        </p:nvSpPr>
        <p:spPr>
          <a:xfrm>
            <a:off x="2779920" y="6528960"/>
            <a:ext cx="1231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v e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 txBox="1"/>
          <p:nvPr/>
        </p:nvSpPr>
        <p:spPr>
          <a:xfrm>
            <a:off x="2950920" y="6528960"/>
            <a:ext cx="907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O f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 txBox="1"/>
          <p:nvPr/>
        </p:nvSpPr>
        <p:spPr>
          <a:xfrm>
            <a:off x="3079080" y="652896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f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 txBox="1"/>
          <p:nvPr/>
        </p:nvSpPr>
        <p:spPr>
          <a:xfrm>
            <a:off x="3128400" y="652896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2057040" y="6638760"/>
            <a:ext cx="1362600" cy="133560"/>
          </a:xfrm>
          <a:custGeom>
            <a:avLst/>
            <a:gdLst/>
            <a:ahLst/>
            <a:rect l="0" t="0" r="r" b="b"/>
            <a:pathLst>
              <a:path w="3785" h="371">
                <a:moveTo>
                  <a:pt x="15" y="114"/>
                </a:move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3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3599" y="0"/>
                </a:lnTo>
                <a:cubicBezTo>
                  <a:pt x="3623" y="0"/>
                  <a:pt x="3647" y="5"/>
                  <a:pt x="3670" y="14"/>
                </a:cubicBezTo>
                <a:cubicBezTo>
                  <a:pt x="3692" y="23"/>
                  <a:pt x="3712" y="37"/>
                  <a:pt x="3730" y="54"/>
                </a:cubicBezTo>
                <a:cubicBezTo>
                  <a:pt x="3748" y="72"/>
                  <a:pt x="3762" y="92"/>
                  <a:pt x="3771" y="114"/>
                </a:cubicBezTo>
                <a:cubicBezTo>
                  <a:pt x="3780" y="137"/>
                  <a:pt x="3785" y="161"/>
                  <a:pt x="3785" y="185"/>
                </a:cubicBezTo>
                <a:cubicBezTo>
                  <a:pt x="3785" y="210"/>
                  <a:pt x="3780" y="233"/>
                  <a:pt x="3771" y="257"/>
                </a:cubicBezTo>
                <a:cubicBezTo>
                  <a:pt x="3762" y="280"/>
                  <a:pt x="3748" y="300"/>
                  <a:pt x="3730" y="317"/>
                </a:cubicBezTo>
                <a:cubicBezTo>
                  <a:pt x="3712" y="334"/>
                  <a:pt x="3692" y="348"/>
                  <a:pt x="3670" y="357"/>
                </a:cubicBezTo>
                <a:cubicBezTo>
                  <a:pt x="3647" y="367"/>
                  <a:pt x="3623" y="371"/>
                  <a:pt x="3599" y="371"/>
                </a:cubicBezTo>
                <a:lnTo>
                  <a:pt x="186" y="371"/>
                </a:lnTo>
                <a:cubicBezTo>
                  <a:pt x="161" y="371"/>
                  <a:pt x="138" y="367"/>
                  <a:pt x="115" y="357"/>
                </a:cubicBezTo>
                <a:cubicBezTo>
                  <a:pt x="92" y="348"/>
                  <a:pt x="72" y="334"/>
                  <a:pt x="55" y="317"/>
                </a:cubicBezTo>
                <a:cubicBezTo>
                  <a:pt x="37" y="300"/>
                  <a:pt x="24" y="280"/>
                  <a:pt x="15" y="257"/>
                </a:cubicBezTo>
                <a:cubicBezTo>
                  <a:pt x="5" y="233"/>
                  <a:pt x="0" y="210"/>
                  <a:pt x="0" y="185"/>
                </a:cubicBezTo>
                <a:cubicBezTo>
                  <a:pt x="0" y="161"/>
                  <a:pt x="5" y="137"/>
                  <a:pt x="15" y="114"/>
                </a:cubicBezTo>
                <a:close/>
              </a:path>
            </a:pathLst>
          </a:custGeom>
          <a:solidFill>
            <a:srgbClr val="10B981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2066760" y="6648120"/>
            <a:ext cx="1343520" cy="114840"/>
          </a:xfrm>
          <a:custGeom>
            <a:avLst/>
            <a:gdLst/>
            <a:ahLst/>
            <a:rect l="0" t="0" r="r" b="b"/>
            <a:pathLst>
              <a:path w="3732" h="319">
                <a:moveTo>
                  <a:pt x="159" y="0"/>
                </a:moveTo>
                <a:cubicBezTo>
                  <a:pt x="148" y="0"/>
                  <a:pt x="138" y="1"/>
                  <a:pt x="128" y="3"/>
                </a:cubicBezTo>
                <a:cubicBezTo>
                  <a:pt x="118" y="5"/>
                  <a:pt x="108" y="9"/>
                  <a:pt x="98" y="13"/>
                </a:cubicBezTo>
                <a:cubicBezTo>
                  <a:pt x="88" y="16"/>
                  <a:pt x="79" y="21"/>
                  <a:pt x="71" y="27"/>
                </a:cubicBezTo>
                <a:cubicBezTo>
                  <a:pt x="62" y="33"/>
                  <a:pt x="54" y="40"/>
                  <a:pt x="46" y="47"/>
                </a:cubicBezTo>
                <a:cubicBezTo>
                  <a:pt x="39" y="54"/>
                  <a:pt x="33" y="62"/>
                  <a:pt x="27" y="71"/>
                </a:cubicBezTo>
                <a:cubicBezTo>
                  <a:pt x="21" y="81"/>
                  <a:pt x="16" y="90"/>
                  <a:pt x="12" y="99"/>
                </a:cubicBezTo>
                <a:cubicBezTo>
                  <a:pt x="8" y="109"/>
                  <a:pt x="5" y="119"/>
                  <a:pt x="3" y="129"/>
                </a:cubicBezTo>
                <a:cubicBezTo>
                  <a:pt x="1" y="139"/>
                  <a:pt x="0" y="150"/>
                  <a:pt x="0" y="160"/>
                </a:cubicBezTo>
                <a:cubicBezTo>
                  <a:pt x="0" y="171"/>
                  <a:pt x="1" y="181"/>
                  <a:pt x="3" y="191"/>
                </a:cubicBezTo>
                <a:cubicBezTo>
                  <a:pt x="5" y="201"/>
                  <a:pt x="8" y="211"/>
                  <a:pt x="12" y="221"/>
                </a:cubicBezTo>
                <a:cubicBezTo>
                  <a:pt x="16" y="231"/>
                  <a:pt x="21" y="240"/>
                  <a:pt x="27" y="248"/>
                </a:cubicBezTo>
                <a:cubicBezTo>
                  <a:pt x="33" y="257"/>
                  <a:pt x="39" y="265"/>
                  <a:pt x="46" y="272"/>
                </a:cubicBezTo>
                <a:cubicBezTo>
                  <a:pt x="54" y="280"/>
                  <a:pt x="62" y="286"/>
                  <a:pt x="71" y="292"/>
                </a:cubicBezTo>
                <a:cubicBezTo>
                  <a:pt x="79" y="298"/>
                  <a:pt x="88" y="303"/>
                  <a:pt x="98" y="307"/>
                </a:cubicBezTo>
                <a:cubicBezTo>
                  <a:pt x="108" y="311"/>
                  <a:pt x="118" y="314"/>
                  <a:pt x="128" y="316"/>
                </a:cubicBezTo>
                <a:cubicBezTo>
                  <a:pt x="138" y="318"/>
                  <a:pt x="148" y="319"/>
                  <a:pt x="159" y="319"/>
                </a:cubicBezTo>
                <a:lnTo>
                  <a:pt x="3572" y="319"/>
                </a:lnTo>
                <a:cubicBezTo>
                  <a:pt x="3582" y="319"/>
                  <a:pt x="3594" y="318"/>
                  <a:pt x="3604" y="316"/>
                </a:cubicBezTo>
                <a:cubicBezTo>
                  <a:pt x="3614" y="314"/>
                  <a:pt x="3624" y="311"/>
                  <a:pt x="3634" y="307"/>
                </a:cubicBezTo>
                <a:cubicBezTo>
                  <a:pt x="3643" y="303"/>
                  <a:pt x="3652" y="298"/>
                  <a:pt x="3661" y="292"/>
                </a:cubicBezTo>
                <a:cubicBezTo>
                  <a:pt x="3670" y="286"/>
                  <a:pt x="3678" y="280"/>
                  <a:pt x="3685" y="272"/>
                </a:cubicBezTo>
                <a:cubicBezTo>
                  <a:pt x="3692" y="265"/>
                  <a:pt x="3699" y="257"/>
                  <a:pt x="3705" y="248"/>
                </a:cubicBezTo>
                <a:cubicBezTo>
                  <a:pt x="3711" y="240"/>
                  <a:pt x="3716" y="231"/>
                  <a:pt x="3719" y="221"/>
                </a:cubicBezTo>
                <a:cubicBezTo>
                  <a:pt x="3723" y="211"/>
                  <a:pt x="3726" y="201"/>
                  <a:pt x="3729" y="191"/>
                </a:cubicBezTo>
                <a:cubicBezTo>
                  <a:pt x="3731" y="181"/>
                  <a:pt x="3732" y="171"/>
                  <a:pt x="3732" y="160"/>
                </a:cubicBezTo>
                <a:cubicBezTo>
                  <a:pt x="3732" y="150"/>
                  <a:pt x="3731" y="139"/>
                  <a:pt x="3729" y="129"/>
                </a:cubicBezTo>
                <a:cubicBezTo>
                  <a:pt x="3726" y="119"/>
                  <a:pt x="3723" y="109"/>
                  <a:pt x="3719" y="99"/>
                </a:cubicBezTo>
                <a:cubicBezTo>
                  <a:pt x="3716" y="90"/>
                  <a:pt x="3711" y="81"/>
                  <a:pt x="3705" y="71"/>
                </a:cubicBezTo>
                <a:cubicBezTo>
                  <a:pt x="3699" y="62"/>
                  <a:pt x="3692" y="54"/>
                  <a:pt x="3685" y="47"/>
                </a:cubicBezTo>
                <a:cubicBezTo>
                  <a:pt x="3678" y="40"/>
                  <a:pt x="3670" y="33"/>
                  <a:pt x="3661" y="27"/>
                </a:cubicBezTo>
                <a:cubicBezTo>
                  <a:pt x="3652" y="21"/>
                  <a:pt x="3643" y="16"/>
                  <a:pt x="3634" y="13"/>
                </a:cubicBezTo>
                <a:cubicBezTo>
                  <a:pt x="3624" y="9"/>
                  <a:pt x="3614" y="5"/>
                  <a:pt x="3604" y="3"/>
                </a:cubicBezTo>
                <a:cubicBezTo>
                  <a:pt x="3594" y="1"/>
                  <a:pt x="3582" y="0"/>
                  <a:pt x="3572" y="0"/>
                </a:cubicBezTo>
                <a:lnTo>
                  <a:pt x="159" y="0"/>
                </a:lnTo>
                <a:close/>
              </a:path>
            </a:pathLst>
          </a:custGeom>
          <a:solidFill>
            <a:srgbClr val="10B981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 txBox="1"/>
          <p:nvPr/>
        </p:nvSpPr>
        <p:spPr>
          <a:xfrm>
            <a:off x="3173400" y="6528960"/>
            <a:ext cx="1267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e r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 txBox="1"/>
          <p:nvPr/>
        </p:nvSpPr>
        <p:spPr>
          <a:xfrm>
            <a:off x="2115000" y="665784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 txBox="1"/>
          <p:nvPr/>
        </p:nvSpPr>
        <p:spPr>
          <a:xfrm>
            <a:off x="2283120" y="6657840"/>
            <a:ext cx="4410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e v a n c e O S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 txBox="1"/>
          <p:nvPr/>
        </p:nvSpPr>
        <p:spPr>
          <a:xfrm>
            <a:off x="2831400" y="6657840"/>
            <a:ext cx="97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—  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 txBox="1"/>
          <p:nvPr/>
        </p:nvSpPr>
        <p:spPr>
          <a:xfrm>
            <a:off x="2967480" y="6657840"/>
            <a:ext cx="8928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O f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 txBox="1"/>
          <p:nvPr/>
        </p:nvSpPr>
        <p:spPr>
          <a:xfrm>
            <a:off x="3092760" y="665784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f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 txBox="1"/>
          <p:nvPr/>
        </p:nvSpPr>
        <p:spPr>
          <a:xfrm>
            <a:off x="3142800" y="6657840"/>
            <a:ext cx="615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4462200" y="6215040"/>
            <a:ext cx="3267360" cy="609840"/>
          </a:xfrm>
          <a:custGeom>
            <a:avLst/>
            <a:gdLst/>
            <a:ahLst/>
            <a:rect l="0" t="0" r="r" b="b"/>
            <a:pathLst>
              <a:path w="9076" h="1694">
                <a:moveTo>
                  <a:pt x="0" y="1522"/>
                </a:moveTo>
                <a:lnTo>
                  <a:pt x="0" y="172"/>
                </a:lnTo>
                <a:cubicBezTo>
                  <a:pt x="0" y="160"/>
                  <a:pt x="1" y="149"/>
                  <a:pt x="4" y="138"/>
                </a:cubicBezTo>
                <a:cubicBezTo>
                  <a:pt x="6" y="127"/>
                  <a:pt x="9" y="116"/>
                  <a:pt x="13" y="106"/>
                </a:cubicBezTo>
                <a:cubicBezTo>
                  <a:pt x="18" y="95"/>
                  <a:pt x="23" y="85"/>
                  <a:pt x="29" y="76"/>
                </a:cubicBezTo>
                <a:cubicBezTo>
                  <a:pt x="35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2"/>
                  <a:pt x="96" y="17"/>
                  <a:pt x="106" y="13"/>
                </a:cubicBezTo>
                <a:cubicBezTo>
                  <a:pt x="117" y="8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lnTo>
                  <a:pt x="8904" y="0"/>
                </a:lnTo>
                <a:cubicBezTo>
                  <a:pt x="8916" y="0"/>
                  <a:pt x="8927" y="1"/>
                  <a:pt x="8938" y="3"/>
                </a:cubicBezTo>
                <a:cubicBezTo>
                  <a:pt x="8949" y="5"/>
                  <a:pt x="8960" y="8"/>
                  <a:pt x="8970" y="13"/>
                </a:cubicBezTo>
                <a:cubicBezTo>
                  <a:pt x="8981" y="17"/>
                  <a:pt x="8991" y="22"/>
                  <a:pt x="9000" y="29"/>
                </a:cubicBezTo>
                <a:cubicBezTo>
                  <a:pt x="9009" y="35"/>
                  <a:pt x="9018" y="42"/>
                  <a:pt x="9026" y="50"/>
                </a:cubicBezTo>
                <a:cubicBezTo>
                  <a:pt x="9034" y="58"/>
                  <a:pt x="9041" y="67"/>
                  <a:pt x="9047" y="76"/>
                </a:cubicBezTo>
                <a:cubicBezTo>
                  <a:pt x="9054" y="85"/>
                  <a:pt x="9059" y="95"/>
                  <a:pt x="9063" y="106"/>
                </a:cubicBezTo>
                <a:cubicBezTo>
                  <a:pt x="9068" y="116"/>
                  <a:pt x="9071" y="127"/>
                  <a:pt x="9073" y="138"/>
                </a:cubicBezTo>
                <a:cubicBezTo>
                  <a:pt x="9075" y="149"/>
                  <a:pt x="9076" y="160"/>
                  <a:pt x="9076" y="172"/>
                </a:cubicBezTo>
                <a:lnTo>
                  <a:pt x="9076" y="1522"/>
                </a:lnTo>
                <a:cubicBezTo>
                  <a:pt x="9076" y="1533"/>
                  <a:pt x="9075" y="1544"/>
                  <a:pt x="9073" y="1555"/>
                </a:cubicBezTo>
                <a:cubicBezTo>
                  <a:pt x="9071" y="1567"/>
                  <a:pt x="9068" y="1577"/>
                  <a:pt x="9063" y="1588"/>
                </a:cubicBezTo>
                <a:cubicBezTo>
                  <a:pt x="9059" y="1598"/>
                  <a:pt x="9054" y="1608"/>
                  <a:pt x="9047" y="1617"/>
                </a:cubicBezTo>
                <a:cubicBezTo>
                  <a:pt x="9041" y="1627"/>
                  <a:pt x="9034" y="1636"/>
                  <a:pt x="9026" y="1644"/>
                </a:cubicBezTo>
                <a:cubicBezTo>
                  <a:pt x="9018" y="1652"/>
                  <a:pt x="9009" y="1659"/>
                  <a:pt x="9000" y="1665"/>
                </a:cubicBezTo>
                <a:cubicBezTo>
                  <a:pt x="8991" y="1671"/>
                  <a:pt x="8981" y="1676"/>
                  <a:pt x="8970" y="1681"/>
                </a:cubicBezTo>
                <a:cubicBezTo>
                  <a:pt x="8960" y="1685"/>
                  <a:pt x="8949" y="1688"/>
                  <a:pt x="8938" y="1691"/>
                </a:cubicBezTo>
                <a:cubicBezTo>
                  <a:pt x="8927" y="1693"/>
                  <a:pt x="8916" y="1694"/>
                  <a:pt x="8904" y="1694"/>
                </a:cubicBezTo>
                <a:lnTo>
                  <a:pt x="172" y="1694"/>
                </a:lnTo>
                <a:cubicBezTo>
                  <a:pt x="161" y="1694"/>
                  <a:pt x="150" y="1693"/>
                  <a:pt x="139" y="1691"/>
                </a:cubicBezTo>
                <a:cubicBezTo>
                  <a:pt x="128" y="1688"/>
                  <a:pt x="117" y="1685"/>
                  <a:pt x="106" y="1681"/>
                </a:cubicBezTo>
                <a:cubicBezTo>
                  <a:pt x="96" y="1676"/>
                  <a:pt x="86" y="1671"/>
                  <a:pt x="77" y="1665"/>
                </a:cubicBezTo>
                <a:cubicBezTo>
                  <a:pt x="67" y="1659"/>
                  <a:pt x="59" y="1652"/>
                  <a:pt x="51" y="1644"/>
                </a:cubicBezTo>
                <a:cubicBezTo>
                  <a:pt x="43" y="1636"/>
                  <a:pt x="35" y="1627"/>
                  <a:pt x="29" y="1617"/>
                </a:cubicBezTo>
                <a:cubicBezTo>
                  <a:pt x="23" y="1608"/>
                  <a:pt x="18" y="1598"/>
                  <a:pt x="13" y="1588"/>
                </a:cubicBezTo>
                <a:cubicBezTo>
                  <a:pt x="9" y="1577"/>
                  <a:pt x="6" y="1567"/>
                  <a:pt x="4" y="1555"/>
                </a:cubicBezTo>
                <a:cubicBezTo>
                  <a:pt x="1" y="1544"/>
                  <a:pt x="0" y="1533"/>
                  <a:pt x="0" y="1522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4462200" y="6215040"/>
            <a:ext cx="3267360" cy="609840"/>
          </a:xfrm>
          <a:custGeom>
            <a:avLst/>
            <a:gdLst/>
            <a:ahLst/>
            <a:rect l="0" t="0" r="r" b="b"/>
            <a:pathLst>
              <a:path w="9076" h="1694">
                <a:moveTo>
                  <a:pt x="0" y="1522"/>
                </a:moveTo>
                <a:lnTo>
                  <a:pt x="0" y="172"/>
                </a:lnTo>
                <a:cubicBezTo>
                  <a:pt x="0" y="160"/>
                  <a:pt x="1" y="149"/>
                  <a:pt x="4" y="138"/>
                </a:cubicBezTo>
                <a:cubicBezTo>
                  <a:pt x="6" y="127"/>
                  <a:pt x="9" y="116"/>
                  <a:pt x="13" y="106"/>
                </a:cubicBezTo>
                <a:cubicBezTo>
                  <a:pt x="18" y="95"/>
                  <a:pt x="23" y="85"/>
                  <a:pt x="29" y="76"/>
                </a:cubicBezTo>
                <a:cubicBezTo>
                  <a:pt x="35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2"/>
                  <a:pt x="96" y="17"/>
                  <a:pt x="106" y="13"/>
                </a:cubicBezTo>
                <a:cubicBezTo>
                  <a:pt x="117" y="8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lnTo>
                  <a:pt x="8904" y="0"/>
                </a:lnTo>
                <a:cubicBezTo>
                  <a:pt x="8916" y="0"/>
                  <a:pt x="8927" y="1"/>
                  <a:pt x="8938" y="3"/>
                </a:cubicBezTo>
                <a:cubicBezTo>
                  <a:pt x="8949" y="5"/>
                  <a:pt x="8960" y="8"/>
                  <a:pt x="8970" y="13"/>
                </a:cubicBezTo>
                <a:cubicBezTo>
                  <a:pt x="8981" y="17"/>
                  <a:pt x="8991" y="22"/>
                  <a:pt x="9000" y="29"/>
                </a:cubicBezTo>
                <a:cubicBezTo>
                  <a:pt x="9009" y="35"/>
                  <a:pt x="9018" y="42"/>
                  <a:pt x="9026" y="50"/>
                </a:cubicBezTo>
                <a:cubicBezTo>
                  <a:pt x="9034" y="58"/>
                  <a:pt x="9041" y="67"/>
                  <a:pt x="9047" y="76"/>
                </a:cubicBezTo>
                <a:cubicBezTo>
                  <a:pt x="9054" y="85"/>
                  <a:pt x="9059" y="95"/>
                  <a:pt x="9063" y="106"/>
                </a:cubicBezTo>
                <a:cubicBezTo>
                  <a:pt x="9068" y="116"/>
                  <a:pt x="9071" y="127"/>
                  <a:pt x="9073" y="138"/>
                </a:cubicBezTo>
                <a:cubicBezTo>
                  <a:pt x="9075" y="149"/>
                  <a:pt x="9076" y="160"/>
                  <a:pt x="9076" y="172"/>
                </a:cubicBezTo>
                <a:lnTo>
                  <a:pt x="9076" y="1522"/>
                </a:lnTo>
                <a:cubicBezTo>
                  <a:pt x="9076" y="1533"/>
                  <a:pt x="9075" y="1544"/>
                  <a:pt x="9073" y="1555"/>
                </a:cubicBezTo>
                <a:cubicBezTo>
                  <a:pt x="9071" y="1567"/>
                  <a:pt x="9068" y="1577"/>
                  <a:pt x="9063" y="1588"/>
                </a:cubicBezTo>
                <a:cubicBezTo>
                  <a:pt x="9059" y="1598"/>
                  <a:pt x="9054" y="1608"/>
                  <a:pt x="9047" y="1617"/>
                </a:cubicBezTo>
                <a:cubicBezTo>
                  <a:pt x="9041" y="1627"/>
                  <a:pt x="9034" y="1636"/>
                  <a:pt x="9026" y="1644"/>
                </a:cubicBezTo>
                <a:cubicBezTo>
                  <a:pt x="9018" y="1652"/>
                  <a:pt x="9009" y="1659"/>
                  <a:pt x="9000" y="1665"/>
                </a:cubicBezTo>
                <a:cubicBezTo>
                  <a:pt x="8991" y="1671"/>
                  <a:pt x="8981" y="1676"/>
                  <a:pt x="8970" y="1681"/>
                </a:cubicBezTo>
                <a:cubicBezTo>
                  <a:pt x="8960" y="1685"/>
                  <a:pt x="8949" y="1688"/>
                  <a:pt x="8938" y="1691"/>
                </a:cubicBezTo>
                <a:cubicBezTo>
                  <a:pt x="8927" y="1693"/>
                  <a:pt x="8916" y="1694"/>
                  <a:pt x="8904" y="1694"/>
                </a:cubicBezTo>
                <a:lnTo>
                  <a:pt x="172" y="1694"/>
                </a:lnTo>
                <a:cubicBezTo>
                  <a:pt x="161" y="1694"/>
                  <a:pt x="150" y="1693"/>
                  <a:pt x="139" y="1691"/>
                </a:cubicBezTo>
                <a:cubicBezTo>
                  <a:pt x="128" y="1688"/>
                  <a:pt x="117" y="1685"/>
                  <a:pt x="106" y="1681"/>
                </a:cubicBezTo>
                <a:cubicBezTo>
                  <a:pt x="96" y="1676"/>
                  <a:pt x="86" y="1671"/>
                  <a:pt x="77" y="1665"/>
                </a:cubicBezTo>
                <a:cubicBezTo>
                  <a:pt x="67" y="1659"/>
                  <a:pt x="59" y="1652"/>
                  <a:pt x="51" y="1644"/>
                </a:cubicBezTo>
                <a:cubicBezTo>
                  <a:pt x="43" y="1636"/>
                  <a:pt x="35" y="1627"/>
                  <a:pt x="29" y="1617"/>
                </a:cubicBezTo>
                <a:cubicBezTo>
                  <a:pt x="23" y="1608"/>
                  <a:pt x="18" y="1598"/>
                  <a:pt x="13" y="1588"/>
                </a:cubicBezTo>
                <a:cubicBezTo>
                  <a:pt x="9" y="1577"/>
                  <a:pt x="6" y="1567"/>
                  <a:pt x="4" y="1555"/>
                </a:cubicBezTo>
                <a:cubicBezTo>
                  <a:pt x="1" y="1544"/>
                  <a:pt x="0" y="1533"/>
                  <a:pt x="0" y="1522"/>
                </a:cubicBezTo>
                <a:close/>
              </a:path>
            </a:pathLst>
          </a:custGeom>
          <a:noFill/>
          <a:ln w="9360">
            <a:solidFill>
              <a:srgbClr val="64748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 txBox="1"/>
          <p:nvPr/>
        </p:nvSpPr>
        <p:spPr>
          <a:xfrm>
            <a:off x="3187440" y="6657840"/>
            <a:ext cx="1238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10B981"/>
                </a:solidFill>
                <a:effectLst/>
                <a:uFillTx/>
                <a:latin typeface="SegoeUI"/>
                <a:ea typeface="SegoeUI"/>
              </a:rPr>
              <a:t>c e r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8" name=""/>
          <p:cNvSpPr txBox="1"/>
          <p:nvPr/>
        </p:nvSpPr>
        <p:spPr>
          <a:xfrm>
            <a:off x="5456160" y="64101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94A3B8"/>
                </a:solidFill>
                <a:effectLst/>
                <a:uFillTx/>
                <a:latin typeface="SegoeUIEmoji"/>
                <a:ea typeface="SegoeUIEmoji"/>
              </a:rPr>
              <a:t>🏛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9" name=""/>
          <p:cNvSpPr txBox="1"/>
          <p:nvPr/>
        </p:nvSpPr>
        <p:spPr>
          <a:xfrm>
            <a:off x="5628600" y="6373440"/>
            <a:ext cx="1087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94A3B8"/>
                </a:solidFill>
                <a:effectLst/>
                <a:uFillTx/>
                <a:latin typeface="SegoeUI"/>
                <a:ea typeface="SegoeUI"/>
              </a:rPr>
              <a:t>  D e p u t y   M a y o r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 txBox="1"/>
          <p:nvPr/>
        </p:nvSpPr>
        <p:spPr>
          <a:xfrm>
            <a:off x="5456520" y="6528960"/>
            <a:ext cx="2919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U r b a n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 txBox="1"/>
          <p:nvPr/>
        </p:nvSpPr>
        <p:spPr>
          <a:xfrm>
            <a:off x="5826240" y="6528960"/>
            <a:ext cx="766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C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 txBox="1"/>
          <p:nvPr/>
        </p:nvSpPr>
        <p:spPr>
          <a:xfrm>
            <a:off x="5940720" y="6528960"/>
            <a:ext cx="1108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t y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5419440" y="6638760"/>
            <a:ext cx="552960" cy="133560"/>
          </a:xfrm>
          <a:custGeom>
            <a:avLst/>
            <a:gdLst/>
            <a:ahLst/>
            <a:rect l="0" t="0" r="r" b="b"/>
            <a:pathLst>
              <a:path w="1536" h="371">
                <a:moveTo>
                  <a:pt x="14" y="114"/>
                </a:move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3"/>
                  <a:pt x="115" y="14"/>
                </a:cubicBezTo>
                <a:cubicBezTo>
                  <a:pt x="137" y="5"/>
                  <a:pt x="161" y="0"/>
                  <a:pt x="185" y="0"/>
                </a:cubicBezTo>
                <a:lnTo>
                  <a:pt x="1351" y="0"/>
                </a:lnTo>
                <a:cubicBezTo>
                  <a:pt x="1375" y="0"/>
                  <a:pt x="1399" y="5"/>
                  <a:pt x="1422" y="14"/>
                </a:cubicBezTo>
                <a:cubicBezTo>
                  <a:pt x="1444" y="23"/>
                  <a:pt x="1464" y="37"/>
                  <a:pt x="1482" y="54"/>
                </a:cubicBezTo>
                <a:cubicBezTo>
                  <a:pt x="1499" y="72"/>
                  <a:pt x="1512" y="92"/>
                  <a:pt x="1522" y="114"/>
                </a:cubicBezTo>
                <a:cubicBezTo>
                  <a:pt x="1531" y="137"/>
                  <a:pt x="1536" y="161"/>
                  <a:pt x="1536" y="185"/>
                </a:cubicBezTo>
                <a:cubicBezTo>
                  <a:pt x="1536" y="210"/>
                  <a:pt x="1531" y="233"/>
                  <a:pt x="1522" y="257"/>
                </a:cubicBezTo>
                <a:cubicBezTo>
                  <a:pt x="1512" y="280"/>
                  <a:pt x="1499" y="300"/>
                  <a:pt x="1482" y="317"/>
                </a:cubicBezTo>
                <a:cubicBezTo>
                  <a:pt x="1464" y="334"/>
                  <a:pt x="1444" y="348"/>
                  <a:pt x="1422" y="357"/>
                </a:cubicBezTo>
                <a:cubicBezTo>
                  <a:pt x="1399" y="367"/>
                  <a:pt x="1375" y="371"/>
                  <a:pt x="1351" y="371"/>
                </a:cubicBezTo>
                <a:lnTo>
                  <a:pt x="185" y="371"/>
                </a:lnTo>
                <a:cubicBezTo>
                  <a:pt x="161" y="371"/>
                  <a:pt x="137" y="367"/>
                  <a:pt x="115" y="357"/>
                </a:cubicBezTo>
                <a:cubicBezTo>
                  <a:pt x="92" y="348"/>
                  <a:pt x="72" y="334"/>
                  <a:pt x="55" y="317"/>
                </a:cubicBezTo>
                <a:cubicBezTo>
                  <a:pt x="37" y="300"/>
                  <a:pt x="24" y="280"/>
                  <a:pt x="14" y="257"/>
                </a:cubicBezTo>
                <a:cubicBezTo>
                  <a:pt x="5" y="233"/>
                  <a:pt x="0" y="210"/>
                  <a:pt x="0" y="185"/>
                </a:cubicBezTo>
                <a:cubicBezTo>
                  <a:pt x="0" y="161"/>
                  <a:pt x="5" y="137"/>
                  <a:pt x="14" y="114"/>
                </a:cubicBezTo>
                <a:close/>
              </a:path>
            </a:pathLst>
          </a:custGeom>
          <a:solidFill>
            <a:srgbClr val="7C3AED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5419440" y="6638760"/>
            <a:ext cx="552960" cy="133560"/>
          </a:xfrm>
          <a:custGeom>
            <a:avLst/>
            <a:gdLst/>
            <a:ahLst/>
            <a:rect l="0" t="0" r="r" b="b"/>
            <a:pathLst>
              <a:path w="1536" h="371">
                <a:moveTo>
                  <a:pt x="0" y="185"/>
                </a:moveTo>
                <a:cubicBezTo>
                  <a:pt x="0" y="161"/>
                  <a:pt x="5" y="137"/>
                  <a:pt x="14" y="114"/>
                </a:cubicBez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3"/>
                  <a:pt x="115" y="14"/>
                </a:cubicBezTo>
                <a:cubicBezTo>
                  <a:pt x="137" y="5"/>
                  <a:pt x="161" y="0"/>
                  <a:pt x="185" y="0"/>
                </a:cubicBezTo>
                <a:lnTo>
                  <a:pt x="1351" y="0"/>
                </a:lnTo>
                <a:cubicBezTo>
                  <a:pt x="1375" y="0"/>
                  <a:pt x="1399" y="5"/>
                  <a:pt x="1422" y="14"/>
                </a:cubicBezTo>
                <a:cubicBezTo>
                  <a:pt x="1444" y="23"/>
                  <a:pt x="1464" y="37"/>
                  <a:pt x="1482" y="54"/>
                </a:cubicBezTo>
                <a:cubicBezTo>
                  <a:pt x="1499" y="72"/>
                  <a:pt x="1512" y="92"/>
                  <a:pt x="1522" y="114"/>
                </a:cubicBezTo>
                <a:cubicBezTo>
                  <a:pt x="1531" y="137"/>
                  <a:pt x="1536" y="161"/>
                  <a:pt x="1536" y="185"/>
                </a:cubicBezTo>
                <a:cubicBezTo>
                  <a:pt x="1536" y="210"/>
                  <a:pt x="1531" y="233"/>
                  <a:pt x="1522" y="257"/>
                </a:cubicBezTo>
                <a:cubicBezTo>
                  <a:pt x="1512" y="280"/>
                  <a:pt x="1499" y="300"/>
                  <a:pt x="1482" y="317"/>
                </a:cubicBezTo>
                <a:cubicBezTo>
                  <a:pt x="1464" y="334"/>
                  <a:pt x="1444" y="348"/>
                  <a:pt x="1422" y="357"/>
                </a:cubicBezTo>
                <a:cubicBezTo>
                  <a:pt x="1399" y="367"/>
                  <a:pt x="1375" y="371"/>
                  <a:pt x="1351" y="371"/>
                </a:cubicBezTo>
                <a:lnTo>
                  <a:pt x="185" y="371"/>
                </a:lnTo>
                <a:cubicBezTo>
                  <a:pt x="161" y="371"/>
                  <a:pt x="137" y="367"/>
                  <a:pt x="115" y="357"/>
                </a:cubicBezTo>
                <a:cubicBezTo>
                  <a:pt x="92" y="348"/>
                  <a:pt x="72" y="334"/>
                  <a:pt x="55" y="317"/>
                </a:cubicBezTo>
                <a:cubicBezTo>
                  <a:pt x="37" y="300"/>
                  <a:pt x="24" y="280"/>
                  <a:pt x="14" y="257"/>
                </a:cubicBezTo>
                <a:cubicBezTo>
                  <a:pt x="5" y="233"/>
                  <a:pt x="0" y="210"/>
                  <a:pt x="0" y="185"/>
                </a:cubicBezTo>
                <a:moveTo>
                  <a:pt x="185" y="26"/>
                </a:moveTo>
                <a:cubicBezTo>
                  <a:pt x="175" y="26"/>
                  <a:pt x="165" y="27"/>
                  <a:pt x="155" y="29"/>
                </a:cubicBezTo>
                <a:cubicBezTo>
                  <a:pt x="144" y="31"/>
                  <a:pt x="134" y="35"/>
                  <a:pt x="125" y="39"/>
                </a:cubicBezTo>
                <a:cubicBezTo>
                  <a:pt x="115" y="42"/>
                  <a:pt x="106" y="47"/>
                  <a:pt x="97" y="53"/>
                </a:cubicBezTo>
                <a:cubicBezTo>
                  <a:pt x="89" y="59"/>
                  <a:pt x="81" y="66"/>
                  <a:pt x="73" y="73"/>
                </a:cubicBezTo>
                <a:cubicBezTo>
                  <a:pt x="66" y="80"/>
                  <a:pt x="59" y="88"/>
                  <a:pt x="54" y="97"/>
                </a:cubicBezTo>
                <a:cubicBezTo>
                  <a:pt x="48" y="106"/>
                  <a:pt x="43" y="115"/>
                  <a:pt x="39" y="124"/>
                </a:cubicBezTo>
                <a:cubicBezTo>
                  <a:pt x="35" y="134"/>
                  <a:pt x="32" y="144"/>
                  <a:pt x="30" y="154"/>
                </a:cubicBezTo>
                <a:cubicBezTo>
                  <a:pt x="28" y="164"/>
                  <a:pt x="27" y="175"/>
                  <a:pt x="27" y="185"/>
                </a:cubicBezTo>
                <a:cubicBezTo>
                  <a:pt x="27" y="196"/>
                  <a:pt x="28" y="206"/>
                  <a:pt x="30" y="216"/>
                </a:cubicBezTo>
                <a:cubicBezTo>
                  <a:pt x="32" y="226"/>
                  <a:pt x="35" y="236"/>
                  <a:pt x="39" y="247"/>
                </a:cubicBezTo>
                <a:cubicBezTo>
                  <a:pt x="43" y="257"/>
                  <a:pt x="48" y="266"/>
                  <a:pt x="54" y="274"/>
                </a:cubicBezTo>
                <a:cubicBezTo>
                  <a:pt x="59" y="283"/>
                  <a:pt x="66" y="291"/>
                  <a:pt x="73" y="298"/>
                </a:cubicBezTo>
                <a:cubicBezTo>
                  <a:pt x="81" y="306"/>
                  <a:pt x="89" y="312"/>
                  <a:pt x="97" y="318"/>
                </a:cubicBezTo>
                <a:cubicBezTo>
                  <a:pt x="106" y="324"/>
                  <a:pt x="115" y="329"/>
                  <a:pt x="125" y="333"/>
                </a:cubicBezTo>
                <a:cubicBezTo>
                  <a:pt x="134" y="337"/>
                  <a:pt x="144" y="340"/>
                  <a:pt x="155" y="342"/>
                </a:cubicBezTo>
                <a:cubicBezTo>
                  <a:pt x="165" y="344"/>
                  <a:pt x="175" y="345"/>
                  <a:pt x="185" y="345"/>
                </a:cubicBezTo>
                <a:lnTo>
                  <a:pt x="1351" y="345"/>
                </a:lnTo>
                <a:cubicBezTo>
                  <a:pt x="1361" y="345"/>
                  <a:pt x="1371" y="344"/>
                  <a:pt x="1382" y="342"/>
                </a:cubicBezTo>
                <a:cubicBezTo>
                  <a:pt x="1392" y="340"/>
                  <a:pt x="1402" y="337"/>
                  <a:pt x="1411" y="333"/>
                </a:cubicBezTo>
                <a:cubicBezTo>
                  <a:pt x="1421" y="329"/>
                  <a:pt x="1430" y="324"/>
                  <a:pt x="1439" y="318"/>
                </a:cubicBezTo>
                <a:cubicBezTo>
                  <a:pt x="1448" y="312"/>
                  <a:pt x="1456" y="306"/>
                  <a:pt x="1463" y="298"/>
                </a:cubicBezTo>
                <a:cubicBezTo>
                  <a:pt x="1470" y="291"/>
                  <a:pt x="1477" y="283"/>
                  <a:pt x="1483" y="274"/>
                </a:cubicBezTo>
                <a:cubicBezTo>
                  <a:pt x="1488" y="266"/>
                  <a:pt x="1493" y="257"/>
                  <a:pt x="1497" y="247"/>
                </a:cubicBezTo>
                <a:cubicBezTo>
                  <a:pt x="1501" y="236"/>
                  <a:pt x="1504" y="226"/>
                  <a:pt x="1506" y="216"/>
                </a:cubicBezTo>
                <a:cubicBezTo>
                  <a:pt x="1508" y="206"/>
                  <a:pt x="1509" y="196"/>
                  <a:pt x="1509" y="185"/>
                </a:cubicBezTo>
                <a:cubicBezTo>
                  <a:pt x="1509" y="175"/>
                  <a:pt x="1508" y="164"/>
                  <a:pt x="1506" y="154"/>
                </a:cubicBezTo>
                <a:cubicBezTo>
                  <a:pt x="1504" y="144"/>
                  <a:pt x="1501" y="134"/>
                  <a:pt x="1497" y="124"/>
                </a:cubicBezTo>
                <a:cubicBezTo>
                  <a:pt x="1493" y="115"/>
                  <a:pt x="1488" y="106"/>
                  <a:pt x="1483" y="97"/>
                </a:cubicBezTo>
                <a:cubicBezTo>
                  <a:pt x="1477" y="88"/>
                  <a:pt x="1470" y="80"/>
                  <a:pt x="1463" y="73"/>
                </a:cubicBezTo>
                <a:cubicBezTo>
                  <a:pt x="1456" y="66"/>
                  <a:pt x="1448" y="59"/>
                  <a:pt x="1439" y="53"/>
                </a:cubicBezTo>
                <a:cubicBezTo>
                  <a:pt x="1430" y="47"/>
                  <a:pt x="1421" y="42"/>
                  <a:pt x="1411" y="39"/>
                </a:cubicBezTo>
                <a:cubicBezTo>
                  <a:pt x="1402" y="35"/>
                  <a:pt x="1392" y="31"/>
                  <a:pt x="1382" y="29"/>
                </a:cubicBezTo>
                <a:cubicBezTo>
                  <a:pt x="1371" y="27"/>
                  <a:pt x="1361" y="26"/>
                  <a:pt x="1351" y="26"/>
                </a:cubicBezTo>
                <a:lnTo>
                  <a:pt x="185" y="26"/>
                </a:lnTo>
                <a:close/>
              </a:path>
            </a:pathLst>
          </a:custGeom>
          <a:solidFill>
            <a:srgbClr val="7C3AED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 txBox="1"/>
          <p:nvPr/>
        </p:nvSpPr>
        <p:spPr>
          <a:xfrm>
            <a:off x="6099480" y="6528960"/>
            <a:ext cx="518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G o v e r n a n c e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5991120" y="6638760"/>
            <a:ext cx="781200" cy="133560"/>
          </a:xfrm>
          <a:custGeom>
            <a:avLst/>
            <a:gdLst/>
            <a:ahLst/>
            <a:rect l="0" t="0" r="r" b="b"/>
            <a:pathLst>
              <a:path w="2170" h="371">
                <a:moveTo>
                  <a:pt x="14" y="114"/>
                </a:move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1" y="23"/>
                  <a:pt x="114" y="14"/>
                </a:cubicBezTo>
                <a:cubicBezTo>
                  <a:pt x="137" y="5"/>
                  <a:pt x="160" y="0"/>
                  <a:pt x="185" y="0"/>
                </a:cubicBezTo>
                <a:lnTo>
                  <a:pt x="1985" y="0"/>
                </a:lnTo>
                <a:cubicBezTo>
                  <a:pt x="2010" y="0"/>
                  <a:pt x="2033" y="5"/>
                  <a:pt x="2056" y="14"/>
                </a:cubicBezTo>
                <a:cubicBezTo>
                  <a:pt x="2079" y="23"/>
                  <a:pt x="2099" y="37"/>
                  <a:pt x="2116" y="54"/>
                </a:cubicBezTo>
                <a:cubicBezTo>
                  <a:pt x="2133" y="72"/>
                  <a:pt x="2147" y="92"/>
                  <a:pt x="2156" y="114"/>
                </a:cubicBezTo>
                <a:cubicBezTo>
                  <a:pt x="2166" y="137"/>
                  <a:pt x="2170" y="161"/>
                  <a:pt x="2170" y="185"/>
                </a:cubicBezTo>
                <a:cubicBezTo>
                  <a:pt x="2170" y="210"/>
                  <a:pt x="2166" y="233"/>
                  <a:pt x="2156" y="257"/>
                </a:cubicBezTo>
                <a:cubicBezTo>
                  <a:pt x="2147" y="280"/>
                  <a:pt x="2133" y="300"/>
                  <a:pt x="2116" y="317"/>
                </a:cubicBezTo>
                <a:cubicBezTo>
                  <a:pt x="2099" y="334"/>
                  <a:pt x="2079" y="348"/>
                  <a:pt x="2056" y="357"/>
                </a:cubicBezTo>
                <a:cubicBezTo>
                  <a:pt x="2033" y="367"/>
                  <a:pt x="2010" y="371"/>
                  <a:pt x="1985" y="371"/>
                </a:cubicBezTo>
                <a:lnTo>
                  <a:pt x="185" y="371"/>
                </a:lnTo>
                <a:cubicBezTo>
                  <a:pt x="160" y="371"/>
                  <a:pt x="137" y="367"/>
                  <a:pt x="114" y="357"/>
                </a:cubicBezTo>
                <a:cubicBezTo>
                  <a:pt x="91" y="348"/>
                  <a:pt x="71" y="334"/>
                  <a:pt x="54" y="317"/>
                </a:cubicBezTo>
                <a:cubicBezTo>
                  <a:pt x="37" y="300"/>
                  <a:pt x="23" y="280"/>
                  <a:pt x="14" y="257"/>
                </a:cubicBezTo>
                <a:cubicBezTo>
                  <a:pt x="4" y="233"/>
                  <a:pt x="0" y="210"/>
                  <a:pt x="0" y="185"/>
                </a:cubicBezTo>
                <a:cubicBezTo>
                  <a:pt x="0" y="161"/>
                  <a:pt x="4" y="137"/>
                  <a:pt x="14" y="114"/>
                </a:cubicBezTo>
                <a:close/>
              </a:path>
            </a:pathLst>
          </a:custGeom>
          <a:solidFill>
            <a:srgbClr val="FF6B35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5991120" y="6638760"/>
            <a:ext cx="781200" cy="133560"/>
          </a:xfrm>
          <a:custGeom>
            <a:avLst/>
            <a:gdLst/>
            <a:ahLst/>
            <a:rect l="0" t="0" r="r" b="b"/>
            <a:pathLst>
              <a:path w="2170" h="371">
                <a:moveTo>
                  <a:pt x="0" y="185"/>
                </a:moveTo>
                <a:cubicBezTo>
                  <a:pt x="0" y="161"/>
                  <a:pt x="4" y="137"/>
                  <a:pt x="14" y="114"/>
                </a:cubicBez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1" y="23"/>
                  <a:pt x="114" y="14"/>
                </a:cubicBezTo>
                <a:cubicBezTo>
                  <a:pt x="137" y="5"/>
                  <a:pt x="160" y="0"/>
                  <a:pt x="185" y="0"/>
                </a:cubicBezTo>
                <a:lnTo>
                  <a:pt x="1985" y="0"/>
                </a:lnTo>
                <a:cubicBezTo>
                  <a:pt x="2010" y="0"/>
                  <a:pt x="2033" y="5"/>
                  <a:pt x="2056" y="14"/>
                </a:cubicBezTo>
                <a:cubicBezTo>
                  <a:pt x="2079" y="23"/>
                  <a:pt x="2099" y="37"/>
                  <a:pt x="2116" y="54"/>
                </a:cubicBezTo>
                <a:cubicBezTo>
                  <a:pt x="2133" y="72"/>
                  <a:pt x="2147" y="92"/>
                  <a:pt x="2156" y="114"/>
                </a:cubicBezTo>
                <a:cubicBezTo>
                  <a:pt x="2166" y="137"/>
                  <a:pt x="2170" y="161"/>
                  <a:pt x="2170" y="185"/>
                </a:cubicBezTo>
                <a:cubicBezTo>
                  <a:pt x="2170" y="210"/>
                  <a:pt x="2166" y="233"/>
                  <a:pt x="2156" y="257"/>
                </a:cubicBezTo>
                <a:cubicBezTo>
                  <a:pt x="2147" y="280"/>
                  <a:pt x="2133" y="300"/>
                  <a:pt x="2116" y="317"/>
                </a:cubicBezTo>
                <a:cubicBezTo>
                  <a:pt x="2099" y="334"/>
                  <a:pt x="2079" y="348"/>
                  <a:pt x="2056" y="357"/>
                </a:cubicBezTo>
                <a:cubicBezTo>
                  <a:pt x="2033" y="367"/>
                  <a:pt x="2010" y="371"/>
                  <a:pt x="1985" y="371"/>
                </a:cubicBezTo>
                <a:lnTo>
                  <a:pt x="185" y="371"/>
                </a:lnTo>
                <a:cubicBezTo>
                  <a:pt x="160" y="371"/>
                  <a:pt x="137" y="367"/>
                  <a:pt x="114" y="357"/>
                </a:cubicBezTo>
                <a:cubicBezTo>
                  <a:pt x="91" y="348"/>
                  <a:pt x="71" y="334"/>
                  <a:pt x="54" y="317"/>
                </a:cubicBezTo>
                <a:cubicBezTo>
                  <a:pt x="37" y="300"/>
                  <a:pt x="23" y="280"/>
                  <a:pt x="14" y="257"/>
                </a:cubicBezTo>
                <a:cubicBezTo>
                  <a:pt x="4" y="233"/>
                  <a:pt x="0" y="210"/>
                  <a:pt x="0" y="185"/>
                </a:cubicBezTo>
                <a:moveTo>
                  <a:pt x="185" y="26"/>
                </a:moveTo>
                <a:cubicBezTo>
                  <a:pt x="175" y="26"/>
                  <a:pt x="164" y="27"/>
                  <a:pt x="154" y="29"/>
                </a:cubicBezTo>
                <a:cubicBezTo>
                  <a:pt x="144" y="31"/>
                  <a:pt x="134" y="35"/>
                  <a:pt x="124" y="39"/>
                </a:cubicBezTo>
                <a:cubicBezTo>
                  <a:pt x="115" y="42"/>
                  <a:pt x="105" y="47"/>
                  <a:pt x="97" y="53"/>
                </a:cubicBezTo>
                <a:cubicBezTo>
                  <a:pt x="88" y="59"/>
                  <a:pt x="80" y="66"/>
                  <a:pt x="73" y="73"/>
                </a:cubicBezTo>
                <a:cubicBezTo>
                  <a:pt x="65" y="80"/>
                  <a:pt x="59" y="88"/>
                  <a:pt x="53" y="97"/>
                </a:cubicBezTo>
                <a:cubicBezTo>
                  <a:pt x="47" y="106"/>
                  <a:pt x="42" y="115"/>
                  <a:pt x="38" y="124"/>
                </a:cubicBezTo>
                <a:cubicBezTo>
                  <a:pt x="34" y="134"/>
                  <a:pt x="31" y="144"/>
                  <a:pt x="29" y="154"/>
                </a:cubicBezTo>
                <a:cubicBezTo>
                  <a:pt x="27" y="164"/>
                  <a:pt x="26" y="175"/>
                  <a:pt x="26" y="185"/>
                </a:cubicBezTo>
                <a:cubicBezTo>
                  <a:pt x="26" y="196"/>
                  <a:pt x="27" y="206"/>
                  <a:pt x="29" y="216"/>
                </a:cubicBezTo>
                <a:cubicBezTo>
                  <a:pt x="31" y="226"/>
                  <a:pt x="34" y="236"/>
                  <a:pt x="38" y="247"/>
                </a:cubicBezTo>
                <a:cubicBezTo>
                  <a:pt x="42" y="257"/>
                  <a:pt x="47" y="266"/>
                  <a:pt x="53" y="274"/>
                </a:cubicBezTo>
                <a:cubicBezTo>
                  <a:pt x="59" y="283"/>
                  <a:pt x="65" y="291"/>
                  <a:pt x="73" y="298"/>
                </a:cubicBezTo>
                <a:cubicBezTo>
                  <a:pt x="80" y="306"/>
                  <a:pt x="88" y="312"/>
                  <a:pt x="97" y="318"/>
                </a:cubicBezTo>
                <a:cubicBezTo>
                  <a:pt x="105" y="324"/>
                  <a:pt x="115" y="329"/>
                  <a:pt x="124" y="333"/>
                </a:cubicBezTo>
                <a:cubicBezTo>
                  <a:pt x="134" y="337"/>
                  <a:pt x="144" y="340"/>
                  <a:pt x="154" y="342"/>
                </a:cubicBezTo>
                <a:cubicBezTo>
                  <a:pt x="164" y="344"/>
                  <a:pt x="175" y="345"/>
                  <a:pt x="185" y="345"/>
                </a:cubicBezTo>
                <a:lnTo>
                  <a:pt x="1985" y="345"/>
                </a:lnTo>
                <a:cubicBezTo>
                  <a:pt x="1996" y="345"/>
                  <a:pt x="2006" y="344"/>
                  <a:pt x="2016" y="342"/>
                </a:cubicBezTo>
                <a:cubicBezTo>
                  <a:pt x="2026" y="340"/>
                  <a:pt x="2036" y="337"/>
                  <a:pt x="2046" y="333"/>
                </a:cubicBezTo>
                <a:cubicBezTo>
                  <a:pt x="2056" y="329"/>
                  <a:pt x="2065" y="324"/>
                  <a:pt x="2073" y="318"/>
                </a:cubicBezTo>
                <a:cubicBezTo>
                  <a:pt x="2082" y="312"/>
                  <a:pt x="2090" y="306"/>
                  <a:pt x="2097" y="298"/>
                </a:cubicBezTo>
                <a:cubicBezTo>
                  <a:pt x="2105" y="291"/>
                  <a:pt x="2111" y="283"/>
                  <a:pt x="2117" y="274"/>
                </a:cubicBezTo>
                <a:cubicBezTo>
                  <a:pt x="2123" y="266"/>
                  <a:pt x="2128" y="257"/>
                  <a:pt x="2132" y="247"/>
                </a:cubicBezTo>
                <a:cubicBezTo>
                  <a:pt x="2136" y="236"/>
                  <a:pt x="2139" y="226"/>
                  <a:pt x="2141" y="216"/>
                </a:cubicBezTo>
                <a:cubicBezTo>
                  <a:pt x="2143" y="206"/>
                  <a:pt x="2144" y="196"/>
                  <a:pt x="2144" y="185"/>
                </a:cubicBezTo>
                <a:cubicBezTo>
                  <a:pt x="2144" y="175"/>
                  <a:pt x="2143" y="164"/>
                  <a:pt x="2141" y="154"/>
                </a:cubicBezTo>
                <a:cubicBezTo>
                  <a:pt x="2139" y="144"/>
                  <a:pt x="2136" y="134"/>
                  <a:pt x="2132" y="124"/>
                </a:cubicBezTo>
                <a:cubicBezTo>
                  <a:pt x="2128" y="115"/>
                  <a:pt x="2123" y="106"/>
                  <a:pt x="2117" y="97"/>
                </a:cubicBezTo>
                <a:cubicBezTo>
                  <a:pt x="2111" y="88"/>
                  <a:pt x="2105" y="80"/>
                  <a:pt x="2097" y="73"/>
                </a:cubicBezTo>
                <a:cubicBezTo>
                  <a:pt x="2090" y="66"/>
                  <a:pt x="2082" y="59"/>
                  <a:pt x="2073" y="53"/>
                </a:cubicBezTo>
                <a:cubicBezTo>
                  <a:pt x="2065" y="47"/>
                  <a:pt x="2056" y="42"/>
                  <a:pt x="2046" y="39"/>
                </a:cubicBezTo>
                <a:cubicBezTo>
                  <a:pt x="2036" y="35"/>
                  <a:pt x="2026" y="31"/>
                  <a:pt x="2016" y="29"/>
                </a:cubicBezTo>
                <a:cubicBezTo>
                  <a:pt x="2006" y="27"/>
                  <a:pt x="1996" y="26"/>
                  <a:pt x="1985" y="26"/>
                </a:cubicBezTo>
                <a:lnTo>
                  <a:pt x="185" y="26"/>
                </a:lnTo>
                <a:close/>
              </a:path>
            </a:pathLst>
          </a:custGeom>
          <a:solidFill>
            <a:srgbClr val="FF6B3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 txBox="1"/>
          <p:nvPr/>
        </p:nvSpPr>
        <p:spPr>
          <a:xfrm>
            <a:off x="5475960" y="6657840"/>
            <a:ext cx="3531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7C3AED"/>
                </a:solidFill>
                <a:effectLst/>
                <a:uFillTx/>
                <a:latin typeface="SegoeUI"/>
                <a:ea typeface="SegoeUI"/>
              </a:rPr>
              <a:t>N a y a k A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 txBox="1"/>
          <p:nvPr/>
        </p:nvSpPr>
        <p:spPr>
          <a:xfrm>
            <a:off x="6045120" y="665784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7815240" y="6215040"/>
            <a:ext cx="3276720" cy="609840"/>
          </a:xfrm>
          <a:custGeom>
            <a:avLst/>
            <a:gdLst/>
            <a:ahLst/>
            <a:rect l="0" t="0" r="r" b="b"/>
            <a:pathLst>
              <a:path w="9102" h="1694">
                <a:moveTo>
                  <a:pt x="0" y="1522"/>
                </a:moveTo>
                <a:lnTo>
                  <a:pt x="0" y="172"/>
                </a:lnTo>
                <a:cubicBezTo>
                  <a:pt x="0" y="160"/>
                  <a:pt x="1" y="149"/>
                  <a:pt x="3" y="138"/>
                </a:cubicBezTo>
                <a:cubicBezTo>
                  <a:pt x="5" y="127"/>
                  <a:pt x="8" y="116"/>
                  <a:pt x="13" y="106"/>
                </a:cubicBezTo>
                <a:cubicBezTo>
                  <a:pt x="17" y="95"/>
                  <a:pt x="22" y="85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2"/>
                  <a:pt x="95" y="17"/>
                  <a:pt x="106" y="13"/>
                </a:cubicBezTo>
                <a:cubicBezTo>
                  <a:pt x="116" y="8"/>
                  <a:pt x="127" y="5"/>
                  <a:pt x="138" y="3"/>
                </a:cubicBezTo>
                <a:cubicBezTo>
                  <a:pt x="149" y="1"/>
                  <a:pt x="160" y="0"/>
                  <a:pt x="172" y="0"/>
                </a:cubicBezTo>
                <a:lnTo>
                  <a:pt x="8930" y="0"/>
                </a:lnTo>
                <a:cubicBezTo>
                  <a:pt x="8942" y="0"/>
                  <a:pt x="8953" y="1"/>
                  <a:pt x="8964" y="3"/>
                </a:cubicBezTo>
                <a:cubicBezTo>
                  <a:pt x="8975" y="5"/>
                  <a:pt x="8986" y="8"/>
                  <a:pt x="8996" y="13"/>
                </a:cubicBezTo>
                <a:cubicBezTo>
                  <a:pt x="9006" y="17"/>
                  <a:pt x="9016" y="22"/>
                  <a:pt x="9026" y="29"/>
                </a:cubicBezTo>
                <a:cubicBezTo>
                  <a:pt x="9035" y="35"/>
                  <a:pt x="9044" y="42"/>
                  <a:pt x="9052" y="50"/>
                </a:cubicBezTo>
                <a:cubicBezTo>
                  <a:pt x="9060" y="58"/>
                  <a:pt x="9067" y="67"/>
                  <a:pt x="9073" y="76"/>
                </a:cubicBezTo>
                <a:cubicBezTo>
                  <a:pt x="9080" y="85"/>
                  <a:pt x="9085" y="95"/>
                  <a:pt x="9089" y="106"/>
                </a:cubicBezTo>
                <a:cubicBezTo>
                  <a:pt x="9093" y="116"/>
                  <a:pt x="9097" y="127"/>
                  <a:pt x="9099" y="138"/>
                </a:cubicBezTo>
                <a:cubicBezTo>
                  <a:pt x="9101" y="149"/>
                  <a:pt x="9102" y="160"/>
                  <a:pt x="9102" y="172"/>
                </a:cubicBezTo>
                <a:lnTo>
                  <a:pt x="9102" y="1522"/>
                </a:lnTo>
                <a:cubicBezTo>
                  <a:pt x="9102" y="1533"/>
                  <a:pt x="9101" y="1544"/>
                  <a:pt x="9099" y="1555"/>
                </a:cubicBezTo>
                <a:cubicBezTo>
                  <a:pt x="9097" y="1567"/>
                  <a:pt x="9093" y="1577"/>
                  <a:pt x="9089" y="1588"/>
                </a:cubicBezTo>
                <a:cubicBezTo>
                  <a:pt x="9085" y="1598"/>
                  <a:pt x="9080" y="1608"/>
                  <a:pt x="9073" y="1617"/>
                </a:cubicBezTo>
                <a:cubicBezTo>
                  <a:pt x="9067" y="1627"/>
                  <a:pt x="9060" y="1636"/>
                  <a:pt x="9052" y="1644"/>
                </a:cubicBezTo>
                <a:cubicBezTo>
                  <a:pt x="9044" y="1652"/>
                  <a:pt x="9035" y="1659"/>
                  <a:pt x="9026" y="1665"/>
                </a:cubicBezTo>
                <a:cubicBezTo>
                  <a:pt x="9016" y="1671"/>
                  <a:pt x="9006" y="1676"/>
                  <a:pt x="8996" y="1681"/>
                </a:cubicBezTo>
                <a:cubicBezTo>
                  <a:pt x="8986" y="1685"/>
                  <a:pt x="8975" y="1688"/>
                  <a:pt x="8964" y="1691"/>
                </a:cubicBezTo>
                <a:cubicBezTo>
                  <a:pt x="8953" y="1693"/>
                  <a:pt x="8942" y="1694"/>
                  <a:pt x="8930" y="1694"/>
                </a:cubicBezTo>
                <a:lnTo>
                  <a:pt x="172" y="1694"/>
                </a:lnTo>
                <a:cubicBezTo>
                  <a:pt x="160" y="1694"/>
                  <a:pt x="149" y="1693"/>
                  <a:pt x="138" y="1691"/>
                </a:cubicBezTo>
                <a:cubicBezTo>
                  <a:pt x="127" y="1688"/>
                  <a:pt x="116" y="1685"/>
                  <a:pt x="106" y="1681"/>
                </a:cubicBezTo>
                <a:cubicBezTo>
                  <a:pt x="95" y="1676"/>
                  <a:pt x="85" y="1671"/>
                  <a:pt x="76" y="1665"/>
                </a:cubicBezTo>
                <a:cubicBezTo>
                  <a:pt x="67" y="1659"/>
                  <a:pt x="58" y="1652"/>
                  <a:pt x="50" y="1644"/>
                </a:cubicBezTo>
                <a:cubicBezTo>
                  <a:pt x="42" y="1636"/>
                  <a:pt x="35" y="1627"/>
                  <a:pt x="29" y="1617"/>
                </a:cubicBezTo>
                <a:cubicBezTo>
                  <a:pt x="22" y="1608"/>
                  <a:pt x="17" y="1598"/>
                  <a:pt x="13" y="1588"/>
                </a:cubicBezTo>
                <a:cubicBezTo>
                  <a:pt x="8" y="1577"/>
                  <a:pt x="5" y="1567"/>
                  <a:pt x="3" y="1555"/>
                </a:cubicBezTo>
                <a:cubicBezTo>
                  <a:pt x="1" y="1544"/>
                  <a:pt x="0" y="1533"/>
                  <a:pt x="0" y="1522"/>
                </a:cubicBezTo>
                <a:close/>
              </a:path>
            </a:pathLst>
          </a:custGeom>
          <a:solidFill>
            <a:srgbClr val="1212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7815240" y="6215040"/>
            <a:ext cx="3276720" cy="609840"/>
          </a:xfrm>
          <a:custGeom>
            <a:avLst/>
            <a:gdLst/>
            <a:ahLst/>
            <a:rect l="0" t="0" r="r" b="b"/>
            <a:pathLst>
              <a:path w="9102" h="1694">
                <a:moveTo>
                  <a:pt x="0" y="1522"/>
                </a:moveTo>
                <a:lnTo>
                  <a:pt x="0" y="172"/>
                </a:lnTo>
                <a:cubicBezTo>
                  <a:pt x="0" y="160"/>
                  <a:pt x="1" y="149"/>
                  <a:pt x="3" y="138"/>
                </a:cubicBezTo>
                <a:cubicBezTo>
                  <a:pt x="5" y="127"/>
                  <a:pt x="8" y="116"/>
                  <a:pt x="13" y="106"/>
                </a:cubicBezTo>
                <a:cubicBezTo>
                  <a:pt x="17" y="95"/>
                  <a:pt x="22" y="85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2"/>
                  <a:pt x="95" y="17"/>
                  <a:pt x="106" y="13"/>
                </a:cubicBezTo>
                <a:cubicBezTo>
                  <a:pt x="116" y="8"/>
                  <a:pt x="127" y="5"/>
                  <a:pt x="138" y="3"/>
                </a:cubicBezTo>
                <a:cubicBezTo>
                  <a:pt x="149" y="1"/>
                  <a:pt x="160" y="0"/>
                  <a:pt x="172" y="0"/>
                </a:cubicBezTo>
                <a:lnTo>
                  <a:pt x="8930" y="0"/>
                </a:lnTo>
                <a:cubicBezTo>
                  <a:pt x="8942" y="0"/>
                  <a:pt x="8953" y="1"/>
                  <a:pt x="8964" y="3"/>
                </a:cubicBezTo>
                <a:cubicBezTo>
                  <a:pt x="8975" y="5"/>
                  <a:pt x="8986" y="8"/>
                  <a:pt x="8996" y="13"/>
                </a:cubicBezTo>
                <a:cubicBezTo>
                  <a:pt x="9006" y="17"/>
                  <a:pt x="9016" y="22"/>
                  <a:pt x="9026" y="29"/>
                </a:cubicBezTo>
                <a:cubicBezTo>
                  <a:pt x="9035" y="35"/>
                  <a:pt x="9044" y="42"/>
                  <a:pt x="9052" y="50"/>
                </a:cubicBezTo>
                <a:cubicBezTo>
                  <a:pt x="9060" y="58"/>
                  <a:pt x="9067" y="67"/>
                  <a:pt x="9073" y="76"/>
                </a:cubicBezTo>
                <a:cubicBezTo>
                  <a:pt x="9080" y="85"/>
                  <a:pt x="9085" y="95"/>
                  <a:pt x="9089" y="106"/>
                </a:cubicBezTo>
                <a:cubicBezTo>
                  <a:pt x="9093" y="116"/>
                  <a:pt x="9097" y="127"/>
                  <a:pt x="9099" y="138"/>
                </a:cubicBezTo>
                <a:cubicBezTo>
                  <a:pt x="9101" y="149"/>
                  <a:pt x="9102" y="160"/>
                  <a:pt x="9102" y="172"/>
                </a:cubicBezTo>
                <a:lnTo>
                  <a:pt x="9102" y="1522"/>
                </a:lnTo>
                <a:cubicBezTo>
                  <a:pt x="9102" y="1533"/>
                  <a:pt x="9101" y="1544"/>
                  <a:pt x="9099" y="1555"/>
                </a:cubicBezTo>
                <a:cubicBezTo>
                  <a:pt x="9097" y="1567"/>
                  <a:pt x="9093" y="1577"/>
                  <a:pt x="9089" y="1588"/>
                </a:cubicBezTo>
                <a:cubicBezTo>
                  <a:pt x="9085" y="1598"/>
                  <a:pt x="9080" y="1608"/>
                  <a:pt x="9073" y="1617"/>
                </a:cubicBezTo>
                <a:cubicBezTo>
                  <a:pt x="9067" y="1627"/>
                  <a:pt x="9060" y="1636"/>
                  <a:pt x="9052" y="1644"/>
                </a:cubicBezTo>
                <a:cubicBezTo>
                  <a:pt x="9044" y="1652"/>
                  <a:pt x="9035" y="1659"/>
                  <a:pt x="9026" y="1665"/>
                </a:cubicBezTo>
                <a:cubicBezTo>
                  <a:pt x="9016" y="1671"/>
                  <a:pt x="9006" y="1676"/>
                  <a:pt x="8996" y="1681"/>
                </a:cubicBezTo>
                <a:cubicBezTo>
                  <a:pt x="8986" y="1685"/>
                  <a:pt x="8975" y="1688"/>
                  <a:pt x="8964" y="1691"/>
                </a:cubicBezTo>
                <a:cubicBezTo>
                  <a:pt x="8953" y="1693"/>
                  <a:pt x="8942" y="1694"/>
                  <a:pt x="8930" y="1694"/>
                </a:cubicBezTo>
                <a:lnTo>
                  <a:pt x="172" y="1694"/>
                </a:lnTo>
                <a:cubicBezTo>
                  <a:pt x="160" y="1694"/>
                  <a:pt x="149" y="1693"/>
                  <a:pt x="138" y="1691"/>
                </a:cubicBezTo>
                <a:cubicBezTo>
                  <a:pt x="127" y="1688"/>
                  <a:pt x="116" y="1685"/>
                  <a:pt x="106" y="1681"/>
                </a:cubicBezTo>
                <a:cubicBezTo>
                  <a:pt x="95" y="1676"/>
                  <a:pt x="85" y="1671"/>
                  <a:pt x="76" y="1665"/>
                </a:cubicBezTo>
                <a:cubicBezTo>
                  <a:pt x="67" y="1659"/>
                  <a:pt x="58" y="1652"/>
                  <a:pt x="50" y="1644"/>
                </a:cubicBezTo>
                <a:cubicBezTo>
                  <a:pt x="42" y="1636"/>
                  <a:pt x="35" y="1627"/>
                  <a:pt x="29" y="1617"/>
                </a:cubicBezTo>
                <a:cubicBezTo>
                  <a:pt x="22" y="1608"/>
                  <a:pt x="17" y="1598"/>
                  <a:pt x="13" y="1588"/>
                </a:cubicBezTo>
                <a:cubicBezTo>
                  <a:pt x="8" y="1577"/>
                  <a:pt x="5" y="1567"/>
                  <a:pt x="3" y="1555"/>
                </a:cubicBezTo>
                <a:cubicBezTo>
                  <a:pt x="1" y="1544"/>
                  <a:pt x="0" y="1533"/>
                  <a:pt x="0" y="1522"/>
                </a:cubicBezTo>
                <a:close/>
              </a:path>
            </a:pathLst>
          </a:custGeom>
          <a:noFill/>
          <a:ln w="9360">
            <a:solidFill>
              <a:srgbClr val="64748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 txBox="1"/>
          <p:nvPr/>
        </p:nvSpPr>
        <p:spPr>
          <a:xfrm>
            <a:off x="6212880" y="6657840"/>
            <a:ext cx="4068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e v a n c e O S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 txBox="1"/>
          <p:nvPr/>
        </p:nvSpPr>
        <p:spPr>
          <a:xfrm>
            <a:off x="8688960" y="6410160"/>
            <a:ext cx="14508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0" u="none" strike="noStrike">
                <a:solidFill>
                  <a:srgbClr val="94A3B8"/>
                </a:solidFill>
                <a:effectLst/>
                <a:uFillTx/>
                <a:latin typeface="SegoeUIEmoji"/>
                <a:ea typeface="SegoeUIEmoji"/>
              </a:rPr>
              <a:t>🌻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 txBox="1"/>
          <p:nvPr/>
        </p:nvSpPr>
        <p:spPr>
          <a:xfrm>
            <a:off x="8861400" y="6373440"/>
            <a:ext cx="1344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820" b="1" u="none" strike="noStrike">
                <a:solidFill>
                  <a:srgbClr val="94A3B8"/>
                </a:solidFill>
                <a:effectLst/>
                <a:uFillTx/>
                <a:latin typeface="SegoeUI"/>
                <a:ea typeface="SegoeUI"/>
              </a:rPr>
              <a:t>  P a n c h a y a t   S a m i t i</a:t>
            </a:r>
            <a:endParaRPr lang="en-IN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 txBox="1"/>
          <p:nvPr/>
        </p:nvSpPr>
        <p:spPr>
          <a:xfrm>
            <a:off x="8795160" y="6528960"/>
            <a:ext cx="662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 txBox="1"/>
          <p:nvPr/>
        </p:nvSpPr>
        <p:spPr>
          <a:xfrm>
            <a:off x="8841240" y="6528960"/>
            <a:ext cx="3970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n t e r m e d i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 txBox="1"/>
          <p:nvPr/>
        </p:nvSpPr>
        <p:spPr>
          <a:xfrm>
            <a:off x="9335880" y="6528960"/>
            <a:ext cx="1659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a t e  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9057960" y="6638760"/>
            <a:ext cx="790920" cy="133560"/>
          </a:xfrm>
          <a:custGeom>
            <a:avLst/>
            <a:gdLst/>
            <a:ahLst/>
            <a:rect l="0" t="0" r="r" b="b"/>
            <a:pathLst>
              <a:path w="2197" h="371">
                <a:moveTo>
                  <a:pt x="14" y="114"/>
                </a:move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3"/>
                  <a:pt x="116" y="14"/>
                </a:cubicBezTo>
                <a:cubicBezTo>
                  <a:pt x="138" y="5"/>
                  <a:pt x="162" y="0"/>
                  <a:pt x="187" y="0"/>
                </a:cubicBezTo>
                <a:lnTo>
                  <a:pt x="2012" y="0"/>
                </a:lnTo>
                <a:cubicBezTo>
                  <a:pt x="2037" y="0"/>
                  <a:pt x="2060" y="5"/>
                  <a:pt x="2083" y="14"/>
                </a:cubicBezTo>
                <a:cubicBezTo>
                  <a:pt x="2106" y="23"/>
                  <a:pt x="2126" y="37"/>
                  <a:pt x="2143" y="54"/>
                </a:cubicBezTo>
                <a:cubicBezTo>
                  <a:pt x="2161" y="72"/>
                  <a:pt x="2174" y="92"/>
                  <a:pt x="2183" y="114"/>
                </a:cubicBezTo>
                <a:cubicBezTo>
                  <a:pt x="2193" y="137"/>
                  <a:pt x="2197" y="161"/>
                  <a:pt x="2197" y="185"/>
                </a:cubicBezTo>
                <a:cubicBezTo>
                  <a:pt x="2197" y="210"/>
                  <a:pt x="2193" y="233"/>
                  <a:pt x="2183" y="257"/>
                </a:cubicBezTo>
                <a:cubicBezTo>
                  <a:pt x="2174" y="280"/>
                  <a:pt x="2161" y="300"/>
                  <a:pt x="2143" y="317"/>
                </a:cubicBezTo>
                <a:cubicBezTo>
                  <a:pt x="2126" y="334"/>
                  <a:pt x="2106" y="348"/>
                  <a:pt x="2083" y="357"/>
                </a:cubicBezTo>
                <a:cubicBezTo>
                  <a:pt x="2060" y="367"/>
                  <a:pt x="2037" y="371"/>
                  <a:pt x="2012" y="371"/>
                </a:cubicBezTo>
                <a:lnTo>
                  <a:pt x="187" y="371"/>
                </a:lnTo>
                <a:cubicBezTo>
                  <a:pt x="162" y="371"/>
                  <a:pt x="138" y="367"/>
                  <a:pt x="116" y="357"/>
                </a:cubicBezTo>
                <a:cubicBezTo>
                  <a:pt x="92" y="348"/>
                  <a:pt x="72" y="334"/>
                  <a:pt x="55" y="317"/>
                </a:cubicBezTo>
                <a:cubicBezTo>
                  <a:pt x="37" y="300"/>
                  <a:pt x="24" y="280"/>
                  <a:pt x="14" y="257"/>
                </a:cubicBezTo>
                <a:cubicBezTo>
                  <a:pt x="5" y="233"/>
                  <a:pt x="0" y="210"/>
                  <a:pt x="0" y="185"/>
                </a:cubicBezTo>
                <a:cubicBezTo>
                  <a:pt x="0" y="161"/>
                  <a:pt x="5" y="137"/>
                  <a:pt x="14" y="114"/>
                </a:cubicBezTo>
                <a:close/>
              </a:path>
            </a:pathLst>
          </a:custGeom>
          <a:solidFill>
            <a:srgbClr val="FF6B35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9057960" y="6638760"/>
            <a:ext cx="790920" cy="133560"/>
          </a:xfrm>
          <a:custGeom>
            <a:avLst/>
            <a:gdLst/>
            <a:ahLst/>
            <a:rect l="0" t="0" r="r" b="b"/>
            <a:pathLst>
              <a:path w="2197" h="371">
                <a:moveTo>
                  <a:pt x="0" y="185"/>
                </a:moveTo>
                <a:cubicBezTo>
                  <a:pt x="0" y="161"/>
                  <a:pt x="5" y="137"/>
                  <a:pt x="14" y="114"/>
                </a:cubicBezTo>
                <a:cubicBezTo>
                  <a:pt x="24" y="92"/>
                  <a:pt x="37" y="72"/>
                  <a:pt x="55" y="54"/>
                </a:cubicBezTo>
                <a:cubicBezTo>
                  <a:pt x="72" y="37"/>
                  <a:pt x="92" y="23"/>
                  <a:pt x="116" y="14"/>
                </a:cubicBezTo>
                <a:cubicBezTo>
                  <a:pt x="138" y="5"/>
                  <a:pt x="162" y="0"/>
                  <a:pt x="187" y="0"/>
                </a:cubicBezTo>
                <a:lnTo>
                  <a:pt x="2012" y="0"/>
                </a:lnTo>
                <a:cubicBezTo>
                  <a:pt x="2037" y="0"/>
                  <a:pt x="2060" y="5"/>
                  <a:pt x="2083" y="14"/>
                </a:cubicBezTo>
                <a:cubicBezTo>
                  <a:pt x="2106" y="23"/>
                  <a:pt x="2126" y="37"/>
                  <a:pt x="2143" y="54"/>
                </a:cubicBezTo>
                <a:cubicBezTo>
                  <a:pt x="2161" y="72"/>
                  <a:pt x="2174" y="92"/>
                  <a:pt x="2183" y="114"/>
                </a:cubicBezTo>
                <a:cubicBezTo>
                  <a:pt x="2193" y="137"/>
                  <a:pt x="2197" y="161"/>
                  <a:pt x="2197" y="185"/>
                </a:cubicBezTo>
                <a:cubicBezTo>
                  <a:pt x="2197" y="210"/>
                  <a:pt x="2193" y="233"/>
                  <a:pt x="2183" y="257"/>
                </a:cubicBezTo>
                <a:cubicBezTo>
                  <a:pt x="2174" y="280"/>
                  <a:pt x="2161" y="300"/>
                  <a:pt x="2143" y="317"/>
                </a:cubicBezTo>
                <a:cubicBezTo>
                  <a:pt x="2126" y="334"/>
                  <a:pt x="2106" y="348"/>
                  <a:pt x="2083" y="357"/>
                </a:cubicBezTo>
                <a:cubicBezTo>
                  <a:pt x="2060" y="367"/>
                  <a:pt x="2037" y="371"/>
                  <a:pt x="2012" y="371"/>
                </a:cubicBezTo>
                <a:lnTo>
                  <a:pt x="187" y="371"/>
                </a:lnTo>
                <a:cubicBezTo>
                  <a:pt x="162" y="371"/>
                  <a:pt x="138" y="367"/>
                  <a:pt x="116" y="357"/>
                </a:cubicBezTo>
                <a:cubicBezTo>
                  <a:pt x="92" y="348"/>
                  <a:pt x="72" y="334"/>
                  <a:pt x="55" y="317"/>
                </a:cubicBezTo>
                <a:cubicBezTo>
                  <a:pt x="37" y="300"/>
                  <a:pt x="24" y="280"/>
                  <a:pt x="14" y="257"/>
                </a:cubicBezTo>
                <a:cubicBezTo>
                  <a:pt x="5" y="233"/>
                  <a:pt x="0" y="210"/>
                  <a:pt x="0" y="185"/>
                </a:cubicBezTo>
                <a:moveTo>
                  <a:pt x="187" y="26"/>
                </a:moveTo>
                <a:cubicBezTo>
                  <a:pt x="176" y="26"/>
                  <a:pt x="166" y="27"/>
                  <a:pt x="156" y="29"/>
                </a:cubicBezTo>
                <a:cubicBezTo>
                  <a:pt x="145" y="31"/>
                  <a:pt x="135" y="35"/>
                  <a:pt x="126" y="39"/>
                </a:cubicBezTo>
                <a:cubicBezTo>
                  <a:pt x="116" y="42"/>
                  <a:pt x="107" y="47"/>
                  <a:pt x="98" y="53"/>
                </a:cubicBezTo>
                <a:cubicBezTo>
                  <a:pt x="89" y="59"/>
                  <a:pt x="81" y="66"/>
                  <a:pt x="73" y="73"/>
                </a:cubicBezTo>
                <a:cubicBezTo>
                  <a:pt x="66" y="80"/>
                  <a:pt x="59" y="88"/>
                  <a:pt x="54" y="97"/>
                </a:cubicBezTo>
                <a:cubicBezTo>
                  <a:pt x="48" y="106"/>
                  <a:pt x="43" y="115"/>
                  <a:pt x="39" y="124"/>
                </a:cubicBezTo>
                <a:cubicBezTo>
                  <a:pt x="35" y="134"/>
                  <a:pt x="32" y="144"/>
                  <a:pt x="30" y="154"/>
                </a:cubicBezTo>
                <a:cubicBezTo>
                  <a:pt x="28" y="164"/>
                  <a:pt x="27" y="175"/>
                  <a:pt x="27" y="185"/>
                </a:cubicBezTo>
                <a:cubicBezTo>
                  <a:pt x="27" y="196"/>
                  <a:pt x="28" y="206"/>
                  <a:pt x="30" y="216"/>
                </a:cubicBezTo>
                <a:cubicBezTo>
                  <a:pt x="32" y="226"/>
                  <a:pt x="35" y="236"/>
                  <a:pt x="39" y="247"/>
                </a:cubicBezTo>
                <a:cubicBezTo>
                  <a:pt x="43" y="257"/>
                  <a:pt x="48" y="266"/>
                  <a:pt x="54" y="274"/>
                </a:cubicBezTo>
                <a:cubicBezTo>
                  <a:pt x="59" y="283"/>
                  <a:pt x="66" y="291"/>
                  <a:pt x="73" y="298"/>
                </a:cubicBezTo>
                <a:cubicBezTo>
                  <a:pt x="81" y="306"/>
                  <a:pt x="89" y="312"/>
                  <a:pt x="98" y="318"/>
                </a:cubicBezTo>
                <a:cubicBezTo>
                  <a:pt x="107" y="324"/>
                  <a:pt x="116" y="329"/>
                  <a:pt x="126" y="333"/>
                </a:cubicBezTo>
                <a:cubicBezTo>
                  <a:pt x="135" y="337"/>
                  <a:pt x="145" y="340"/>
                  <a:pt x="156" y="342"/>
                </a:cubicBezTo>
                <a:cubicBezTo>
                  <a:pt x="166" y="344"/>
                  <a:pt x="176" y="345"/>
                  <a:pt x="187" y="345"/>
                </a:cubicBezTo>
                <a:lnTo>
                  <a:pt x="2012" y="345"/>
                </a:lnTo>
                <a:cubicBezTo>
                  <a:pt x="2023" y="345"/>
                  <a:pt x="2033" y="344"/>
                  <a:pt x="2043" y="342"/>
                </a:cubicBezTo>
                <a:cubicBezTo>
                  <a:pt x="2053" y="340"/>
                  <a:pt x="2063" y="337"/>
                  <a:pt x="2073" y="333"/>
                </a:cubicBezTo>
                <a:cubicBezTo>
                  <a:pt x="2083" y="329"/>
                  <a:pt x="2092" y="324"/>
                  <a:pt x="2100" y="318"/>
                </a:cubicBezTo>
                <a:cubicBezTo>
                  <a:pt x="2109" y="312"/>
                  <a:pt x="2117" y="306"/>
                  <a:pt x="2124" y="298"/>
                </a:cubicBezTo>
                <a:cubicBezTo>
                  <a:pt x="2132" y="291"/>
                  <a:pt x="2138" y="283"/>
                  <a:pt x="2144" y="274"/>
                </a:cubicBezTo>
                <a:cubicBezTo>
                  <a:pt x="2150" y="266"/>
                  <a:pt x="2155" y="257"/>
                  <a:pt x="2159" y="247"/>
                </a:cubicBezTo>
                <a:cubicBezTo>
                  <a:pt x="2163" y="236"/>
                  <a:pt x="2166" y="226"/>
                  <a:pt x="2168" y="216"/>
                </a:cubicBezTo>
                <a:cubicBezTo>
                  <a:pt x="2170" y="206"/>
                  <a:pt x="2171" y="196"/>
                  <a:pt x="2171" y="185"/>
                </a:cubicBezTo>
                <a:cubicBezTo>
                  <a:pt x="2171" y="175"/>
                  <a:pt x="2170" y="164"/>
                  <a:pt x="2168" y="154"/>
                </a:cubicBezTo>
                <a:cubicBezTo>
                  <a:pt x="2166" y="144"/>
                  <a:pt x="2163" y="134"/>
                  <a:pt x="2159" y="124"/>
                </a:cubicBezTo>
                <a:cubicBezTo>
                  <a:pt x="2155" y="115"/>
                  <a:pt x="2150" y="106"/>
                  <a:pt x="2144" y="97"/>
                </a:cubicBezTo>
                <a:cubicBezTo>
                  <a:pt x="2138" y="88"/>
                  <a:pt x="2132" y="80"/>
                  <a:pt x="2124" y="73"/>
                </a:cubicBezTo>
                <a:cubicBezTo>
                  <a:pt x="2117" y="66"/>
                  <a:pt x="2109" y="59"/>
                  <a:pt x="2100" y="53"/>
                </a:cubicBezTo>
                <a:cubicBezTo>
                  <a:pt x="2092" y="47"/>
                  <a:pt x="2083" y="42"/>
                  <a:pt x="2073" y="39"/>
                </a:cubicBezTo>
                <a:cubicBezTo>
                  <a:pt x="2063" y="35"/>
                  <a:pt x="2053" y="31"/>
                  <a:pt x="2043" y="29"/>
                </a:cubicBezTo>
                <a:cubicBezTo>
                  <a:pt x="2033" y="27"/>
                  <a:pt x="2023" y="26"/>
                  <a:pt x="2012" y="26"/>
                </a:cubicBezTo>
                <a:lnTo>
                  <a:pt x="187" y="26"/>
                </a:lnTo>
                <a:close/>
              </a:path>
            </a:pathLst>
          </a:custGeom>
          <a:solidFill>
            <a:srgbClr val="FF6B3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 txBox="1"/>
          <p:nvPr/>
        </p:nvSpPr>
        <p:spPr>
          <a:xfrm>
            <a:off x="9559800" y="6528960"/>
            <a:ext cx="4496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0" u="none" strike="noStrike">
                <a:solidFill>
                  <a:srgbClr val="8888AA"/>
                </a:solidFill>
                <a:effectLst/>
                <a:uFillTx/>
                <a:latin typeface="SegoeUI"/>
                <a:ea typeface="SegoeUI"/>
              </a:rPr>
              <a:t>P a n c h a y a t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 txBox="1"/>
          <p:nvPr/>
        </p:nvSpPr>
        <p:spPr>
          <a:xfrm>
            <a:off x="9119520" y="6657840"/>
            <a:ext cx="1224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G r i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6086160" y="6829200"/>
            <a:ext cx="19440" cy="28800"/>
          </a:xfrm>
          <a:custGeom>
            <a:avLst/>
            <a:gdLst/>
            <a:ahLst/>
            <a:rect l="0" t="0" r="r" b="b"/>
            <a:pathLst>
              <a:path w="54" h="80">
                <a:moveTo>
                  <a:pt x="0" y="0"/>
                </a:moveTo>
                <a:lnTo>
                  <a:pt x="54" y="0"/>
                </a:lnTo>
                <a:lnTo>
                  <a:pt x="5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3A3A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 txBox="1"/>
          <p:nvPr/>
        </p:nvSpPr>
        <p:spPr>
          <a:xfrm>
            <a:off x="9287640" y="6657840"/>
            <a:ext cx="40680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90" b="1" u="none" strike="noStrike">
                <a:solidFill>
                  <a:srgbClr val="FF6B35"/>
                </a:solidFill>
                <a:effectLst/>
                <a:uFillTx/>
                <a:latin typeface="SegoeUI"/>
                <a:ea typeface="SegoeUI"/>
              </a:rPr>
              <a:t>e v a n c e O S</a:t>
            </a:r>
            <a:endParaRPr lang="en-IN" sz="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 txBox="1"/>
          <p:nvPr/>
        </p:nvSpPr>
        <p:spPr>
          <a:xfrm>
            <a:off x="5449320" y="804240"/>
            <a:ext cx="15134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1   ·   CO N S T I T U T I O N A L   H E A D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 txBox="1"/>
          <p:nvPr/>
        </p:nvSpPr>
        <p:spPr>
          <a:xfrm>
            <a:off x="5456520" y="1490040"/>
            <a:ext cx="1508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2   ·   H E A D   O F   G O V E R N M E N T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 txBox="1"/>
          <p:nvPr/>
        </p:nvSpPr>
        <p:spPr>
          <a:xfrm>
            <a:off x="5300640" y="2175840"/>
            <a:ext cx="18763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3   ·   U N I O N   CO U N C I L   O F   M I N I S T E R S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 txBox="1"/>
          <p:nvPr/>
        </p:nvSpPr>
        <p:spPr>
          <a:xfrm>
            <a:off x="3936960" y="2861640"/>
            <a:ext cx="1104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4 A   ·   R A J YA   S A B H A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 txBox="1"/>
          <p:nvPr/>
        </p:nvSpPr>
        <p:spPr>
          <a:xfrm>
            <a:off x="7359840" y="2861640"/>
            <a:ext cx="9838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4 B   ·   LO K   S A B H A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 txBox="1"/>
          <p:nvPr/>
        </p:nvSpPr>
        <p:spPr>
          <a:xfrm>
            <a:off x="5317560" y="3547440"/>
            <a:ext cx="1805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5   ·   S TAT E   CO N S T I T U T I O N A L   H E A D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 txBox="1"/>
          <p:nvPr/>
        </p:nvSpPr>
        <p:spPr>
          <a:xfrm>
            <a:off x="5324400" y="4233240"/>
            <a:ext cx="17996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6   ·   S TAT E   H E A D   O F   G O V E R N M E N T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 txBox="1"/>
          <p:nvPr/>
        </p:nvSpPr>
        <p:spPr>
          <a:xfrm>
            <a:off x="3908160" y="4919040"/>
            <a:ext cx="11689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7 A   ·   S TAT E   C A B I N E T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 txBox="1"/>
          <p:nvPr/>
        </p:nvSpPr>
        <p:spPr>
          <a:xfrm>
            <a:off x="7193160" y="4919040"/>
            <a:ext cx="1364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7 B   ·   S TAT E   L E G I S L AT U R E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 txBox="1"/>
          <p:nvPr/>
        </p:nvSpPr>
        <p:spPr>
          <a:xfrm>
            <a:off x="2201400" y="5604840"/>
            <a:ext cx="127296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8 A   ·   D I S T R I C T   A D M I N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 txBox="1"/>
          <p:nvPr/>
        </p:nvSpPr>
        <p:spPr>
          <a:xfrm>
            <a:off x="5636160" y="5604840"/>
            <a:ext cx="10854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8 B   ·   U R B A N   B O D Y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 txBox="1"/>
          <p:nvPr/>
        </p:nvSpPr>
        <p:spPr>
          <a:xfrm>
            <a:off x="9004680" y="5604840"/>
            <a:ext cx="10663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8 C   ·   R U R A L   B O D Y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 txBox="1"/>
          <p:nvPr/>
        </p:nvSpPr>
        <p:spPr>
          <a:xfrm>
            <a:off x="2244600" y="6262200"/>
            <a:ext cx="1158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9 A   ·   U R B A N   A D M I N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 txBox="1"/>
          <p:nvPr/>
        </p:nvSpPr>
        <p:spPr>
          <a:xfrm>
            <a:off x="5588640" y="6262200"/>
            <a:ext cx="116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9 B   ·   D E P U T Y   M AYO R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 txBox="1"/>
          <p:nvPr/>
        </p:nvSpPr>
        <p:spPr>
          <a:xfrm>
            <a:off x="8986320" y="6262200"/>
            <a:ext cx="1095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" b="1" u="none" strike="noStrike">
                <a:solidFill>
                  <a:srgbClr val="E8E8F0"/>
                </a:solidFill>
                <a:effectLst/>
                <a:uFillTx/>
                <a:latin typeface="SegoeUI"/>
                <a:ea typeface="SegoeUI"/>
              </a:rPr>
              <a:t>T I E R   9 C   ·   R U R A L   B LO C K</a:t>
            </a:r>
            <a:endParaRPr lang="en-IN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