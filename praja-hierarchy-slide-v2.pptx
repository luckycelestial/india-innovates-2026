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171360" y="676080"/>
            <a:ext cx="11849400" cy="19440"/>
          </a:xfrm>
          <a:custGeom>
            <a:avLst/>
            <a:gdLst/>
            <a:ahLst/>
            <a:rect l="0" t="0" r="r" b="b"/>
            <a:pathLst>
              <a:path w="32915" h="54">
                <a:moveTo>
                  <a:pt x="0" y="0"/>
                </a:moveTo>
                <a:lnTo>
                  <a:pt x="32915" y="0"/>
                </a:lnTo>
                <a:lnTo>
                  <a:pt x="3291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171360" y="236880"/>
            <a:ext cx="523800" cy="3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000" b="0" u="none" strike="noStrike">
                <a:solidFill>
                  <a:srgbClr val="111111"/>
                </a:solidFill>
                <a:effectLst/>
                <a:uFillTx/>
                <a:latin typeface="SegoeUIEmoji"/>
                <a:ea typeface="SegoeUIEmoji"/>
              </a:rPr>
              <a:t>🪷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99200" y="234000"/>
            <a:ext cx="5013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50" b="1" u="none" strike="noStrike">
                <a:solidFill>
                  <a:srgbClr val="111111"/>
                </a:solidFill>
                <a:effectLst/>
                <a:uFillTx/>
                <a:latin typeface="SegoeUI"/>
                <a:ea typeface="SegoeUI"/>
              </a:rPr>
              <a:t>P R A J A   —   I n d i a n   P o l i t i c a l   U s e r   H i e r a r c h y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5451120" y="488520"/>
            <a:ext cx="119268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670" b="0" u="none" strike="noStrike">
                <a:solidFill>
                  <a:srgbClr val="555555"/>
                </a:solidFill>
                <a:effectLst/>
                <a:uFillTx/>
                <a:latin typeface="SegoeUI"/>
                <a:ea typeface="SegoeUI"/>
              </a:rPr>
              <a:t>E v e r y   p e r s o n   w h o   w i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6768720" y="488520"/>
            <a:ext cx="8532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670" b="0" u="none" strike="noStrike">
                <a:solidFill>
                  <a:srgbClr val="555555"/>
                </a:solidFill>
                <a:effectLst/>
                <a:uFillTx/>
                <a:latin typeface="SegoeUI"/>
                <a:ea typeface="SegoeUI"/>
              </a:rPr>
              <a:t>l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6818040" y="488520"/>
            <a:ext cx="8532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670" b="0" u="none" strike="noStrike">
                <a:solidFill>
                  <a:srgbClr val="555555"/>
                </a:solidFill>
                <a:effectLst/>
                <a:uFillTx/>
                <a:latin typeface="SegoeUI"/>
                <a:ea typeface="SegoeUI"/>
              </a:rPr>
              <a:t>l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6867360" y="488520"/>
            <a:ext cx="8532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670" b="0" u="none" strike="noStrike">
                <a:solidFill>
                  <a:srgbClr val="555555"/>
                </a:solidFill>
                <a:effectLst/>
                <a:uFillTx/>
                <a:latin typeface="SegoeUI"/>
                <a:ea typeface="SegoeUI"/>
              </a:rPr>
              <a:t>  i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6968880" y="488520"/>
            <a:ext cx="57996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670" b="0" u="none" strike="noStrike">
                <a:solidFill>
                  <a:srgbClr val="555555"/>
                </a:solidFill>
                <a:effectLst/>
                <a:uFillTx/>
                <a:latin typeface="SegoeUI"/>
                <a:ea typeface="SegoeUI"/>
              </a:rPr>
              <a:t>n t e r a c t   w i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7625160" y="488520"/>
            <a:ext cx="156132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670" b="0" u="none" strike="noStrike">
                <a:solidFill>
                  <a:srgbClr val="555555"/>
                </a:solidFill>
                <a:effectLst/>
                <a:uFillTx/>
                <a:latin typeface="SegoeUI"/>
                <a:ea typeface="SegoeUI"/>
              </a:rPr>
              <a:t>t h   P R A J A   —   f r o m   t h e   P r e s i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9345600" y="488520"/>
            <a:ext cx="82116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670" b="0" u="none" strike="noStrike">
                <a:solidFill>
                  <a:srgbClr val="555555"/>
                </a:solidFill>
                <a:effectLst/>
                <a:uFillTx/>
                <a:latin typeface="SegoeUI"/>
                <a:ea typeface="SegoeUI"/>
              </a:rPr>
              <a:t>d e n t   t o   t h e   C i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10264320" y="488520"/>
            <a:ext cx="8532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670" b="0" u="none" strike="noStrike">
                <a:solidFill>
                  <a:srgbClr val="555555"/>
                </a:solidFill>
                <a:effectLst/>
                <a:uFillTx/>
                <a:latin typeface="SegoeUI"/>
                <a:ea typeface="SegoeUI"/>
              </a:rPr>
              <a:t>t i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" name=""/>
          <p:cNvPicPr/>
          <p:nvPr/>
        </p:nvPicPr>
        <p:blipFill>
          <a:blip r:embed="rId1"/>
          <a:stretch/>
        </p:blipFill>
        <p:spPr>
          <a:xfrm>
            <a:off x="51840" y="820080"/>
            <a:ext cx="3096360" cy="239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"/>
          <p:cNvSpPr/>
          <p:nvPr/>
        </p:nvSpPr>
        <p:spPr>
          <a:xfrm>
            <a:off x="11905920" y="3403800"/>
            <a:ext cx="104040" cy="25200"/>
          </a:xfrm>
          <a:custGeom>
            <a:avLst/>
            <a:gdLst/>
            <a:ahLst/>
            <a:rect l="0" t="0" r="r" b="b"/>
            <a:pathLst>
              <a:path w="289" h="70">
                <a:moveTo>
                  <a:pt x="289" y="38"/>
                </a:moveTo>
                <a:cubicBezTo>
                  <a:pt x="289" y="39"/>
                  <a:pt x="288" y="39"/>
                  <a:pt x="288" y="40"/>
                </a:cubicBezTo>
                <a:cubicBezTo>
                  <a:pt x="267" y="60"/>
                  <a:pt x="242" y="70"/>
                  <a:pt x="213" y="70"/>
                </a:cubicBezTo>
                <a:lnTo>
                  <a:pt x="0" y="70"/>
                </a:lnTo>
                <a:lnTo>
                  <a:pt x="0" y="17"/>
                </a:lnTo>
                <a:lnTo>
                  <a:pt x="213" y="17"/>
                </a:lnTo>
                <a:cubicBezTo>
                  <a:pt x="228" y="17"/>
                  <a:pt x="240" y="11"/>
                  <a:pt x="250" y="1"/>
                </a:cubicBezTo>
                <a:cubicBezTo>
                  <a:pt x="251" y="1"/>
                  <a:pt x="251" y="0"/>
                  <a:pt x="252" y="0"/>
                </a:cubicBezTo>
                <a:lnTo>
                  <a:pt x="289" y="38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11995200" y="3333600"/>
            <a:ext cx="25560" cy="84960"/>
          </a:xfrm>
          <a:custGeom>
            <a:avLst/>
            <a:gdLst/>
            <a:ahLst/>
            <a:rect l="0" t="0" r="r" b="b"/>
            <a:pathLst>
              <a:path w="71" h="236">
                <a:moveTo>
                  <a:pt x="0" y="197"/>
                </a:moveTo>
                <a:cubicBezTo>
                  <a:pt x="1" y="197"/>
                  <a:pt x="1" y="197"/>
                  <a:pt x="1" y="196"/>
                </a:cubicBezTo>
                <a:cubicBezTo>
                  <a:pt x="12" y="186"/>
                  <a:pt x="17" y="173"/>
                  <a:pt x="17" y="159"/>
                </a:cubicBezTo>
                <a:lnTo>
                  <a:pt x="17" y="0"/>
                </a:lnTo>
                <a:lnTo>
                  <a:pt x="71" y="0"/>
                </a:lnTo>
                <a:lnTo>
                  <a:pt x="71" y="159"/>
                </a:lnTo>
                <a:cubicBezTo>
                  <a:pt x="71" y="188"/>
                  <a:pt x="61" y="213"/>
                  <a:pt x="39" y="235"/>
                </a:cubicBezTo>
                <a:cubicBezTo>
                  <a:pt x="38" y="235"/>
                  <a:pt x="38" y="235"/>
                  <a:pt x="38" y="236"/>
                </a:cubicBezTo>
                <a:lnTo>
                  <a:pt x="0" y="197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171360" y="3400200"/>
            <a:ext cx="114480" cy="28800"/>
          </a:xfrm>
          <a:custGeom>
            <a:avLst/>
            <a:gdLst/>
            <a:ahLst/>
            <a:rect l="0" t="0" r="r" b="b"/>
            <a:pathLst>
              <a:path w="318" h="80">
                <a:moveTo>
                  <a:pt x="76" y="0"/>
                </a:moveTo>
                <a:lnTo>
                  <a:pt x="318" y="0"/>
                </a:lnTo>
                <a:lnTo>
                  <a:pt x="318" y="80"/>
                </a:lnTo>
                <a:lnTo>
                  <a:pt x="0" y="80"/>
                </a:lnTo>
                <a:lnTo>
                  <a:pt x="0" y="78"/>
                </a:lnTo>
                <a:lnTo>
                  <a:pt x="76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171360" y="3333600"/>
            <a:ext cx="28800" cy="95400"/>
          </a:xfrm>
          <a:custGeom>
            <a:avLst/>
            <a:gdLst/>
            <a:ahLst/>
            <a:rect l="0" t="0" r="r" b="b"/>
            <a:pathLst>
              <a:path w="80" h="265">
                <a:moveTo>
                  <a:pt x="2" y="265"/>
                </a:moveTo>
                <a:lnTo>
                  <a:pt x="0" y="0"/>
                </a:lnTo>
                <a:lnTo>
                  <a:pt x="80" y="0"/>
                </a:lnTo>
                <a:lnTo>
                  <a:pt x="80" y="189"/>
                </a:lnTo>
                <a:lnTo>
                  <a:pt x="2" y="265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3" name=""/>
          <p:cNvPicPr/>
          <p:nvPr/>
        </p:nvPicPr>
        <p:blipFill>
          <a:blip r:embed="rId2"/>
          <a:stretch/>
        </p:blipFill>
        <p:spPr>
          <a:xfrm>
            <a:off x="51840" y="3544920"/>
            <a:ext cx="3096360" cy="331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"/>
          <p:cNvSpPr txBox="1"/>
          <p:nvPr/>
        </p:nvSpPr>
        <p:spPr>
          <a:xfrm>
            <a:off x="10371240" y="488520"/>
            <a:ext cx="17892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670" b="0" u="none" strike="noStrike">
                <a:solidFill>
                  <a:srgbClr val="555555"/>
                </a:solidFill>
                <a:effectLst/>
                <a:uFillTx/>
                <a:latin typeface="SegoeUI"/>
                <a:ea typeface="SegoeUI"/>
              </a:rPr>
              <a:t>z e n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LibreOffice/26.2.1.2$Windows_X86_64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cp:revision>0</cp:revision>
  <dc:subject/>
  <dc:title/>
</cp:coreProperties>
</file>